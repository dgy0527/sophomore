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6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7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notesSlides/notesSlide12.xml" ContentType="application/vnd.openxmlformats-officedocument.presentationml.notesSlide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notesSlides/notesSlide17.xml" ContentType="application/vnd.openxmlformats-officedocument.presentationml.notesSlide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4"/>
  </p:notesMasterIdLst>
  <p:sldIdLst>
    <p:sldId id="257" r:id="rId2"/>
    <p:sldId id="258" r:id="rId3"/>
    <p:sldId id="441" r:id="rId4"/>
    <p:sldId id="471" r:id="rId5"/>
    <p:sldId id="472" r:id="rId6"/>
    <p:sldId id="473" r:id="rId7"/>
    <p:sldId id="523" r:id="rId8"/>
    <p:sldId id="524" r:id="rId9"/>
    <p:sldId id="525" r:id="rId10"/>
    <p:sldId id="526" r:id="rId11"/>
    <p:sldId id="527" r:id="rId12"/>
    <p:sldId id="540" r:id="rId13"/>
    <p:sldId id="541" r:id="rId14"/>
    <p:sldId id="542" r:id="rId15"/>
    <p:sldId id="543" r:id="rId16"/>
    <p:sldId id="569" r:id="rId17"/>
    <p:sldId id="414" r:id="rId18"/>
    <p:sldId id="479" r:id="rId19"/>
    <p:sldId id="480" r:id="rId20"/>
    <p:sldId id="583" r:id="rId21"/>
    <p:sldId id="481" r:id="rId22"/>
    <p:sldId id="485" r:id="rId23"/>
    <p:sldId id="529" r:id="rId24"/>
    <p:sldId id="530" r:id="rId25"/>
    <p:sldId id="570" r:id="rId26"/>
    <p:sldId id="533" r:id="rId27"/>
    <p:sldId id="274" r:id="rId28"/>
    <p:sldId id="532" r:id="rId29"/>
    <p:sldId id="353" r:id="rId30"/>
    <p:sldId id="547" r:id="rId31"/>
    <p:sldId id="548" r:id="rId32"/>
    <p:sldId id="549" r:id="rId33"/>
    <p:sldId id="550" r:id="rId34"/>
    <p:sldId id="551" r:id="rId35"/>
    <p:sldId id="552" r:id="rId36"/>
    <p:sldId id="553" r:id="rId37"/>
    <p:sldId id="554" r:id="rId38"/>
    <p:sldId id="555" r:id="rId39"/>
    <p:sldId id="556" r:id="rId40"/>
    <p:sldId id="557" r:id="rId41"/>
    <p:sldId id="558" r:id="rId42"/>
    <p:sldId id="559" r:id="rId43"/>
    <p:sldId id="560" r:id="rId44"/>
    <p:sldId id="561" r:id="rId45"/>
    <p:sldId id="562" r:id="rId46"/>
    <p:sldId id="563" r:id="rId47"/>
    <p:sldId id="564" r:id="rId48"/>
    <p:sldId id="565" r:id="rId49"/>
    <p:sldId id="566" r:id="rId50"/>
    <p:sldId id="584" r:id="rId51"/>
    <p:sldId id="585" r:id="rId52"/>
    <p:sldId id="586" r:id="rId53"/>
    <p:sldId id="587" r:id="rId54"/>
    <p:sldId id="588" r:id="rId55"/>
    <p:sldId id="589" r:id="rId56"/>
    <p:sldId id="590" r:id="rId57"/>
    <p:sldId id="591" r:id="rId58"/>
    <p:sldId id="592" r:id="rId59"/>
    <p:sldId id="593" r:id="rId60"/>
    <p:sldId id="594" r:id="rId61"/>
    <p:sldId id="571" r:id="rId62"/>
    <p:sldId id="343" r:id="rId63"/>
    <p:sldId id="392" r:id="rId64"/>
    <p:sldId id="535" r:id="rId65"/>
    <p:sldId id="518" r:id="rId66"/>
    <p:sldId id="519" r:id="rId67"/>
    <p:sldId id="575" r:id="rId68"/>
    <p:sldId id="536" r:id="rId69"/>
    <p:sldId id="494" r:id="rId70"/>
    <p:sldId id="495" r:id="rId71"/>
    <p:sldId id="572" r:id="rId72"/>
    <p:sldId id="576" r:id="rId73"/>
    <p:sldId id="573" r:id="rId74"/>
    <p:sldId id="577" r:id="rId75"/>
    <p:sldId id="574" r:id="rId76"/>
    <p:sldId id="578" r:id="rId77"/>
    <p:sldId id="579" r:id="rId78"/>
    <p:sldId id="580" r:id="rId79"/>
    <p:sldId id="581" r:id="rId80"/>
    <p:sldId id="401" r:id="rId81"/>
    <p:sldId id="582" r:id="rId82"/>
    <p:sldId id="292" r:id="rId8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E0B5"/>
    <a:srgbClr val="009AFF"/>
    <a:srgbClr val="BDD7EE"/>
    <a:srgbClr val="11C6C2"/>
    <a:srgbClr val="88D339"/>
    <a:srgbClr val="8A7D8E"/>
    <a:srgbClr val="5EA5B2"/>
    <a:srgbClr val="82C936"/>
    <a:srgbClr val="00B050"/>
    <a:srgbClr val="08BC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3432" autoAdjust="0"/>
  </p:normalViewPr>
  <p:slideViewPr>
    <p:cSldViewPr snapToGrid="0">
      <p:cViewPr varScale="1">
        <p:scale>
          <a:sx n="58" d="100"/>
          <a:sy n="58" d="100"/>
        </p:scale>
        <p:origin x="6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diagrams/_rels/data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iagrams/_rels/drawing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6A34BF-3557-4C3E-8327-E3649EBB1E59}" type="doc">
      <dgm:prSet loTypeId="urn:microsoft.com/office/officeart/2009/layout/ReverseList" loCatId="relationship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855816C1-98CB-489A-8F95-AD2DDAA292F4}">
      <dgm:prSet phldrT="[文本]" custT="1"/>
      <dgm:spPr/>
      <dgm:t>
        <a:bodyPr/>
        <a:lstStyle/>
        <a:p>
          <a:r>
            <a:rPr lang="zh-CN" altLang="en-US" sz="24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软件</a:t>
          </a:r>
        </a:p>
      </dgm:t>
    </dgm:pt>
    <dgm:pt modelId="{44D87DE7-0319-4302-9F54-2053BD71CBAA}" type="parTrans" cxnId="{F49C34BE-BF97-4522-979A-6A75DE8F9F23}">
      <dgm:prSet/>
      <dgm:spPr/>
      <dgm:t>
        <a:bodyPr/>
        <a:lstStyle/>
        <a:p>
          <a:endParaRPr lang="zh-CN" altLang="en-US"/>
        </a:p>
      </dgm:t>
    </dgm:pt>
    <dgm:pt modelId="{9A0269E2-D281-4001-8F39-73B1038DBF21}" type="sibTrans" cxnId="{F49C34BE-BF97-4522-979A-6A75DE8F9F23}">
      <dgm:prSet/>
      <dgm:spPr/>
      <dgm:t>
        <a:bodyPr/>
        <a:lstStyle/>
        <a:p>
          <a:endParaRPr lang="zh-CN" altLang="en-US"/>
        </a:p>
      </dgm:t>
    </dgm:pt>
    <dgm:pt modelId="{17A67C29-B479-4319-B0AE-4D5E363BD892}">
      <dgm:prSet phldrT="[文本]" custT="1"/>
      <dgm:spPr/>
      <dgm:t>
        <a:bodyPr/>
        <a:lstStyle/>
        <a:p>
          <a:pPr>
            <a:lnSpc>
              <a:spcPts val="1800"/>
            </a:lnSpc>
          </a:pPr>
          <a:r>
            <a: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</a:t>
          </a:r>
        </a:p>
        <a:p>
          <a:pPr>
            <a:lnSpc>
              <a:spcPts val="1800"/>
            </a:lnSpc>
          </a:pPr>
          <a:r>
            <a: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</a:t>
          </a:r>
        </a:p>
        <a:p>
          <a:pPr>
            <a:lnSpc>
              <a:spcPts val="1800"/>
            </a:lnSpc>
          </a:pPr>
          <a:r>
            <a: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</a:t>
          </a:r>
          <a:endParaRPr lang="zh-CN" altLang="en-US" sz="2400" dirty="0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2A4627-C18C-4E7F-A5AA-F65808321672}" type="parTrans" cxnId="{3D5F6552-B427-4076-AA8F-36209B1FEBA1}">
      <dgm:prSet/>
      <dgm:spPr/>
      <dgm:t>
        <a:bodyPr/>
        <a:lstStyle/>
        <a:p>
          <a:endParaRPr lang="zh-CN" altLang="en-US"/>
        </a:p>
      </dgm:t>
    </dgm:pt>
    <dgm:pt modelId="{390AE97B-069D-472D-B63A-3E8124E4A09B}" type="sibTrans" cxnId="{3D5F6552-B427-4076-AA8F-36209B1FEBA1}">
      <dgm:prSet/>
      <dgm:spPr/>
      <dgm:t>
        <a:bodyPr/>
        <a:lstStyle/>
        <a:p>
          <a:endParaRPr lang="zh-CN" altLang="en-US"/>
        </a:p>
      </dgm:t>
    </dgm:pt>
    <dgm:pt modelId="{0B7B6B33-924F-4B79-B405-B62EA34344E7}" type="pres">
      <dgm:prSet presAssocID="{496A34BF-3557-4C3E-8327-E3649EBB1E59}" presName="Name0" presStyleCnt="0">
        <dgm:presLayoutVars>
          <dgm:chMax val="2"/>
          <dgm:chPref val="2"/>
          <dgm:animLvl val="lvl"/>
        </dgm:presLayoutVars>
      </dgm:prSet>
      <dgm:spPr/>
    </dgm:pt>
    <dgm:pt modelId="{721A13CD-1EC8-49C9-BC18-6759C3C1C421}" type="pres">
      <dgm:prSet presAssocID="{496A34BF-3557-4C3E-8327-E3649EBB1E59}" presName="LeftText" presStyleLbl="revTx" presStyleIdx="0" presStyleCnt="0">
        <dgm:presLayoutVars>
          <dgm:bulletEnabled val="1"/>
        </dgm:presLayoutVars>
      </dgm:prSet>
      <dgm:spPr/>
    </dgm:pt>
    <dgm:pt modelId="{34ADBB8C-E757-4FA2-9ADD-B6540CF92D90}" type="pres">
      <dgm:prSet presAssocID="{496A34BF-3557-4C3E-8327-E3649EBB1E59}" presName="LeftNode" presStyleLbl="bgImgPlace1" presStyleIdx="0" presStyleCnt="2">
        <dgm:presLayoutVars>
          <dgm:chMax val="2"/>
          <dgm:chPref val="2"/>
        </dgm:presLayoutVars>
      </dgm:prSet>
      <dgm:spPr/>
    </dgm:pt>
    <dgm:pt modelId="{F957FB61-157C-4339-A8F4-475542BF629D}" type="pres">
      <dgm:prSet presAssocID="{496A34BF-3557-4C3E-8327-E3649EBB1E59}" presName="RightText" presStyleLbl="revTx" presStyleIdx="0" presStyleCnt="0">
        <dgm:presLayoutVars>
          <dgm:bulletEnabled val="1"/>
        </dgm:presLayoutVars>
      </dgm:prSet>
      <dgm:spPr/>
    </dgm:pt>
    <dgm:pt modelId="{205C0DDE-3B4D-49A7-B301-0D2F2E8C20BD}" type="pres">
      <dgm:prSet presAssocID="{496A34BF-3557-4C3E-8327-E3649EBB1E59}" presName="RightNode" presStyleLbl="bgImgPlace1" presStyleIdx="1" presStyleCnt="2">
        <dgm:presLayoutVars>
          <dgm:chMax val="0"/>
          <dgm:chPref val="0"/>
        </dgm:presLayoutVars>
      </dgm:prSet>
      <dgm:spPr/>
    </dgm:pt>
    <dgm:pt modelId="{73C50A2E-5C6B-4ACE-9EDB-B4828CA2C606}" type="pres">
      <dgm:prSet presAssocID="{496A34BF-3557-4C3E-8327-E3649EBB1E59}" presName="TopArrow" presStyleLbl="node1" presStyleIdx="0" presStyleCnt="2"/>
      <dgm:spPr/>
    </dgm:pt>
    <dgm:pt modelId="{21F8C214-D288-4BB8-A43C-86048F2D393B}" type="pres">
      <dgm:prSet presAssocID="{496A34BF-3557-4C3E-8327-E3649EBB1E59}" presName="BottomArrow" presStyleLbl="node1" presStyleIdx="1" presStyleCnt="2"/>
      <dgm:spPr/>
    </dgm:pt>
  </dgm:ptLst>
  <dgm:cxnLst>
    <dgm:cxn modelId="{79F09107-4FD6-473B-BF04-6B925B49F18F}" type="presOf" srcId="{17A67C29-B479-4319-B0AE-4D5E363BD892}" destId="{F957FB61-157C-4339-A8F4-475542BF629D}" srcOrd="0" destOrd="0" presId="urn:microsoft.com/office/officeart/2009/layout/ReverseList"/>
    <dgm:cxn modelId="{A0411015-9C12-4CAF-B0A0-ECC761E7466C}" type="presOf" srcId="{855816C1-98CB-489A-8F95-AD2DDAA292F4}" destId="{721A13CD-1EC8-49C9-BC18-6759C3C1C421}" srcOrd="0" destOrd="0" presId="urn:microsoft.com/office/officeart/2009/layout/ReverseList"/>
    <dgm:cxn modelId="{3D5F6552-B427-4076-AA8F-36209B1FEBA1}" srcId="{496A34BF-3557-4C3E-8327-E3649EBB1E59}" destId="{17A67C29-B479-4319-B0AE-4D5E363BD892}" srcOrd="1" destOrd="0" parTransId="{6F2A4627-C18C-4E7F-A5AA-F65808321672}" sibTransId="{390AE97B-069D-472D-B63A-3E8124E4A09B}"/>
    <dgm:cxn modelId="{D53EA49B-43D6-4B14-8D1C-7586A971CEBD}" type="presOf" srcId="{17A67C29-B479-4319-B0AE-4D5E363BD892}" destId="{205C0DDE-3B4D-49A7-B301-0D2F2E8C20BD}" srcOrd="1" destOrd="0" presId="urn:microsoft.com/office/officeart/2009/layout/ReverseList"/>
    <dgm:cxn modelId="{F49C34BE-BF97-4522-979A-6A75DE8F9F23}" srcId="{496A34BF-3557-4C3E-8327-E3649EBB1E59}" destId="{855816C1-98CB-489A-8F95-AD2DDAA292F4}" srcOrd="0" destOrd="0" parTransId="{44D87DE7-0319-4302-9F54-2053BD71CBAA}" sibTransId="{9A0269E2-D281-4001-8F39-73B1038DBF21}"/>
    <dgm:cxn modelId="{5AFC3BC4-55A7-4403-9554-4B7F1BEDC71A}" type="presOf" srcId="{855816C1-98CB-489A-8F95-AD2DDAA292F4}" destId="{34ADBB8C-E757-4FA2-9ADD-B6540CF92D90}" srcOrd="1" destOrd="0" presId="urn:microsoft.com/office/officeart/2009/layout/ReverseList"/>
    <dgm:cxn modelId="{03A7E0CD-87D4-4AD6-A19D-67741C54ECD8}" type="presOf" srcId="{496A34BF-3557-4C3E-8327-E3649EBB1E59}" destId="{0B7B6B33-924F-4B79-B405-B62EA34344E7}" srcOrd="0" destOrd="0" presId="urn:microsoft.com/office/officeart/2009/layout/ReverseList"/>
    <dgm:cxn modelId="{23296478-11F4-472F-9442-27AB079BA404}" type="presParOf" srcId="{0B7B6B33-924F-4B79-B405-B62EA34344E7}" destId="{721A13CD-1EC8-49C9-BC18-6759C3C1C421}" srcOrd="0" destOrd="0" presId="urn:microsoft.com/office/officeart/2009/layout/ReverseList"/>
    <dgm:cxn modelId="{0D880FAF-566B-4D88-865C-8392FBF94D4F}" type="presParOf" srcId="{0B7B6B33-924F-4B79-B405-B62EA34344E7}" destId="{34ADBB8C-E757-4FA2-9ADD-B6540CF92D90}" srcOrd="1" destOrd="0" presId="urn:microsoft.com/office/officeart/2009/layout/ReverseList"/>
    <dgm:cxn modelId="{D213D675-1B0A-4BEE-82FB-AA2F02F046D1}" type="presParOf" srcId="{0B7B6B33-924F-4B79-B405-B62EA34344E7}" destId="{F957FB61-157C-4339-A8F4-475542BF629D}" srcOrd="2" destOrd="0" presId="urn:microsoft.com/office/officeart/2009/layout/ReverseList"/>
    <dgm:cxn modelId="{9476062B-CF3C-44D1-BD45-12D2064B4219}" type="presParOf" srcId="{0B7B6B33-924F-4B79-B405-B62EA34344E7}" destId="{205C0DDE-3B4D-49A7-B301-0D2F2E8C20BD}" srcOrd="3" destOrd="0" presId="urn:microsoft.com/office/officeart/2009/layout/ReverseList"/>
    <dgm:cxn modelId="{BBA3BB26-D225-4375-8912-5E25ACFA69C4}" type="presParOf" srcId="{0B7B6B33-924F-4B79-B405-B62EA34344E7}" destId="{73C50A2E-5C6B-4ACE-9EDB-B4828CA2C606}" srcOrd="4" destOrd="0" presId="urn:microsoft.com/office/officeart/2009/layout/ReverseList"/>
    <dgm:cxn modelId="{F66F4732-6BE8-4BB4-9392-CB02A806E02F}" type="presParOf" srcId="{0B7B6B33-924F-4B79-B405-B62EA34344E7}" destId="{21F8C214-D288-4BB8-A43C-86048F2D393B}" srcOrd="5" destOrd="0" presId="urn:microsoft.com/office/officeart/2009/layout/Revers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DEA644-4A8C-4202-92B4-A6FB4CB186F7}" type="doc">
      <dgm:prSet loTypeId="urn:microsoft.com/office/officeart/2005/8/layout/pyramid3" loCatId="pyramid" qsTypeId="urn:microsoft.com/office/officeart/2005/8/quickstyle/simple1" qsCatId="simple" csTypeId="urn:microsoft.com/office/officeart/2005/8/colors/colorful5" csCatId="colorful" phldr="1"/>
      <dgm:spPr/>
    </dgm:pt>
    <dgm:pt modelId="{4C2FA711-BA6D-4BAA-8348-D9312CCD057D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Windows server 2003 </a:t>
          </a:r>
          <a:r>
            <a: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5000</a:t>
          </a:r>
          <a:r>
            <a: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万行</a:t>
          </a:r>
        </a:p>
      </dgm:t>
    </dgm:pt>
    <dgm:pt modelId="{90EA72BB-FA28-47AF-8CB6-AE13F3AE0AAB}" type="parTrans" cxnId="{4BDE29F1-96D7-4D70-842F-099F30753CB4}">
      <dgm:prSet/>
      <dgm:spPr/>
      <dgm:t>
        <a:bodyPr/>
        <a:lstStyle/>
        <a:p>
          <a:endParaRPr lang="zh-CN" altLang="en-US"/>
        </a:p>
      </dgm:t>
    </dgm:pt>
    <dgm:pt modelId="{44CF9DF5-41BB-485D-BFA2-5FCBF333CB0B}" type="sibTrans" cxnId="{4BDE29F1-96D7-4D70-842F-099F30753CB4}">
      <dgm:prSet/>
      <dgm:spPr/>
      <dgm:t>
        <a:bodyPr/>
        <a:lstStyle/>
        <a:p>
          <a:endParaRPr lang="zh-CN" altLang="en-US"/>
        </a:p>
      </dgm:t>
    </dgm:pt>
    <dgm:pt modelId="{BD26B5D2-140E-41F9-914A-66C9051B15A8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Windows2000</a:t>
          </a:r>
          <a:r>
            <a:rPr lang="en-US" altLang="zh-CN" sz="2300" dirty="0"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r>
            <a: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rPr>
            <a:t>2900</a:t>
          </a:r>
          <a:r>
            <a: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rPr>
            <a:t>万行</a:t>
          </a:r>
        </a:p>
      </dgm:t>
    </dgm:pt>
    <dgm:pt modelId="{DE5E5D5D-BCE9-4E4A-96F5-7F75352D7044}" type="parTrans" cxnId="{3A685EBE-1F62-428C-9422-AB57297E72A4}">
      <dgm:prSet/>
      <dgm:spPr/>
      <dgm:t>
        <a:bodyPr/>
        <a:lstStyle/>
        <a:p>
          <a:endParaRPr lang="zh-CN" altLang="en-US"/>
        </a:p>
      </dgm:t>
    </dgm:pt>
    <dgm:pt modelId="{5A8817C8-FF6E-4D1F-B5F3-3D822AB7C3FA}" type="sibTrans" cxnId="{3A685EBE-1F62-428C-9422-AB57297E72A4}">
      <dgm:prSet/>
      <dgm:spPr/>
      <dgm:t>
        <a:bodyPr/>
        <a:lstStyle/>
        <a:p>
          <a:endParaRPr lang="zh-CN" altLang="en-US"/>
        </a:p>
      </dgm:t>
    </dgm:pt>
    <dgm:pt modelId="{80B608C3-5C2C-4847-B91F-1A1D9B69F99C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Windows NT3.1    </a:t>
          </a:r>
          <a:r>
            <a: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500</a:t>
          </a:r>
          <a:r>
            <a: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万行</a:t>
          </a:r>
        </a:p>
      </dgm:t>
    </dgm:pt>
    <dgm:pt modelId="{773ACF50-F1C8-42C2-9C78-DEB147545CCC}" type="parTrans" cxnId="{B2340681-97E0-4BE4-B0B0-7FFC7B3AED9D}">
      <dgm:prSet/>
      <dgm:spPr/>
      <dgm:t>
        <a:bodyPr/>
        <a:lstStyle/>
        <a:p>
          <a:endParaRPr lang="zh-CN" altLang="en-US"/>
        </a:p>
      </dgm:t>
    </dgm:pt>
    <dgm:pt modelId="{2E3141A7-E09F-4002-8F56-F046C12F7B72}" type="sibTrans" cxnId="{B2340681-97E0-4BE4-B0B0-7FFC7B3AED9D}">
      <dgm:prSet/>
      <dgm:spPr/>
      <dgm:t>
        <a:bodyPr/>
        <a:lstStyle/>
        <a:p>
          <a:endParaRPr lang="zh-CN" altLang="en-US"/>
        </a:p>
      </dgm:t>
    </dgm:pt>
    <dgm:pt modelId="{4864CF82-6C5E-4869-A196-54F92200743C}" type="pres">
      <dgm:prSet presAssocID="{6CDEA644-4A8C-4202-92B4-A6FB4CB186F7}" presName="Name0" presStyleCnt="0">
        <dgm:presLayoutVars>
          <dgm:dir/>
          <dgm:animLvl val="lvl"/>
          <dgm:resizeHandles val="exact"/>
        </dgm:presLayoutVars>
      </dgm:prSet>
      <dgm:spPr/>
    </dgm:pt>
    <dgm:pt modelId="{73FF9404-54EC-43A8-A96C-D40C28E6AEEF}" type="pres">
      <dgm:prSet presAssocID="{4C2FA711-BA6D-4BAA-8348-D9312CCD057D}" presName="Name8" presStyleCnt="0"/>
      <dgm:spPr/>
    </dgm:pt>
    <dgm:pt modelId="{2FF95A48-F0CF-4775-8DB9-300831875DF7}" type="pres">
      <dgm:prSet presAssocID="{4C2FA711-BA6D-4BAA-8348-D9312CCD057D}" presName="level" presStyleLbl="node1" presStyleIdx="0" presStyleCnt="3">
        <dgm:presLayoutVars>
          <dgm:chMax val="1"/>
          <dgm:bulletEnabled val="1"/>
        </dgm:presLayoutVars>
      </dgm:prSet>
      <dgm:spPr/>
    </dgm:pt>
    <dgm:pt modelId="{DD062E4C-EBF4-47B3-854F-0B0257856D81}" type="pres">
      <dgm:prSet presAssocID="{4C2FA711-BA6D-4BAA-8348-D9312CCD057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B0E7B7F-4F22-437D-8F69-01BFEC66553A}" type="pres">
      <dgm:prSet presAssocID="{BD26B5D2-140E-41F9-914A-66C9051B15A8}" presName="Name8" presStyleCnt="0"/>
      <dgm:spPr/>
    </dgm:pt>
    <dgm:pt modelId="{17973BB9-63FC-4D48-9222-705CE0616B18}" type="pres">
      <dgm:prSet presAssocID="{BD26B5D2-140E-41F9-914A-66C9051B15A8}" presName="level" presStyleLbl="node1" presStyleIdx="1" presStyleCnt="3" custScaleX="98999">
        <dgm:presLayoutVars>
          <dgm:chMax val="1"/>
          <dgm:bulletEnabled val="1"/>
        </dgm:presLayoutVars>
      </dgm:prSet>
      <dgm:spPr/>
    </dgm:pt>
    <dgm:pt modelId="{76AC1AAF-8E02-4D52-8DBF-331C5AB64DF1}" type="pres">
      <dgm:prSet presAssocID="{BD26B5D2-140E-41F9-914A-66C9051B15A8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3E1A945-70F9-4FF0-B23F-7D6B35D99852}" type="pres">
      <dgm:prSet presAssocID="{80B608C3-5C2C-4847-B91F-1A1D9B69F99C}" presName="Name8" presStyleCnt="0"/>
      <dgm:spPr/>
    </dgm:pt>
    <dgm:pt modelId="{7F0A67D0-3B72-405E-AD96-4F59D97A23B6}" type="pres">
      <dgm:prSet presAssocID="{80B608C3-5C2C-4847-B91F-1A1D9B69F99C}" presName="level" presStyleLbl="node1" presStyleIdx="2" presStyleCnt="3">
        <dgm:presLayoutVars>
          <dgm:chMax val="1"/>
          <dgm:bulletEnabled val="1"/>
        </dgm:presLayoutVars>
      </dgm:prSet>
      <dgm:spPr/>
    </dgm:pt>
    <dgm:pt modelId="{BE65EB60-801E-4586-83F9-DF6F1DE17072}" type="pres">
      <dgm:prSet presAssocID="{80B608C3-5C2C-4847-B91F-1A1D9B69F99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1F27B407-F609-47A9-B561-05AC0AA3BC82}" type="presOf" srcId="{80B608C3-5C2C-4847-B91F-1A1D9B69F99C}" destId="{7F0A67D0-3B72-405E-AD96-4F59D97A23B6}" srcOrd="0" destOrd="0" presId="urn:microsoft.com/office/officeart/2005/8/layout/pyramid3"/>
    <dgm:cxn modelId="{F2AEA723-E332-4291-B531-2E4CE13A501F}" type="presOf" srcId="{BD26B5D2-140E-41F9-914A-66C9051B15A8}" destId="{17973BB9-63FC-4D48-9222-705CE0616B18}" srcOrd="0" destOrd="0" presId="urn:microsoft.com/office/officeart/2005/8/layout/pyramid3"/>
    <dgm:cxn modelId="{625FAE43-CBB7-47A9-AAD0-360368B8886B}" type="presOf" srcId="{80B608C3-5C2C-4847-B91F-1A1D9B69F99C}" destId="{BE65EB60-801E-4586-83F9-DF6F1DE17072}" srcOrd="1" destOrd="0" presId="urn:microsoft.com/office/officeart/2005/8/layout/pyramid3"/>
    <dgm:cxn modelId="{86279A72-5BB5-44E1-BB17-625DB0068302}" type="presOf" srcId="{6CDEA644-4A8C-4202-92B4-A6FB4CB186F7}" destId="{4864CF82-6C5E-4869-A196-54F92200743C}" srcOrd="0" destOrd="0" presId="urn:microsoft.com/office/officeart/2005/8/layout/pyramid3"/>
    <dgm:cxn modelId="{B2340681-97E0-4BE4-B0B0-7FFC7B3AED9D}" srcId="{6CDEA644-4A8C-4202-92B4-A6FB4CB186F7}" destId="{80B608C3-5C2C-4847-B91F-1A1D9B69F99C}" srcOrd="2" destOrd="0" parTransId="{773ACF50-F1C8-42C2-9C78-DEB147545CCC}" sibTransId="{2E3141A7-E09F-4002-8F56-F046C12F7B72}"/>
    <dgm:cxn modelId="{CEBDBFB5-D9C6-48A8-B388-CA8EA3ED372C}" type="presOf" srcId="{BD26B5D2-140E-41F9-914A-66C9051B15A8}" destId="{76AC1AAF-8E02-4D52-8DBF-331C5AB64DF1}" srcOrd="1" destOrd="0" presId="urn:microsoft.com/office/officeart/2005/8/layout/pyramid3"/>
    <dgm:cxn modelId="{030A6EBB-8A23-47DA-9D9E-3F0F8891FBB0}" type="presOf" srcId="{4C2FA711-BA6D-4BAA-8348-D9312CCD057D}" destId="{2FF95A48-F0CF-4775-8DB9-300831875DF7}" srcOrd="0" destOrd="0" presId="urn:microsoft.com/office/officeart/2005/8/layout/pyramid3"/>
    <dgm:cxn modelId="{3A685EBE-1F62-428C-9422-AB57297E72A4}" srcId="{6CDEA644-4A8C-4202-92B4-A6FB4CB186F7}" destId="{BD26B5D2-140E-41F9-914A-66C9051B15A8}" srcOrd="1" destOrd="0" parTransId="{DE5E5D5D-BCE9-4E4A-96F5-7F75352D7044}" sibTransId="{5A8817C8-FF6E-4D1F-B5F3-3D822AB7C3FA}"/>
    <dgm:cxn modelId="{99E5ECBE-5D80-4D52-B4B7-F8195ADB2F00}" type="presOf" srcId="{4C2FA711-BA6D-4BAA-8348-D9312CCD057D}" destId="{DD062E4C-EBF4-47B3-854F-0B0257856D81}" srcOrd="1" destOrd="0" presId="urn:microsoft.com/office/officeart/2005/8/layout/pyramid3"/>
    <dgm:cxn modelId="{4BDE29F1-96D7-4D70-842F-099F30753CB4}" srcId="{6CDEA644-4A8C-4202-92B4-A6FB4CB186F7}" destId="{4C2FA711-BA6D-4BAA-8348-D9312CCD057D}" srcOrd="0" destOrd="0" parTransId="{90EA72BB-FA28-47AF-8CB6-AE13F3AE0AAB}" sibTransId="{44CF9DF5-41BB-485D-BFA2-5FCBF333CB0B}"/>
    <dgm:cxn modelId="{60A1778E-5A03-4DB5-AF59-D244C3EDDAAB}" type="presParOf" srcId="{4864CF82-6C5E-4869-A196-54F92200743C}" destId="{73FF9404-54EC-43A8-A96C-D40C28E6AEEF}" srcOrd="0" destOrd="0" presId="urn:microsoft.com/office/officeart/2005/8/layout/pyramid3"/>
    <dgm:cxn modelId="{FB735D7F-AC77-401A-B6C0-BAA08B6F41A0}" type="presParOf" srcId="{73FF9404-54EC-43A8-A96C-D40C28E6AEEF}" destId="{2FF95A48-F0CF-4775-8DB9-300831875DF7}" srcOrd="0" destOrd="0" presId="urn:microsoft.com/office/officeart/2005/8/layout/pyramid3"/>
    <dgm:cxn modelId="{540AC592-EEDA-46D0-AE2D-CED757EB4BA8}" type="presParOf" srcId="{73FF9404-54EC-43A8-A96C-D40C28E6AEEF}" destId="{DD062E4C-EBF4-47B3-854F-0B0257856D81}" srcOrd="1" destOrd="0" presId="urn:microsoft.com/office/officeart/2005/8/layout/pyramid3"/>
    <dgm:cxn modelId="{39C991E3-1F41-42D8-8452-9BBAB5CC43C2}" type="presParOf" srcId="{4864CF82-6C5E-4869-A196-54F92200743C}" destId="{DB0E7B7F-4F22-437D-8F69-01BFEC66553A}" srcOrd="1" destOrd="0" presId="urn:microsoft.com/office/officeart/2005/8/layout/pyramid3"/>
    <dgm:cxn modelId="{976B91C6-5365-46AE-9F8F-D4F17DDD284C}" type="presParOf" srcId="{DB0E7B7F-4F22-437D-8F69-01BFEC66553A}" destId="{17973BB9-63FC-4D48-9222-705CE0616B18}" srcOrd="0" destOrd="0" presId="urn:microsoft.com/office/officeart/2005/8/layout/pyramid3"/>
    <dgm:cxn modelId="{2D7EBF58-3B3E-4389-946A-651A5128816E}" type="presParOf" srcId="{DB0E7B7F-4F22-437D-8F69-01BFEC66553A}" destId="{76AC1AAF-8E02-4D52-8DBF-331C5AB64DF1}" srcOrd="1" destOrd="0" presId="urn:microsoft.com/office/officeart/2005/8/layout/pyramid3"/>
    <dgm:cxn modelId="{16498F3D-195B-4DBF-AE15-6F90C13C7D99}" type="presParOf" srcId="{4864CF82-6C5E-4869-A196-54F92200743C}" destId="{B3E1A945-70F9-4FF0-B23F-7D6B35D99852}" srcOrd="2" destOrd="0" presId="urn:microsoft.com/office/officeart/2005/8/layout/pyramid3"/>
    <dgm:cxn modelId="{0A4610F1-BA89-4BC3-B74A-11A788960979}" type="presParOf" srcId="{B3E1A945-70F9-4FF0-B23F-7D6B35D99852}" destId="{7F0A67D0-3B72-405E-AD96-4F59D97A23B6}" srcOrd="0" destOrd="0" presId="urn:microsoft.com/office/officeart/2005/8/layout/pyramid3"/>
    <dgm:cxn modelId="{5F9A06EB-DAAF-4E4C-BB3E-F0C9FDA988BB}" type="presParOf" srcId="{B3E1A945-70F9-4FF0-B23F-7D6B35D99852}" destId="{BE65EB60-801E-4586-83F9-DF6F1DE17072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6B4071-B5F2-4674-AF1A-41C1A5791FD0}" type="doc">
      <dgm:prSet loTypeId="urn:microsoft.com/office/officeart/2005/8/layout/pyramid3" loCatId="pyramid" qsTypeId="urn:microsoft.com/office/officeart/2005/8/quickstyle/simple1" qsCatId="simple" csTypeId="urn:microsoft.com/office/officeart/2005/8/colors/colorful3" csCatId="colorful" phldr="1"/>
      <dgm:spPr/>
    </dgm:pt>
    <dgm:pt modelId="{1179024C-BB54-401E-BBD9-3F7E7BC26C6D}">
      <dgm:prSet phldrT="[文本]" custT="1"/>
      <dgm:spPr/>
      <dgm:t>
        <a:bodyPr/>
        <a:lstStyle/>
        <a:p>
          <a:r>
            <a: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Linux kernel 3.6           1590</a:t>
          </a:r>
          <a:r>
            <a: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万行</a:t>
          </a:r>
        </a:p>
      </dgm:t>
    </dgm:pt>
    <dgm:pt modelId="{CF77F40C-79EF-4864-9148-5017A82A464C}" type="parTrans" cxnId="{3C99B5BC-2A20-4123-80E5-ED3074AC892F}">
      <dgm:prSet/>
      <dgm:spPr/>
      <dgm:t>
        <a:bodyPr/>
        <a:lstStyle/>
        <a:p>
          <a:endParaRPr lang="zh-CN" altLang="en-US"/>
        </a:p>
      </dgm:t>
    </dgm:pt>
    <dgm:pt modelId="{933CA87B-E89E-45E4-8B6E-D65C5248D6FE}" type="sibTrans" cxnId="{3C99B5BC-2A20-4123-80E5-ED3074AC892F}">
      <dgm:prSet/>
      <dgm:spPr/>
      <dgm:t>
        <a:bodyPr/>
        <a:lstStyle/>
        <a:p>
          <a:endParaRPr lang="zh-CN" altLang="en-US"/>
        </a:p>
      </dgm:t>
    </dgm:pt>
    <dgm:pt modelId="{F270536A-5615-4749-8B83-0D3D77E5202A}">
      <dgm:prSet phldrT="[文本]" custT="1"/>
      <dgm:spPr/>
      <dgm:t>
        <a:bodyPr/>
        <a:lstStyle/>
        <a:p>
          <a:r>
            <a: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Linux kernel 2.6.29        1100</a:t>
          </a:r>
          <a:r>
            <a: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万行</a:t>
          </a:r>
        </a:p>
      </dgm:t>
    </dgm:pt>
    <dgm:pt modelId="{AEAA7C45-04F0-47A8-8573-49AFC770CD9A}" type="parTrans" cxnId="{582A91D2-FBE9-4E0C-A597-325B05B9AD3A}">
      <dgm:prSet/>
      <dgm:spPr/>
      <dgm:t>
        <a:bodyPr/>
        <a:lstStyle/>
        <a:p>
          <a:endParaRPr lang="zh-CN" altLang="en-US"/>
        </a:p>
      </dgm:t>
    </dgm:pt>
    <dgm:pt modelId="{5980DD18-C87B-459E-B7FE-AC5FDAF4BBBB}" type="sibTrans" cxnId="{582A91D2-FBE9-4E0C-A597-325B05B9AD3A}">
      <dgm:prSet/>
      <dgm:spPr/>
      <dgm:t>
        <a:bodyPr/>
        <a:lstStyle/>
        <a:p>
          <a:endParaRPr lang="zh-CN" altLang="en-US"/>
        </a:p>
      </dgm:t>
    </dgm:pt>
    <dgm:pt modelId="{E476FCE0-F24A-4050-B095-72D30160F97F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Linux kernel 2.6.0  </a:t>
          </a:r>
        </a:p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500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万行</a:t>
          </a:r>
        </a:p>
      </dgm:t>
    </dgm:pt>
    <dgm:pt modelId="{E232C1A0-F64A-45DB-80C4-2C0EC8EA1A82}" type="parTrans" cxnId="{E7DD5296-9EFE-4EE3-BFFB-415E7C64C6EE}">
      <dgm:prSet/>
      <dgm:spPr/>
      <dgm:t>
        <a:bodyPr/>
        <a:lstStyle/>
        <a:p>
          <a:endParaRPr lang="zh-CN" altLang="en-US"/>
        </a:p>
      </dgm:t>
    </dgm:pt>
    <dgm:pt modelId="{C189139E-25BD-47A4-AFFD-E4DA6BD4994F}" type="sibTrans" cxnId="{E7DD5296-9EFE-4EE3-BFFB-415E7C64C6EE}">
      <dgm:prSet/>
      <dgm:spPr/>
      <dgm:t>
        <a:bodyPr/>
        <a:lstStyle/>
        <a:p>
          <a:endParaRPr lang="zh-CN" altLang="en-US"/>
        </a:p>
      </dgm:t>
    </dgm:pt>
    <dgm:pt modelId="{F2EED4F5-D166-49D3-8EAC-38A13C48763A}" type="pres">
      <dgm:prSet presAssocID="{306B4071-B5F2-4674-AF1A-41C1A5791FD0}" presName="Name0" presStyleCnt="0">
        <dgm:presLayoutVars>
          <dgm:dir/>
          <dgm:animLvl val="lvl"/>
          <dgm:resizeHandles val="exact"/>
        </dgm:presLayoutVars>
      </dgm:prSet>
      <dgm:spPr/>
    </dgm:pt>
    <dgm:pt modelId="{6A94599F-BFD2-435D-BF8A-59DB758949DD}" type="pres">
      <dgm:prSet presAssocID="{1179024C-BB54-401E-BBD9-3F7E7BC26C6D}" presName="Name8" presStyleCnt="0"/>
      <dgm:spPr/>
    </dgm:pt>
    <dgm:pt modelId="{1C1270F1-ED07-47AF-AE91-6F9EDE074BEB}" type="pres">
      <dgm:prSet presAssocID="{1179024C-BB54-401E-BBD9-3F7E7BC26C6D}" presName="level" presStyleLbl="node1" presStyleIdx="0" presStyleCnt="3" custLinFactNeighborX="14690" custLinFactNeighborY="-7688">
        <dgm:presLayoutVars>
          <dgm:chMax val="1"/>
          <dgm:bulletEnabled val="1"/>
        </dgm:presLayoutVars>
      </dgm:prSet>
      <dgm:spPr/>
    </dgm:pt>
    <dgm:pt modelId="{007EF88A-A29F-4509-8E5D-6C97BC884479}" type="pres">
      <dgm:prSet presAssocID="{1179024C-BB54-401E-BBD9-3F7E7BC26C6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69E9BB9-A7D3-49A9-8239-D1AE063CDA52}" type="pres">
      <dgm:prSet presAssocID="{F270536A-5615-4749-8B83-0D3D77E5202A}" presName="Name8" presStyleCnt="0"/>
      <dgm:spPr/>
    </dgm:pt>
    <dgm:pt modelId="{E308D6F8-E569-487A-AFD0-EF56858DB1EB}" type="pres">
      <dgm:prSet presAssocID="{F270536A-5615-4749-8B83-0D3D77E5202A}" presName="level" presStyleLbl="node1" presStyleIdx="1" presStyleCnt="3">
        <dgm:presLayoutVars>
          <dgm:chMax val="1"/>
          <dgm:bulletEnabled val="1"/>
        </dgm:presLayoutVars>
      </dgm:prSet>
      <dgm:spPr/>
    </dgm:pt>
    <dgm:pt modelId="{9CCC1FD8-DC07-4CA0-8C5C-97C81E1AD81C}" type="pres">
      <dgm:prSet presAssocID="{F270536A-5615-4749-8B83-0D3D77E5202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92AC878A-5465-4373-A107-FCA9FED1551E}" type="pres">
      <dgm:prSet presAssocID="{E476FCE0-F24A-4050-B095-72D30160F97F}" presName="Name8" presStyleCnt="0"/>
      <dgm:spPr/>
    </dgm:pt>
    <dgm:pt modelId="{83DA2D10-F66B-496D-BC69-44C17D199E84}" type="pres">
      <dgm:prSet presAssocID="{E476FCE0-F24A-4050-B095-72D30160F97F}" presName="level" presStyleLbl="node1" presStyleIdx="2" presStyleCnt="3">
        <dgm:presLayoutVars>
          <dgm:chMax val="1"/>
          <dgm:bulletEnabled val="1"/>
        </dgm:presLayoutVars>
      </dgm:prSet>
      <dgm:spPr/>
    </dgm:pt>
    <dgm:pt modelId="{30CF6514-34FF-4894-93F1-6EF407027E92}" type="pres">
      <dgm:prSet presAssocID="{E476FCE0-F24A-4050-B095-72D30160F97F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F5D10B16-60AC-47C6-9867-56881CB889BB}" type="presOf" srcId="{F270536A-5615-4749-8B83-0D3D77E5202A}" destId="{E308D6F8-E569-487A-AFD0-EF56858DB1EB}" srcOrd="0" destOrd="0" presId="urn:microsoft.com/office/officeart/2005/8/layout/pyramid3"/>
    <dgm:cxn modelId="{129DDC31-E821-48FE-B74C-A7D4D263D915}" type="presOf" srcId="{1179024C-BB54-401E-BBD9-3F7E7BC26C6D}" destId="{1C1270F1-ED07-47AF-AE91-6F9EDE074BEB}" srcOrd="0" destOrd="0" presId="urn:microsoft.com/office/officeart/2005/8/layout/pyramid3"/>
    <dgm:cxn modelId="{6CC9C352-58BA-4F98-B247-0072CD980F71}" type="presOf" srcId="{1179024C-BB54-401E-BBD9-3F7E7BC26C6D}" destId="{007EF88A-A29F-4509-8E5D-6C97BC884479}" srcOrd="1" destOrd="0" presId="urn:microsoft.com/office/officeart/2005/8/layout/pyramid3"/>
    <dgm:cxn modelId="{ECA4A058-6762-40B7-8735-8224602F5C83}" type="presOf" srcId="{E476FCE0-F24A-4050-B095-72D30160F97F}" destId="{83DA2D10-F66B-496D-BC69-44C17D199E84}" srcOrd="0" destOrd="0" presId="urn:microsoft.com/office/officeart/2005/8/layout/pyramid3"/>
    <dgm:cxn modelId="{195B4F86-A37E-4C69-9582-DA51CC22380A}" type="presOf" srcId="{F270536A-5615-4749-8B83-0D3D77E5202A}" destId="{9CCC1FD8-DC07-4CA0-8C5C-97C81E1AD81C}" srcOrd="1" destOrd="0" presId="urn:microsoft.com/office/officeart/2005/8/layout/pyramid3"/>
    <dgm:cxn modelId="{E7DD5296-9EFE-4EE3-BFFB-415E7C64C6EE}" srcId="{306B4071-B5F2-4674-AF1A-41C1A5791FD0}" destId="{E476FCE0-F24A-4050-B095-72D30160F97F}" srcOrd="2" destOrd="0" parTransId="{E232C1A0-F64A-45DB-80C4-2C0EC8EA1A82}" sibTransId="{C189139E-25BD-47A4-AFFD-E4DA6BD4994F}"/>
    <dgm:cxn modelId="{3C99B5BC-2A20-4123-80E5-ED3074AC892F}" srcId="{306B4071-B5F2-4674-AF1A-41C1A5791FD0}" destId="{1179024C-BB54-401E-BBD9-3F7E7BC26C6D}" srcOrd="0" destOrd="0" parTransId="{CF77F40C-79EF-4864-9148-5017A82A464C}" sibTransId="{933CA87B-E89E-45E4-8B6E-D65C5248D6FE}"/>
    <dgm:cxn modelId="{17B868BD-A80D-444A-96E5-84B563EAB146}" type="presOf" srcId="{306B4071-B5F2-4674-AF1A-41C1A5791FD0}" destId="{F2EED4F5-D166-49D3-8EAC-38A13C48763A}" srcOrd="0" destOrd="0" presId="urn:microsoft.com/office/officeart/2005/8/layout/pyramid3"/>
    <dgm:cxn modelId="{582A91D2-FBE9-4E0C-A597-325B05B9AD3A}" srcId="{306B4071-B5F2-4674-AF1A-41C1A5791FD0}" destId="{F270536A-5615-4749-8B83-0D3D77E5202A}" srcOrd="1" destOrd="0" parTransId="{AEAA7C45-04F0-47A8-8573-49AFC770CD9A}" sibTransId="{5980DD18-C87B-459E-B7FE-AC5FDAF4BBBB}"/>
    <dgm:cxn modelId="{918738E7-D81D-4B63-9896-CE76E91DD724}" type="presOf" srcId="{E476FCE0-F24A-4050-B095-72D30160F97F}" destId="{30CF6514-34FF-4894-93F1-6EF407027E92}" srcOrd="1" destOrd="0" presId="urn:microsoft.com/office/officeart/2005/8/layout/pyramid3"/>
    <dgm:cxn modelId="{FE4F52CA-9244-4199-B06E-1269A4A32363}" type="presParOf" srcId="{F2EED4F5-D166-49D3-8EAC-38A13C48763A}" destId="{6A94599F-BFD2-435D-BF8A-59DB758949DD}" srcOrd="0" destOrd="0" presId="urn:microsoft.com/office/officeart/2005/8/layout/pyramid3"/>
    <dgm:cxn modelId="{61CC554F-C482-4A20-8022-A78E3B81EEE0}" type="presParOf" srcId="{6A94599F-BFD2-435D-BF8A-59DB758949DD}" destId="{1C1270F1-ED07-47AF-AE91-6F9EDE074BEB}" srcOrd="0" destOrd="0" presId="urn:microsoft.com/office/officeart/2005/8/layout/pyramid3"/>
    <dgm:cxn modelId="{0AAFD634-7F4B-4D3A-BEF0-A6752E8BEAD6}" type="presParOf" srcId="{6A94599F-BFD2-435D-BF8A-59DB758949DD}" destId="{007EF88A-A29F-4509-8E5D-6C97BC884479}" srcOrd="1" destOrd="0" presId="urn:microsoft.com/office/officeart/2005/8/layout/pyramid3"/>
    <dgm:cxn modelId="{01758B62-CDD2-4F8A-8B0E-E8FB898EC022}" type="presParOf" srcId="{F2EED4F5-D166-49D3-8EAC-38A13C48763A}" destId="{769E9BB9-A7D3-49A9-8239-D1AE063CDA52}" srcOrd="1" destOrd="0" presId="urn:microsoft.com/office/officeart/2005/8/layout/pyramid3"/>
    <dgm:cxn modelId="{8A35550B-6D10-4984-B121-2CCA7B4F9630}" type="presParOf" srcId="{769E9BB9-A7D3-49A9-8239-D1AE063CDA52}" destId="{E308D6F8-E569-487A-AFD0-EF56858DB1EB}" srcOrd="0" destOrd="0" presId="urn:microsoft.com/office/officeart/2005/8/layout/pyramid3"/>
    <dgm:cxn modelId="{05202FAB-B38D-4C04-BBED-41C1D850F26F}" type="presParOf" srcId="{769E9BB9-A7D3-49A9-8239-D1AE063CDA52}" destId="{9CCC1FD8-DC07-4CA0-8C5C-97C81E1AD81C}" srcOrd="1" destOrd="0" presId="urn:microsoft.com/office/officeart/2005/8/layout/pyramid3"/>
    <dgm:cxn modelId="{B4CF78E2-2EE4-4D44-892A-CD2CA147F725}" type="presParOf" srcId="{F2EED4F5-D166-49D3-8EAC-38A13C48763A}" destId="{92AC878A-5465-4373-A107-FCA9FED1551E}" srcOrd="2" destOrd="0" presId="urn:microsoft.com/office/officeart/2005/8/layout/pyramid3"/>
    <dgm:cxn modelId="{900503F3-3924-4CEB-BF39-4FF7A2E28679}" type="presParOf" srcId="{92AC878A-5465-4373-A107-FCA9FED1551E}" destId="{83DA2D10-F66B-496D-BC69-44C17D199E84}" srcOrd="0" destOrd="0" presId="urn:microsoft.com/office/officeart/2005/8/layout/pyramid3"/>
    <dgm:cxn modelId="{8D62C3B2-3858-4DD5-BD57-6A9AD1EC4868}" type="presParOf" srcId="{92AC878A-5465-4373-A107-FCA9FED1551E}" destId="{30CF6514-34FF-4894-93F1-6EF407027E92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BEADC8C-E840-40B6-8490-38C10D24D142}" type="doc">
      <dgm:prSet loTypeId="urn:microsoft.com/office/officeart/2008/layout/VerticalCurvedList" loCatId="list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41C46126-B415-4220-A3E0-660CBE9966D4}">
      <dgm:prSet phldrT="[文本]" custT="1"/>
      <dgm:spPr/>
      <dgm:t>
        <a:bodyPr/>
        <a:lstStyle/>
        <a:p>
          <a:r>
            <a: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增加攻击途径</a:t>
          </a:r>
        </a:p>
      </dgm:t>
    </dgm:pt>
    <dgm:pt modelId="{6CB3F803-7238-485B-BF95-744C0B54B02E}" type="parTrans" cxnId="{9E99366A-541D-4EAB-AA19-50D4790ECB9E}">
      <dgm:prSet/>
      <dgm:spPr/>
      <dgm:t>
        <a:bodyPr/>
        <a:lstStyle/>
        <a:p>
          <a:endParaRPr lang="zh-CN" altLang="en-US"/>
        </a:p>
      </dgm:t>
    </dgm:pt>
    <dgm:pt modelId="{B3927F23-6BC0-47A1-894C-5E1C5D13E6F8}" type="sibTrans" cxnId="{9E99366A-541D-4EAB-AA19-50D4790ECB9E}">
      <dgm:prSet/>
      <dgm:spPr/>
      <dgm:t>
        <a:bodyPr/>
        <a:lstStyle/>
        <a:p>
          <a:endParaRPr lang="zh-CN" altLang="en-US"/>
        </a:p>
      </dgm:t>
    </dgm:pt>
    <dgm:pt modelId="{3E96AED3-25F0-4C65-AED4-7260746D4B7E}">
      <dgm:prSet phldrT="[文本]" custT="1"/>
      <dgm:spPr/>
      <dgm:t>
        <a:bodyPr/>
        <a:lstStyle/>
        <a:p>
          <a:r>
            <a: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降低攻击难度</a:t>
          </a:r>
        </a:p>
      </dgm:t>
    </dgm:pt>
    <dgm:pt modelId="{F63EF560-FA83-4556-B8CE-2EA66E9401D0}" type="parTrans" cxnId="{97012D41-6F13-4D5F-AB9B-0B546D8BF3E0}">
      <dgm:prSet/>
      <dgm:spPr/>
      <dgm:t>
        <a:bodyPr/>
        <a:lstStyle/>
        <a:p>
          <a:endParaRPr lang="zh-CN" altLang="en-US"/>
        </a:p>
      </dgm:t>
    </dgm:pt>
    <dgm:pt modelId="{2BBB1918-3EBD-4477-B78B-A5D13272E511}" type="sibTrans" cxnId="{97012D41-6F13-4D5F-AB9B-0B546D8BF3E0}">
      <dgm:prSet/>
      <dgm:spPr/>
      <dgm:t>
        <a:bodyPr/>
        <a:lstStyle/>
        <a:p>
          <a:endParaRPr lang="zh-CN" altLang="en-US"/>
        </a:p>
      </dgm:t>
    </dgm:pt>
    <dgm:pt modelId="{4C466A5F-63F9-4601-BECA-83FA1F27CD6A}">
      <dgm:prSet phldrT="[文本]" custT="1"/>
      <dgm:spPr/>
      <dgm:t>
        <a:bodyPr/>
        <a:lstStyle/>
        <a:p>
          <a:r>
            <a: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损失更加严重</a:t>
          </a:r>
        </a:p>
      </dgm:t>
    </dgm:pt>
    <dgm:pt modelId="{8C19E18E-E194-4404-B7B1-7ADD87AD2139}" type="parTrans" cxnId="{3619755D-671A-4E23-8ECE-4BC287128CFF}">
      <dgm:prSet/>
      <dgm:spPr/>
      <dgm:t>
        <a:bodyPr/>
        <a:lstStyle/>
        <a:p>
          <a:endParaRPr lang="zh-CN" altLang="en-US"/>
        </a:p>
      </dgm:t>
    </dgm:pt>
    <dgm:pt modelId="{DBDEFD2B-FE24-4965-BF28-193C295F818C}" type="sibTrans" cxnId="{3619755D-671A-4E23-8ECE-4BC287128CFF}">
      <dgm:prSet/>
      <dgm:spPr/>
      <dgm:t>
        <a:bodyPr/>
        <a:lstStyle/>
        <a:p>
          <a:endParaRPr lang="zh-CN" altLang="en-US"/>
        </a:p>
      </dgm:t>
    </dgm:pt>
    <dgm:pt modelId="{6F14E8C6-C77D-48C6-B87F-15596224CB26}" type="pres">
      <dgm:prSet presAssocID="{BBEADC8C-E840-40B6-8490-38C10D24D142}" presName="Name0" presStyleCnt="0">
        <dgm:presLayoutVars>
          <dgm:chMax val="7"/>
          <dgm:chPref val="7"/>
          <dgm:dir/>
        </dgm:presLayoutVars>
      </dgm:prSet>
      <dgm:spPr/>
    </dgm:pt>
    <dgm:pt modelId="{06BB5EF1-ED57-45AB-AFA5-2A3E5CED9807}" type="pres">
      <dgm:prSet presAssocID="{BBEADC8C-E840-40B6-8490-38C10D24D142}" presName="Name1" presStyleCnt="0"/>
      <dgm:spPr/>
    </dgm:pt>
    <dgm:pt modelId="{D8A6EBC5-5DEF-4D7F-AC76-4DE4C19BC37F}" type="pres">
      <dgm:prSet presAssocID="{BBEADC8C-E840-40B6-8490-38C10D24D142}" presName="cycle" presStyleCnt="0"/>
      <dgm:spPr/>
    </dgm:pt>
    <dgm:pt modelId="{85E437EE-A6F9-45F0-974E-6A2442CB4682}" type="pres">
      <dgm:prSet presAssocID="{BBEADC8C-E840-40B6-8490-38C10D24D142}" presName="srcNode" presStyleLbl="node1" presStyleIdx="0" presStyleCnt="3"/>
      <dgm:spPr/>
    </dgm:pt>
    <dgm:pt modelId="{590FA893-36A8-4F89-AF82-2AFEFA01C8DD}" type="pres">
      <dgm:prSet presAssocID="{BBEADC8C-E840-40B6-8490-38C10D24D142}" presName="conn" presStyleLbl="parChTrans1D2" presStyleIdx="0" presStyleCnt="1"/>
      <dgm:spPr/>
    </dgm:pt>
    <dgm:pt modelId="{A24ED6F8-D705-4385-8A3D-979E8B27D637}" type="pres">
      <dgm:prSet presAssocID="{BBEADC8C-E840-40B6-8490-38C10D24D142}" presName="extraNode" presStyleLbl="node1" presStyleIdx="0" presStyleCnt="3"/>
      <dgm:spPr/>
    </dgm:pt>
    <dgm:pt modelId="{1DAA2A43-7D99-4FA9-A8DC-EFB3D4DCEA74}" type="pres">
      <dgm:prSet presAssocID="{BBEADC8C-E840-40B6-8490-38C10D24D142}" presName="dstNode" presStyleLbl="node1" presStyleIdx="0" presStyleCnt="3"/>
      <dgm:spPr/>
    </dgm:pt>
    <dgm:pt modelId="{F3A2D2A7-452F-4CB5-B777-67B98D9A4153}" type="pres">
      <dgm:prSet presAssocID="{41C46126-B415-4220-A3E0-660CBE9966D4}" presName="text_1" presStyleLbl="node1" presStyleIdx="0" presStyleCnt="3">
        <dgm:presLayoutVars>
          <dgm:bulletEnabled val="1"/>
        </dgm:presLayoutVars>
      </dgm:prSet>
      <dgm:spPr/>
    </dgm:pt>
    <dgm:pt modelId="{9A531F1A-AA17-4F93-91D8-9673290186E2}" type="pres">
      <dgm:prSet presAssocID="{41C46126-B415-4220-A3E0-660CBE9966D4}" presName="accent_1" presStyleCnt="0"/>
      <dgm:spPr/>
    </dgm:pt>
    <dgm:pt modelId="{9A977418-A078-4501-91B2-82C7ACCC2972}" type="pres">
      <dgm:prSet presAssocID="{41C46126-B415-4220-A3E0-660CBE9966D4}" presName="accentRepeatNode" presStyleLbl="solidFgAcc1" presStyleIdx="0" presStyleCnt="3"/>
      <dgm:spPr>
        <a:solidFill>
          <a:schemeClr val="accent1"/>
        </a:solidFill>
      </dgm:spPr>
    </dgm:pt>
    <dgm:pt modelId="{8746CA8F-4395-4AD2-8716-14E5D38416D8}" type="pres">
      <dgm:prSet presAssocID="{3E96AED3-25F0-4C65-AED4-7260746D4B7E}" presName="text_2" presStyleLbl="node1" presStyleIdx="1" presStyleCnt="3">
        <dgm:presLayoutVars>
          <dgm:bulletEnabled val="1"/>
        </dgm:presLayoutVars>
      </dgm:prSet>
      <dgm:spPr/>
    </dgm:pt>
    <dgm:pt modelId="{613E1BB8-34B1-4AAA-A7CB-08BF9FB490BA}" type="pres">
      <dgm:prSet presAssocID="{3E96AED3-25F0-4C65-AED4-7260746D4B7E}" presName="accent_2" presStyleCnt="0"/>
      <dgm:spPr/>
    </dgm:pt>
    <dgm:pt modelId="{3686F50E-219D-4276-890A-76B27DAC82F6}" type="pres">
      <dgm:prSet presAssocID="{3E96AED3-25F0-4C65-AED4-7260746D4B7E}" presName="accentRepeatNode" presStyleLbl="solidFgAcc1" presStyleIdx="1" presStyleCnt="3"/>
      <dgm:spPr>
        <a:solidFill>
          <a:schemeClr val="accent1"/>
        </a:solidFill>
      </dgm:spPr>
    </dgm:pt>
    <dgm:pt modelId="{EF33D60F-B78D-49BE-A49A-E43558B179E7}" type="pres">
      <dgm:prSet presAssocID="{4C466A5F-63F9-4601-BECA-83FA1F27CD6A}" presName="text_3" presStyleLbl="node1" presStyleIdx="2" presStyleCnt="3">
        <dgm:presLayoutVars>
          <dgm:bulletEnabled val="1"/>
        </dgm:presLayoutVars>
      </dgm:prSet>
      <dgm:spPr/>
    </dgm:pt>
    <dgm:pt modelId="{5241B8B6-2EF3-4374-AF5B-E2D5F2793077}" type="pres">
      <dgm:prSet presAssocID="{4C466A5F-63F9-4601-BECA-83FA1F27CD6A}" presName="accent_3" presStyleCnt="0"/>
      <dgm:spPr/>
    </dgm:pt>
    <dgm:pt modelId="{0C68FECF-EAFD-42FA-AFF3-97422F79BCD5}" type="pres">
      <dgm:prSet presAssocID="{4C466A5F-63F9-4601-BECA-83FA1F27CD6A}" presName="accentRepeatNode" presStyleLbl="solidFgAcc1" presStyleIdx="2" presStyleCnt="3"/>
      <dgm:spPr>
        <a:solidFill>
          <a:schemeClr val="accent1"/>
        </a:solidFill>
      </dgm:spPr>
    </dgm:pt>
  </dgm:ptLst>
  <dgm:cxnLst>
    <dgm:cxn modelId="{4D2BB432-9FF7-4C0A-ABBF-19D2C0B05611}" type="presOf" srcId="{BBEADC8C-E840-40B6-8490-38C10D24D142}" destId="{6F14E8C6-C77D-48C6-B87F-15596224CB26}" srcOrd="0" destOrd="0" presId="urn:microsoft.com/office/officeart/2008/layout/VerticalCurvedList"/>
    <dgm:cxn modelId="{3619755D-671A-4E23-8ECE-4BC287128CFF}" srcId="{BBEADC8C-E840-40B6-8490-38C10D24D142}" destId="{4C466A5F-63F9-4601-BECA-83FA1F27CD6A}" srcOrd="2" destOrd="0" parTransId="{8C19E18E-E194-4404-B7B1-7ADD87AD2139}" sibTransId="{DBDEFD2B-FE24-4965-BF28-193C295F818C}"/>
    <dgm:cxn modelId="{97012D41-6F13-4D5F-AB9B-0B546D8BF3E0}" srcId="{BBEADC8C-E840-40B6-8490-38C10D24D142}" destId="{3E96AED3-25F0-4C65-AED4-7260746D4B7E}" srcOrd="1" destOrd="0" parTransId="{F63EF560-FA83-4556-B8CE-2EA66E9401D0}" sibTransId="{2BBB1918-3EBD-4477-B78B-A5D13272E511}"/>
    <dgm:cxn modelId="{A67FA248-3C2E-458F-908B-DCE23A17A1F7}" type="presOf" srcId="{3E96AED3-25F0-4C65-AED4-7260746D4B7E}" destId="{8746CA8F-4395-4AD2-8716-14E5D38416D8}" srcOrd="0" destOrd="0" presId="urn:microsoft.com/office/officeart/2008/layout/VerticalCurvedList"/>
    <dgm:cxn modelId="{C83C8B69-4DBD-4A85-BD1D-ACF0D3ACC7BF}" type="presOf" srcId="{4C466A5F-63F9-4601-BECA-83FA1F27CD6A}" destId="{EF33D60F-B78D-49BE-A49A-E43558B179E7}" srcOrd="0" destOrd="0" presId="urn:microsoft.com/office/officeart/2008/layout/VerticalCurvedList"/>
    <dgm:cxn modelId="{9E99366A-541D-4EAB-AA19-50D4790ECB9E}" srcId="{BBEADC8C-E840-40B6-8490-38C10D24D142}" destId="{41C46126-B415-4220-A3E0-660CBE9966D4}" srcOrd="0" destOrd="0" parTransId="{6CB3F803-7238-485B-BF95-744C0B54B02E}" sibTransId="{B3927F23-6BC0-47A1-894C-5E1C5D13E6F8}"/>
    <dgm:cxn modelId="{7733657C-FC58-4BAC-BB78-480C6E88E3B3}" type="presOf" srcId="{B3927F23-6BC0-47A1-894C-5E1C5D13E6F8}" destId="{590FA893-36A8-4F89-AF82-2AFEFA01C8DD}" srcOrd="0" destOrd="0" presId="urn:microsoft.com/office/officeart/2008/layout/VerticalCurvedList"/>
    <dgm:cxn modelId="{A12322E3-07DD-4206-B7B9-C4435981949E}" type="presOf" srcId="{41C46126-B415-4220-A3E0-660CBE9966D4}" destId="{F3A2D2A7-452F-4CB5-B777-67B98D9A4153}" srcOrd="0" destOrd="0" presId="urn:microsoft.com/office/officeart/2008/layout/VerticalCurvedList"/>
    <dgm:cxn modelId="{AB1E45B1-6F86-4826-BC6A-F060D100EEF1}" type="presParOf" srcId="{6F14E8C6-C77D-48C6-B87F-15596224CB26}" destId="{06BB5EF1-ED57-45AB-AFA5-2A3E5CED9807}" srcOrd="0" destOrd="0" presId="urn:microsoft.com/office/officeart/2008/layout/VerticalCurvedList"/>
    <dgm:cxn modelId="{D981AC13-E0FA-4929-9AD7-FE37F9F9C5BE}" type="presParOf" srcId="{06BB5EF1-ED57-45AB-AFA5-2A3E5CED9807}" destId="{D8A6EBC5-5DEF-4D7F-AC76-4DE4C19BC37F}" srcOrd="0" destOrd="0" presId="urn:microsoft.com/office/officeart/2008/layout/VerticalCurvedList"/>
    <dgm:cxn modelId="{DEACD4E5-21E9-47FC-968F-ECEB38B3A356}" type="presParOf" srcId="{D8A6EBC5-5DEF-4D7F-AC76-4DE4C19BC37F}" destId="{85E437EE-A6F9-45F0-974E-6A2442CB4682}" srcOrd="0" destOrd="0" presId="urn:microsoft.com/office/officeart/2008/layout/VerticalCurvedList"/>
    <dgm:cxn modelId="{7D371D62-E24A-4F08-8AF0-66D185B21705}" type="presParOf" srcId="{D8A6EBC5-5DEF-4D7F-AC76-4DE4C19BC37F}" destId="{590FA893-36A8-4F89-AF82-2AFEFA01C8DD}" srcOrd="1" destOrd="0" presId="urn:microsoft.com/office/officeart/2008/layout/VerticalCurvedList"/>
    <dgm:cxn modelId="{C030F9EC-EDA3-4F34-9B38-F216790E2B4E}" type="presParOf" srcId="{D8A6EBC5-5DEF-4D7F-AC76-4DE4C19BC37F}" destId="{A24ED6F8-D705-4385-8A3D-979E8B27D637}" srcOrd="2" destOrd="0" presId="urn:microsoft.com/office/officeart/2008/layout/VerticalCurvedList"/>
    <dgm:cxn modelId="{8D180A0E-7F8F-4803-8EDF-CC337B41C237}" type="presParOf" srcId="{D8A6EBC5-5DEF-4D7F-AC76-4DE4C19BC37F}" destId="{1DAA2A43-7D99-4FA9-A8DC-EFB3D4DCEA74}" srcOrd="3" destOrd="0" presId="urn:microsoft.com/office/officeart/2008/layout/VerticalCurvedList"/>
    <dgm:cxn modelId="{21ED088A-C316-4674-961C-7032471057C6}" type="presParOf" srcId="{06BB5EF1-ED57-45AB-AFA5-2A3E5CED9807}" destId="{F3A2D2A7-452F-4CB5-B777-67B98D9A4153}" srcOrd="1" destOrd="0" presId="urn:microsoft.com/office/officeart/2008/layout/VerticalCurvedList"/>
    <dgm:cxn modelId="{F68B0845-1EF0-4205-B77D-04CE347C2742}" type="presParOf" srcId="{06BB5EF1-ED57-45AB-AFA5-2A3E5CED9807}" destId="{9A531F1A-AA17-4F93-91D8-9673290186E2}" srcOrd="2" destOrd="0" presId="urn:microsoft.com/office/officeart/2008/layout/VerticalCurvedList"/>
    <dgm:cxn modelId="{9068028B-C23E-4582-9417-785872AC7C56}" type="presParOf" srcId="{9A531F1A-AA17-4F93-91D8-9673290186E2}" destId="{9A977418-A078-4501-91B2-82C7ACCC2972}" srcOrd="0" destOrd="0" presId="urn:microsoft.com/office/officeart/2008/layout/VerticalCurvedList"/>
    <dgm:cxn modelId="{114D0623-ADCE-4298-8C5F-42897EB9084F}" type="presParOf" srcId="{06BB5EF1-ED57-45AB-AFA5-2A3E5CED9807}" destId="{8746CA8F-4395-4AD2-8716-14E5D38416D8}" srcOrd="3" destOrd="0" presId="urn:microsoft.com/office/officeart/2008/layout/VerticalCurvedList"/>
    <dgm:cxn modelId="{20755161-CD39-4710-8111-99C534E3F37F}" type="presParOf" srcId="{06BB5EF1-ED57-45AB-AFA5-2A3E5CED9807}" destId="{613E1BB8-34B1-4AAA-A7CB-08BF9FB490BA}" srcOrd="4" destOrd="0" presId="urn:microsoft.com/office/officeart/2008/layout/VerticalCurvedList"/>
    <dgm:cxn modelId="{24201D09-22BC-4F4E-9E12-8E6D6CE1D6AB}" type="presParOf" srcId="{613E1BB8-34B1-4AAA-A7CB-08BF9FB490BA}" destId="{3686F50E-219D-4276-890A-76B27DAC82F6}" srcOrd="0" destOrd="0" presId="urn:microsoft.com/office/officeart/2008/layout/VerticalCurvedList"/>
    <dgm:cxn modelId="{0959EAA7-9520-4D63-A59C-251554410A8D}" type="presParOf" srcId="{06BB5EF1-ED57-45AB-AFA5-2A3E5CED9807}" destId="{EF33D60F-B78D-49BE-A49A-E43558B179E7}" srcOrd="5" destOrd="0" presId="urn:microsoft.com/office/officeart/2008/layout/VerticalCurvedList"/>
    <dgm:cxn modelId="{961B79D4-9AD3-479E-B2E4-23EB3C6B7D4F}" type="presParOf" srcId="{06BB5EF1-ED57-45AB-AFA5-2A3E5CED9807}" destId="{5241B8B6-2EF3-4374-AF5B-E2D5F2793077}" srcOrd="6" destOrd="0" presId="urn:microsoft.com/office/officeart/2008/layout/VerticalCurvedList"/>
    <dgm:cxn modelId="{6FAF5F55-C734-4F82-8E9C-7014D71DC70B}" type="presParOf" srcId="{5241B8B6-2EF3-4374-AF5B-E2D5F2793077}" destId="{0C68FECF-EAFD-42FA-AFF3-97422F79BCD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D8FEB27-298B-4176-AE3E-FD4AEDF8AA3E}" type="doc">
      <dgm:prSet loTypeId="urn:microsoft.com/office/officeart/2005/8/layout/arrow5" loCatId="process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76DA6359-C52E-45BF-BCBC-174D3498A3E1}">
      <dgm:prSet phldrT="[文本]" custT="1"/>
      <dgm:spPr/>
      <dgm:t>
        <a:bodyPr/>
        <a:lstStyle/>
        <a:p>
          <a:r>
            <a: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增加用户体验</a:t>
          </a:r>
          <a:endParaRPr lang="en-US" altLang="zh-CN" sz="24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r>
            <a: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适应需求的变化</a:t>
          </a:r>
        </a:p>
      </dgm:t>
    </dgm:pt>
    <dgm:pt modelId="{1BDE0A0D-B0A0-46F1-A684-45096FB6D627}" type="parTrans" cxnId="{51170C3D-7632-47AB-A17E-0E492A6DAAF1}">
      <dgm:prSet/>
      <dgm:spPr/>
      <dgm:t>
        <a:bodyPr/>
        <a:lstStyle/>
        <a:p>
          <a:endParaRPr lang="zh-CN" altLang="en-US"/>
        </a:p>
      </dgm:t>
    </dgm:pt>
    <dgm:pt modelId="{B8158941-079E-402F-BF65-A7E57C671191}" type="sibTrans" cxnId="{51170C3D-7632-47AB-A17E-0E492A6DAAF1}">
      <dgm:prSet/>
      <dgm:spPr/>
      <dgm:t>
        <a:bodyPr/>
        <a:lstStyle/>
        <a:p>
          <a:endParaRPr lang="zh-CN" altLang="en-US"/>
        </a:p>
      </dgm:t>
    </dgm:pt>
    <dgm:pt modelId="{A470836B-3273-4895-BF73-02C746CD1DCA}">
      <dgm:prSet phldrT="[文本]" custT="1"/>
      <dgm:spPr/>
      <dgm:t>
        <a:bodyPr/>
        <a:lstStyle/>
        <a:p>
          <a:r>
            <a: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恶意代码的嵌入</a:t>
          </a:r>
          <a:endParaRPr lang="en-US" altLang="zh-CN" sz="24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r>
            <a: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安全分析困难</a:t>
          </a:r>
        </a:p>
      </dgm:t>
    </dgm:pt>
    <dgm:pt modelId="{C63E1987-CBB2-4963-8C9C-3B950CB7BF8D}" type="parTrans" cxnId="{5E1B7974-2F45-4FD6-96A8-F11ECE4BC258}">
      <dgm:prSet/>
      <dgm:spPr/>
      <dgm:t>
        <a:bodyPr/>
        <a:lstStyle/>
        <a:p>
          <a:endParaRPr lang="zh-CN" altLang="en-US"/>
        </a:p>
      </dgm:t>
    </dgm:pt>
    <dgm:pt modelId="{A0A05D93-6A40-4DBF-A48B-1FE2C217751C}" type="sibTrans" cxnId="{5E1B7974-2F45-4FD6-96A8-F11ECE4BC258}">
      <dgm:prSet/>
      <dgm:spPr/>
      <dgm:t>
        <a:bodyPr/>
        <a:lstStyle/>
        <a:p>
          <a:endParaRPr lang="zh-CN" altLang="en-US"/>
        </a:p>
      </dgm:t>
    </dgm:pt>
    <dgm:pt modelId="{782F0AF2-0776-4FF2-9A3F-DF6472557D98}" type="pres">
      <dgm:prSet presAssocID="{DD8FEB27-298B-4176-AE3E-FD4AEDF8AA3E}" presName="diagram" presStyleCnt="0">
        <dgm:presLayoutVars>
          <dgm:dir/>
          <dgm:resizeHandles val="exact"/>
        </dgm:presLayoutVars>
      </dgm:prSet>
      <dgm:spPr/>
    </dgm:pt>
    <dgm:pt modelId="{650104BF-6FA8-4BAC-873B-0351DD8E1AFA}" type="pres">
      <dgm:prSet presAssocID="{76DA6359-C52E-45BF-BCBC-174D3498A3E1}" presName="arrow" presStyleLbl="node1" presStyleIdx="0" presStyleCnt="2">
        <dgm:presLayoutVars>
          <dgm:bulletEnabled val="1"/>
        </dgm:presLayoutVars>
      </dgm:prSet>
      <dgm:spPr/>
    </dgm:pt>
    <dgm:pt modelId="{3403E1F5-5249-4ADC-AFFA-4A1302105D3E}" type="pres">
      <dgm:prSet presAssocID="{A470836B-3273-4895-BF73-02C746CD1DCA}" presName="arrow" presStyleLbl="node1" presStyleIdx="1" presStyleCnt="2">
        <dgm:presLayoutVars>
          <dgm:bulletEnabled val="1"/>
        </dgm:presLayoutVars>
      </dgm:prSet>
      <dgm:spPr/>
    </dgm:pt>
  </dgm:ptLst>
  <dgm:cxnLst>
    <dgm:cxn modelId="{11D7CF08-0306-4687-9B24-F32930C682BB}" type="presOf" srcId="{A470836B-3273-4895-BF73-02C746CD1DCA}" destId="{3403E1F5-5249-4ADC-AFFA-4A1302105D3E}" srcOrd="0" destOrd="0" presId="urn:microsoft.com/office/officeart/2005/8/layout/arrow5"/>
    <dgm:cxn modelId="{51170C3D-7632-47AB-A17E-0E492A6DAAF1}" srcId="{DD8FEB27-298B-4176-AE3E-FD4AEDF8AA3E}" destId="{76DA6359-C52E-45BF-BCBC-174D3498A3E1}" srcOrd="0" destOrd="0" parTransId="{1BDE0A0D-B0A0-46F1-A684-45096FB6D627}" sibTransId="{B8158941-079E-402F-BF65-A7E57C671191}"/>
    <dgm:cxn modelId="{5E1B7974-2F45-4FD6-96A8-F11ECE4BC258}" srcId="{DD8FEB27-298B-4176-AE3E-FD4AEDF8AA3E}" destId="{A470836B-3273-4895-BF73-02C746CD1DCA}" srcOrd="1" destOrd="0" parTransId="{C63E1987-CBB2-4963-8C9C-3B950CB7BF8D}" sibTransId="{A0A05D93-6A40-4DBF-A48B-1FE2C217751C}"/>
    <dgm:cxn modelId="{67E71BA0-2B9E-437B-B52A-FFA2FDFEA0CE}" type="presOf" srcId="{76DA6359-C52E-45BF-BCBC-174D3498A3E1}" destId="{650104BF-6FA8-4BAC-873B-0351DD8E1AFA}" srcOrd="0" destOrd="0" presId="urn:microsoft.com/office/officeart/2005/8/layout/arrow5"/>
    <dgm:cxn modelId="{EAC1A7D5-C010-4646-848F-B72BE6F94212}" type="presOf" srcId="{DD8FEB27-298B-4176-AE3E-FD4AEDF8AA3E}" destId="{782F0AF2-0776-4FF2-9A3F-DF6472557D98}" srcOrd="0" destOrd="0" presId="urn:microsoft.com/office/officeart/2005/8/layout/arrow5"/>
    <dgm:cxn modelId="{0A773A1B-656B-41FE-BF76-B5171410311A}" type="presParOf" srcId="{782F0AF2-0776-4FF2-9A3F-DF6472557D98}" destId="{650104BF-6FA8-4BAC-873B-0351DD8E1AFA}" srcOrd="0" destOrd="0" presId="urn:microsoft.com/office/officeart/2005/8/layout/arrow5"/>
    <dgm:cxn modelId="{44DAF0EA-43F7-4D96-9AA3-75C15ED66E40}" type="presParOf" srcId="{782F0AF2-0776-4FF2-9A3F-DF6472557D98}" destId="{3403E1F5-5249-4ADC-AFFA-4A1302105D3E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94100D4-3C29-447B-B6C8-BC5270AFF116}" type="doc">
      <dgm:prSet loTypeId="urn:microsoft.com/office/officeart/2009/3/layout/StepUpProcess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B9230D87-F954-4272-861D-DE0E66E68756}">
      <dgm:prSet phldrT="[文本]" custT="1"/>
      <dgm:spPr/>
      <dgm:t>
        <a:bodyPr/>
        <a:lstStyle/>
        <a:p>
          <a:r>
            <a: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rPr>
            <a:t>栈溢出</a:t>
          </a:r>
        </a:p>
      </dgm:t>
    </dgm:pt>
    <dgm:pt modelId="{48F1F7C5-C80B-4556-BA01-AD708BE49E81}" type="parTrans" cxnId="{9195F517-97EA-488D-8F84-DC6A56B216CF}">
      <dgm:prSet/>
      <dgm:spPr/>
      <dgm:t>
        <a:bodyPr/>
        <a:lstStyle/>
        <a:p>
          <a:endParaRPr lang="zh-CN" altLang="en-US"/>
        </a:p>
      </dgm:t>
    </dgm:pt>
    <dgm:pt modelId="{47CCFF3F-2F0A-46B9-A325-DFBF2092442C}" type="sibTrans" cxnId="{9195F517-97EA-488D-8F84-DC6A56B216CF}">
      <dgm:prSet/>
      <dgm:spPr/>
      <dgm:t>
        <a:bodyPr/>
        <a:lstStyle/>
        <a:p>
          <a:endParaRPr lang="zh-CN" altLang="en-US"/>
        </a:p>
      </dgm:t>
    </dgm:pt>
    <dgm:pt modelId="{FBFC1118-80DD-43AB-9A27-B69E2093CDE4}">
      <dgm:prSet phldrT="[文本]" custT="1"/>
      <dgm:spPr/>
      <dgm:t>
        <a:bodyPr/>
        <a:lstStyle/>
        <a:p>
          <a:r>
            <a: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rPr>
            <a:t>堆溢出</a:t>
          </a:r>
        </a:p>
      </dgm:t>
    </dgm:pt>
    <dgm:pt modelId="{BB4F602B-F802-4F98-A776-4814331737CF}" type="parTrans" cxnId="{3D094012-E393-47CE-AE04-9E841D0687A8}">
      <dgm:prSet/>
      <dgm:spPr/>
      <dgm:t>
        <a:bodyPr/>
        <a:lstStyle/>
        <a:p>
          <a:endParaRPr lang="zh-CN" altLang="en-US"/>
        </a:p>
      </dgm:t>
    </dgm:pt>
    <dgm:pt modelId="{B9C779AD-5E73-4B93-A6D0-2CE91A6A88A7}" type="sibTrans" cxnId="{3D094012-E393-47CE-AE04-9E841D0687A8}">
      <dgm:prSet/>
      <dgm:spPr/>
      <dgm:t>
        <a:bodyPr/>
        <a:lstStyle/>
        <a:p>
          <a:endParaRPr lang="zh-CN" altLang="en-US"/>
        </a:p>
      </dgm:t>
    </dgm:pt>
    <dgm:pt modelId="{5C8FC943-6EC3-4342-9E1A-1CF45D3C3161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内核溢出</a:t>
          </a:r>
        </a:p>
      </dgm:t>
    </dgm:pt>
    <dgm:pt modelId="{9194993E-3734-4D50-A72D-21CA277D435B}" type="parTrans" cxnId="{E5C0F648-4358-49D2-91F1-D8A782A77A8D}">
      <dgm:prSet/>
      <dgm:spPr/>
      <dgm:t>
        <a:bodyPr/>
        <a:lstStyle/>
        <a:p>
          <a:endParaRPr lang="zh-CN" altLang="en-US"/>
        </a:p>
      </dgm:t>
    </dgm:pt>
    <dgm:pt modelId="{011E3271-DD1E-4491-8C73-EB33481AE8BB}" type="sibTrans" cxnId="{E5C0F648-4358-49D2-91F1-D8A782A77A8D}">
      <dgm:prSet/>
      <dgm:spPr/>
      <dgm:t>
        <a:bodyPr/>
        <a:lstStyle/>
        <a:p>
          <a:endParaRPr lang="zh-CN" altLang="en-US"/>
        </a:p>
      </dgm:t>
    </dgm:pt>
    <dgm:pt modelId="{EEA1363C-D8F1-4B09-B48C-80A68A42748B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对抗</a:t>
          </a:r>
          <a:r>
            <a:rPr lang="en-US" alt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DEP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7214135-D09C-4554-B993-AB5980F10362}" type="parTrans" cxnId="{F92D5A8A-3C7E-4154-8998-2368D46005F3}">
      <dgm:prSet/>
      <dgm:spPr/>
      <dgm:t>
        <a:bodyPr/>
        <a:lstStyle/>
        <a:p>
          <a:endParaRPr lang="zh-CN" altLang="en-US"/>
        </a:p>
      </dgm:t>
    </dgm:pt>
    <dgm:pt modelId="{766589CA-F0A4-4130-81E4-50B4EDF8DC93}" type="sibTrans" cxnId="{F92D5A8A-3C7E-4154-8998-2368D46005F3}">
      <dgm:prSet/>
      <dgm:spPr/>
      <dgm:t>
        <a:bodyPr/>
        <a:lstStyle/>
        <a:p>
          <a:endParaRPr lang="zh-CN" altLang="en-US"/>
        </a:p>
      </dgm:t>
    </dgm:pt>
    <dgm:pt modelId="{AE4B6CDB-F87F-4D72-85C9-4D45FFB1CA64}">
      <dgm:prSet phldrT="[文本]"/>
      <dgm:spPr/>
      <dgm:t>
        <a:bodyPr/>
        <a:lstStyle/>
        <a:p>
          <a:r>
            <a:rPr lang="zh-CN" altLang="en-US" dirty="0">
              <a:latin typeface="微软雅黑" panose="020B0503020204020204" pitchFamily="34" charset="-122"/>
              <a:ea typeface="微软雅黑" panose="020B0503020204020204" pitchFamily="34" charset="-122"/>
            </a:rPr>
            <a:t>对抗</a:t>
          </a:r>
          <a:r>
            <a:rPr lang="en-US" alt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ASLR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7D87977-329A-41E6-8D8D-D701AA06F629}" type="parTrans" cxnId="{44A70188-06EA-4BB4-A7BA-5EB754559260}">
      <dgm:prSet/>
      <dgm:spPr/>
      <dgm:t>
        <a:bodyPr/>
        <a:lstStyle/>
        <a:p>
          <a:endParaRPr lang="zh-CN" altLang="en-US"/>
        </a:p>
      </dgm:t>
    </dgm:pt>
    <dgm:pt modelId="{7407289C-4D1D-42BC-B085-9C08A9DA74E1}" type="sibTrans" cxnId="{44A70188-06EA-4BB4-A7BA-5EB754559260}">
      <dgm:prSet/>
      <dgm:spPr/>
      <dgm:t>
        <a:bodyPr/>
        <a:lstStyle/>
        <a:p>
          <a:endParaRPr lang="zh-CN" altLang="en-US"/>
        </a:p>
      </dgm:t>
    </dgm:pt>
    <dgm:pt modelId="{AF00BB1B-4FBB-4F8D-A66E-EDFC6A889ED0}">
      <dgm:prSet phldrT="[文本]"/>
      <dgm:spPr/>
      <dgm:t>
        <a:bodyPr/>
        <a:lstStyle/>
        <a:p>
          <a:r>
            <a:rPr lang="en-US" altLang="zh-CN" dirty="0">
              <a:latin typeface="微软雅黑" panose="020B0503020204020204" pitchFamily="34" charset="-122"/>
              <a:ea typeface="微软雅黑" panose="020B0503020204020204" pitchFamily="34" charset="-122"/>
            </a:rPr>
            <a:t>……</a:t>
          </a:r>
          <a:endParaRPr lang="zh-CN" altLang="en-US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8762147-F68B-48A8-943E-D6CA9D8F3785}" type="parTrans" cxnId="{753AE723-1D4C-4D1A-B314-5898C57EAD91}">
      <dgm:prSet/>
      <dgm:spPr/>
      <dgm:t>
        <a:bodyPr/>
        <a:lstStyle/>
        <a:p>
          <a:endParaRPr lang="zh-CN" altLang="en-US"/>
        </a:p>
      </dgm:t>
    </dgm:pt>
    <dgm:pt modelId="{A8BDDF42-A9D8-4BD2-ACE9-52C7BBB94A05}" type="sibTrans" cxnId="{753AE723-1D4C-4D1A-B314-5898C57EAD91}">
      <dgm:prSet/>
      <dgm:spPr/>
      <dgm:t>
        <a:bodyPr/>
        <a:lstStyle/>
        <a:p>
          <a:endParaRPr lang="zh-CN" altLang="en-US"/>
        </a:p>
      </dgm:t>
    </dgm:pt>
    <dgm:pt modelId="{D3C38162-1ADB-4A5C-8E49-6E9C7C5ECD98}" type="pres">
      <dgm:prSet presAssocID="{594100D4-3C29-447B-B6C8-BC5270AFF116}" presName="rootnode" presStyleCnt="0">
        <dgm:presLayoutVars>
          <dgm:chMax/>
          <dgm:chPref/>
          <dgm:dir/>
          <dgm:animLvl val="lvl"/>
        </dgm:presLayoutVars>
      </dgm:prSet>
      <dgm:spPr/>
    </dgm:pt>
    <dgm:pt modelId="{5D408036-58A3-452F-96D2-B2C6AC8C84EC}" type="pres">
      <dgm:prSet presAssocID="{B9230D87-F954-4272-861D-DE0E66E68756}" presName="composite" presStyleCnt="0"/>
      <dgm:spPr/>
    </dgm:pt>
    <dgm:pt modelId="{FF872DD2-F85C-4953-928F-E6E2F8614CCC}" type="pres">
      <dgm:prSet presAssocID="{B9230D87-F954-4272-861D-DE0E66E68756}" presName="LShape" presStyleLbl="alignNode1" presStyleIdx="0" presStyleCnt="11"/>
      <dgm:spPr/>
    </dgm:pt>
    <dgm:pt modelId="{73335025-29BD-4491-ADA1-77D0041B0514}" type="pres">
      <dgm:prSet presAssocID="{B9230D87-F954-4272-861D-DE0E66E68756}" presName="ParentText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8F900650-3E75-499E-814F-157814271D85}" type="pres">
      <dgm:prSet presAssocID="{B9230D87-F954-4272-861D-DE0E66E68756}" presName="Triangle" presStyleLbl="alignNode1" presStyleIdx="1" presStyleCnt="11"/>
      <dgm:spPr/>
    </dgm:pt>
    <dgm:pt modelId="{A2F3B37D-88CA-4D5D-9145-1C53E9321E52}" type="pres">
      <dgm:prSet presAssocID="{47CCFF3F-2F0A-46B9-A325-DFBF2092442C}" presName="sibTrans" presStyleCnt="0"/>
      <dgm:spPr/>
    </dgm:pt>
    <dgm:pt modelId="{3D26FFEF-4263-49AB-9151-306289CFAE37}" type="pres">
      <dgm:prSet presAssocID="{47CCFF3F-2F0A-46B9-A325-DFBF2092442C}" presName="space" presStyleCnt="0"/>
      <dgm:spPr/>
    </dgm:pt>
    <dgm:pt modelId="{729FC89A-E5AC-4110-AAEF-DA9A318D7FB5}" type="pres">
      <dgm:prSet presAssocID="{FBFC1118-80DD-43AB-9A27-B69E2093CDE4}" presName="composite" presStyleCnt="0"/>
      <dgm:spPr/>
    </dgm:pt>
    <dgm:pt modelId="{5EECC3AC-3FFD-45E5-91B2-F19F94F2C391}" type="pres">
      <dgm:prSet presAssocID="{FBFC1118-80DD-43AB-9A27-B69E2093CDE4}" presName="LShape" presStyleLbl="alignNode1" presStyleIdx="2" presStyleCnt="11"/>
      <dgm:spPr/>
    </dgm:pt>
    <dgm:pt modelId="{D69F6980-CFAC-4A22-8284-40B79368753E}" type="pres">
      <dgm:prSet presAssocID="{FBFC1118-80DD-43AB-9A27-B69E2093CDE4}" presName="ParentText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A4B51DC3-C352-4B85-BBEF-590F754759AF}" type="pres">
      <dgm:prSet presAssocID="{FBFC1118-80DD-43AB-9A27-B69E2093CDE4}" presName="Triangle" presStyleLbl="alignNode1" presStyleIdx="3" presStyleCnt="11"/>
      <dgm:spPr/>
    </dgm:pt>
    <dgm:pt modelId="{F155F1C5-1F20-4FBB-A19B-73EFF7DAE500}" type="pres">
      <dgm:prSet presAssocID="{B9C779AD-5E73-4B93-A6D0-2CE91A6A88A7}" presName="sibTrans" presStyleCnt="0"/>
      <dgm:spPr/>
    </dgm:pt>
    <dgm:pt modelId="{F6C7B16E-6BB1-4FC4-BC64-715A4C82AD7A}" type="pres">
      <dgm:prSet presAssocID="{B9C779AD-5E73-4B93-A6D0-2CE91A6A88A7}" presName="space" presStyleCnt="0"/>
      <dgm:spPr/>
    </dgm:pt>
    <dgm:pt modelId="{AA00AF79-FA8D-460E-B0EE-CAB4302BC503}" type="pres">
      <dgm:prSet presAssocID="{5C8FC943-6EC3-4342-9E1A-1CF45D3C3161}" presName="composite" presStyleCnt="0"/>
      <dgm:spPr/>
    </dgm:pt>
    <dgm:pt modelId="{58EEF0CF-37EB-4220-8F83-54F273B1884F}" type="pres">
      <dgm:prSet presAssocID="{5C8FC943-6EC3-4342-9E1A-1CF45D3C3161}" presName="LShape" presStyleLbl="alignNode1" presStyleIdx="4" presStyleCnt="11"/>
      <dgm:spPr/>
    </dgm:pt>
    <dgm:pt modelId="{8AA97D7F-72A3-4214-AA81-1BE5F102A01F}" type="pres">
      <dgm:prSet presAssocID="{5C8FC943-6EC3-4342-9E1A-1CF45D3C3161}" presName="ParentText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3D0EC4B0-AB28-4962-9759-5D8821C165AC}" type="pres">
      <dgm:prSet presAssocID="{5C8FC943-6EC3-4342-9E1A-1CF45D3C3161}" presName="Triangle" presStyleLbl="alignNode1" presStyleIdx="5" presStyleCnt="11"/>
      <dgm:spPr/>
    </dgm:pt>
    <dgm:pt modelId="{3CB9B5FE-169C-458A-B1BF-9C96B19060D3}" type="pres">
      <dgm:prSet presAssocID="{011E3271-DD1E-4491-8C73-EB33481AE8BB}" presName="sibTrans" presStyleCnt="0"/>
      <dgm:spPr/>
    </dgm:pt>
    <dgm:pt modelId="{A62E5BE1-1E94-46B5-8253-C83FE9594109}" type="pres">
      <dgm:prSet presAssocID="{011E3271-DD1E-4491-8C73-EB33481AE8BB}" presName="space" presStyleCnt="0"/>
      <dgm:spPr/>
    </dgm:pt>
    <dgm:pt modelId="{29A2B641-85CD-4C6B-8010-1481AF7EE460}" type="pres">
      <dgm:prSet presAssocID="{EEA1363C-D8F1-4B09-B48C-80A68A42748B}" presName="composite" presStyleCnt="0"/>
      <dgm:spPr/>
    </dgm:pt>
    <dgm:pt modelId="{1C396728-C959-4099-B8AB-B6935FB2069A}" type="pres">
      <dgm:prSet presAssocID="{EEA1363C-D8F1-4B09-B48C-80A68A42748B}" presName="LShape" presStyleLbl="alignNode1" presStyleIdx="6" presStyleCnt="11"/>
      <dgm:spPr/>
    </dgm:pt>
    <dgm:pt modelId="{767A1DD8-619B-446B-9473-B9F4D1CA7D03}" type="pres">
      <dgm:prSet presAssocID="{EEA1363C-D8F1-4B09-B48C-80A68A42748B}" presName="ParentText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C6E5D332-6DBB-49E1-A4CE-AEFE5001BC37}" type="pres">
      <dgm:prSet presAssocID="{EEA1363C-D8F1-4B09-B48C-80A68A42748B}" presName="Triangle" presStyleLbl="alignNode1" presStyleIdx="7" presStyleCnt="11"/>
      <dgm:spPr/>
    </dgm:pt>
    <dgm:pt modelId="{C01412D8-2F6B-4102-A973-E6EA0183E030}" type="pres">
      <dgm:prSet presAssocID="{766589CA-F0A4-4130-81E4-50B4EDF8DC93}" presName="sibTrans" presStyleCnt="0"/>
      <dgm:spPr/>
    </dgm:pt>
    <dgm:pt modelId="{0D8F8097-13CC-45AF-9948-8023D93237B3}" type="pres">
      <dgm:prSet presAssocID="{766589CA-F0A4-4130-81E4-50B4EDF8DC93}" presName="space" presStyleCnt="0"/>
      <dgm:spPr/>
    </dgm:pt>
    <dgm:pt modelId="{66BAE598-D5C5-486C-B25D-8A70351777B9}" type="pres">
      <dgm:prSet presAssocID="{AE4B6CDB-F87F-4D72-85C9-4D45FFB1CA64}" presName="composite" presStyleCnt="0"/>
      <dgm:spPr/>
    </dgm:pt>
    <dgm:pt modelId="{C8A2F477-1DF7-4496-ADCD-226FF4D76696}" type="pres">
      <dgm:prSet presAssocID="{AE4B6CDB-F87F-4D72-85C9-4D45FFB1CA64}" presName="LShape" presStyleLbl="alignNode1" presStyleIdx="8" presStyleCnt="11"/>
      <dgm:spPr/>
    </dgm:pt>
    <dgm:pt modelId="{94374AD6-0F3F-4F9B-B1C9-22787B81114B}" type="pres">
      <dgm:prSet presAssocID="{AE4B6CDB-F87F-4D72-85C9-4D45FFB1CA64}" presName="ParentText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2E7DFCB2-D522-42F4-93E1-EC32FBF17BE7}" type="pres">
      <dgm:prSet presAssocID="{AE4B6CDB-F87F-4D72-85C9-4D45FFB1CA64}" presName="Triangle" presStyleLbl="alignNode1" presStyleIdx="9" presStyleCnt="11"/>
      <dgm:spPr/>
    </dgm:pt>
    <dgm:pt modelId="{F423E1C2-10BA-45B6-8B24-0D3A72D0F1BB}" type="pres">
      <dgm:prSet presAssocID="{7407289C-4D1D-42BC-B085-9C08A9DA74E1}" presName="sibTrans" presStyleCnt="0"/>
      <dgm:spPr/>
    </dgm:pt>
    <dgm:pt modelId="{B8AF88EA-D6D0-4150-91D6-376612FC2049}" type="pres">
      <dgm:prSet presAssocID="{7407289C-4D1D-42BC-B085-9C08A9DA74E1}" presName="space" presStyleCnt="0"/>
      <dgm:spPr/>
    </dgm:pt>
    <dgm:pt modelId="{633715E3-AE57-4397-AA3F-5345488585B3}" type="pres">
      <dgm:prSet presAssocID="{AF00BB1B-4FBB-4F8D-A66E-EDFC6A889ED0}" presName="composite" presStyleCnt="0"/>
      <dgm:spPr/>
    </dgm:pt>
    <dgm:pt modelId="{72193EF7-8DA8-4DA2-ACC2-64D3601A8654}" type="pres">
      <dgm:prSet presAssocID="{AF00BB1B-4FBB-4F8D-A66E-EDFC6A889ED0}" presName="LShape" presStyleLbl="alignNode1" presStyleIdx="10" presStyleCnt="11"/>
      <dgm:spPr/>
    </dgm:pt>
    <dgm:pt modelId="{C4038245-5690-465C-976F-5DCEBC498AB3}" type="pres">
      <dgm:prSet presAssocID="{AF00BB1B-4FBB-4F8D-A66E-EDFC6A889ED0}" presName="ParentText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948D010E-BA3C-42B4-BE3A-5F10EDA51E2C}" type="presOf" srcId="{AF00BB1B-4FBB-4F8D-A66E-EDFC6A889ED0}" destId="{C4038245-5690-465C-976F-5DCEBC498AB3}" srcOrd="0" destOrd="0" presId="urn:microsoft.com/office/officeart/2009/3/layout/StepUpProcess"/>
    <dgm:cxn modelId="{3D094012-E393-47CE-AE04-9E841D0687A8}" srcId="{594100D4-3C29-447B-B6C8-BC5270AFF116}" destId="{FBFC1118-80DD-43AB-9A27-B69E2093CDE4}" srcOrd="1" destOrd="0" parTransId="{BB4F602B-F802-4F98-A776-4814331737CF}" sibTransId="{B9C779AD-5E73-4B93-A6D0-2CE91A6A88A7}"/>
    <dgm:cxn modelId="{9195F517-97EA-488D-8F84-DC6A56B216CF}" srcId="{594100D4-3C29-447B-B6C8-BC5270AFF116}" destId="{B9230D87-F954-4272-861D-DE0E66E68756}" srcOrd="0" destOrd="0" parTransId="{48F1F7C5-C80B-4556-BA01-AD708BE49E81}" sibTransId="{47CCFF3F-2F0A-46B9-A325-DFBF2092442C}"/>
    <dgm:cxn modelId="{7DBB5F1B-F9D2-4454-BFA5-0D9F910AC2E2}" type="presOf" srcId="{B9230D87-F954-4272-861D-DE0E66E68756}" destId="{73335025-29BD-4491-ADA1-77D0041B0514}" srcOrd="0" destOrd="0" presId="urn:microsoft.com/office/officeart/2009/3/layout/StepUpProcess"/>
    <dgm:cxn modelId="{753AE723-1D4C-4D1A-B314-5898C57EAD91}" srcId="{594100D4-3C29-447B-B6C8-BC5270AFF116}" destId="{AF00BB1B-4FBB-4F8D-A66E-EDFC6A889ED0}" srcOrd="5" destOrd="0" parTransId="{88762147-F68B-48A8-943E-D6CA9D8F3785}" sibTransId="{A8BDDF42-A9D8-4BD2-ACE9-52C7BBB94A05}"/>
    <dgm:cxn modelId="{B8CE6329-2E3C-4B45-B808-2E18440DA443}" type="presOf" srcId="{AE4B6CDB-F87F-4D72-85C9-4D45FFB1CA64}" destId="{94374AD6-0F3F-4F9B-B1C9-22787B81114B}" srcOrd="0" destOrd="0" presId="urn:microsoft.com/office/officeart/2009/3/layout/StepUpProcess"/>
    <dgm:cxn modelId="{AA0AA938-E82A-44C4-82C7-CE0CF7393687}" type="presOf" srcId="{EEA1363C-D8F1-4B09-B48C-80A68A42748B}" destId="{767A1DD8-619B-446B-9473-B9F4D1CA7D03}" srcOrd="0" destOrd="0" presId="urn:microsoft.com/office/officeart/2009/3/layout/StepUpProcess"/>
    <dgm:cxn modelId="{E5C0F648-4358-49D2-91F1-D8A782A77A8D}" srcId="{594100D4-3C29-447B-B6C8-BC5270AFF116}" destId="{5C8FC943-6EC3-4342-9E1A-1CF45D3C3161}" srcOrd="2" destOrd="0" parTransId="{9194993E-3734-4D50-A72D-21CA277D435B}" sibTransId="{011E3271-DD1E-4491-8C73-EB33481AE8BB}"/>
    <dgm:cxn modelId="{44A70188-06EA-4BB4-A7BA-5EB754559260}" srcId="{594100D4-3C29-447B-B6C8-BC5270AFF116}" destId="{AE4B6CDB-F87F-4D72-85C9-4D45FFB1CA64}" srcOrd="4" destOrd="0" parTransId="{B7D87977-329A-41E6-8D8D-D701AA06F629}" sibTransId="{7407289C-4D1D-42BC-B085-9C08A9DA74E1}"/>
    <dgm:cxn modelId="{F92D5A8A-3C7E-4154-8998-2368D46005F3}" srcId="{594100D4-3C29-447B-B6C8-BC5270AFF116}" destId="{EEA1363C-D8F1-4B09-B48C-80A68A42748B}" srcOrd="3" destOrd="0" parTransId="{E7214135-D09C-4554-B993-AB5980F10362}" sibTransId="{766589CA-F0A4-4130-81E4-50B4EDF8DC93}"/>
    <dgm:cxn modelId="{081F87D7-0ADA-4B4B-9DD2-8FCAB329E09C}" type="presOf" srcId="{594100D4-3C29-447B-B6C8-BC5270AFF116}" destId="{D3C38162-1ADB-4A5C-8E49-6E9C7C5ECD98}" srcOrd="0" destOrd="0" presId="urn:microsoft.com/office/officeart/2009/3/layout/StepUpProcess"/>
    <dgm:cxn modelId="{2696E3DE-FCD4-4823-A7A2-3200C21D6D5D}" type="presOf" srcId="{FBFC1118-80DD-43AB-9A27-B69E2093CDE4}" destId="{D69F6980-CFAC-4A22-8284-40B79368753E}" srcOrd="0" destOrd="0" presId="urn:microsoft.com/office/officeart/2009/3/layout/StepUpProcess"/>
    <dgm:cxn modelId="{B85570E0-28F7-48A9-9794-6D2BEA7BDC2C}" type="presOf" srcId="{5C8FC943-6EC3-4342-9E1A-1CF45D3C3161}" destId="{8AA97D7F-72A3-4214-AA81-1BE5F102A01F}" srcOrd="0" destOrd="0" presId="urn:microsoft.com/office/officeart/2009/3/layout/StepUpProcess"/>
    <dgm:cxn modelId="{55DB61F2-2691-4388-9B9B-299E55C315C1}" type="presParOf" srcId="{D3C38162-1ADB-4A5C-8E49-6E9C7C5ECD98}" destId="{5D408036-58A3-452F-96D2-B2C6AC8C84EC}" srcOrd="0" destOrd="0" presId="urn:microsoft.com/office/officeart/2009/3/layout/StepUpProcess"/>
    <dgm:cxn modelId="{640C3A7C-27A9-498E-9FE5-AE6C4CA8CBD7}" type="presParOf" srcId="{5D408036-58A3-452F-96D2-B2C6AC8C84EC}" destId="{FF872DD2-F85C-4953-928F-E6E2F8614CCC}" srcOrd="0" destOrd="0" presId="urn:microsoft.com/office/officeart/2009/3/layout/StepUpProcess"/>
    <dgm:cxn modelId="{866DFCC7-9140-4EDA-8641-377B6342759D}" type="presParOf" srcId="{5D408036-58A3-452F-96D2-B2C6AC8C84EC}" destId="{73335025-29BD-4491-ADA1-77D0041B0514}" srcOrd="1" destOrd="0" presId="urn:microsoft.com/office/officeart/2009/3/layout/StepUpProcess"/>
    <dgm:cxn modelId="{A16CC9BE-A696-4B1E-A00D-211252A2888D}" type="presParOf" srcId="{5D408036-58A3-452F-96D2-B2C6AC8C84EC}" destId="{8F900650-3E75-499E-814F-157814271D85}" srcOrd="2" destOrd="0" presId="urn:microsoft.com/office/officeart/2009/3/layout/StepUpProcess"/>
    <dgm:cxn modelId="{2F79EEDF-5620-4D50-9BF7-57309E8F8B4B}" type="presParOf" srcId="{D3C38162-1ADB-4A5C-8E49-6E9C7C5ECD98}" destId="{A2F3B37D-88CA-4D5D-9145-1C53E9321E52}" srcOrd="1" destOrd="0" presId="urn:microsoft.com/office/officeart/2009/3/layout/StepUpProcess"/>
    <dgm:cxn modelId="{D13D5C6E-D7A6-4304-8977-2ADD8F499E41}" type="presParOf" srcId="{A2F3B37D-88CA-4D5D-9145-1C53E9321E52}" destId="{3D26FFEF-4263-49AB-9151-306289CFAE37}" srcOrd="0" destOrd="0" presId="urn:microsoft.com/office/officeart/2009/3/layout/StepUpProcess"/>
    <dgm:cxn modelId="{6988F555-43CF-4539-B606-4CEFC79E7000}" type="presParOf" srcId="{D3C38162-1ADB-4A5C-8E49-6E9C7C5ECD98}" destId="{729FC89A-E5AC-4110-AAEF-DA9A318D7FB5}" srcOrd="2" destOrd="0" presId="urn:microsoft.com/office/officeart/2009/3/layout/StepUpProcess"/>
    <dgm:cxn modelId="{CE2A823C-6E7A-43B7-A4BD-01AEB5CF6527}" type="presParOf" srcId="{729FC89A-E5AC-4110-AAEF-DA9A318D7FB5}" destId="{5EECC3AC-3FFD-45E5-91B2-F19F94F2C391}" srcOrd="0" destOrd="0" presId="urn:microsoft.com/office/officeart/2009/3/layout/StepUpProcess"/>
    <dgm:cxn modelId="{0762A199-ED0E-40D7-A975-78F81F880C22}" type="presParOf" srcId="{729FC89A-E5AC-4110-AAEF-DA9A318D7FB5}" destId="{D69F6980-CFAC-4A22-8284-40B79368753E}" srcOrd="1" destOrd="0" presId="urn:microsoft.com/office/officeart/2009/3/layout/StepUpProcess"/>
    <dgm:cxn modelId="{0446E3E2-A263-4217-9F34-A6EEA1F5FAE8}" type="presParOf" srcId="{729FC89A-E5AC-4110-AAEF-DA9A318D7FB5}" destId="{A4B51DC3-C352-4B85-BBEF-590F754759AF}" srcOrd="2" destOrd="0" presId="urn:microsoft.com/office/officeart/2009/3/layout/StepUpProcess"/>
    <dgm:cxn modelId="{FD8FC6E2-5650-421E-A3AE-D7C6D6261F12}" type="presParOf" srcId="{D3C38162-1ADB-4A5C-8E49-6E9C7C5ECD98}" destId="{F155F1C5-1F20-4FBB-A19B-73EFF7DAE500}" srcOrd="3" destOrd="0" presId="urn:microsoft.com/office/officeart/2009/3/layout/StepUpProcess"/>
    <dgm:cxn modelId="{9B80DE82-3B07-429E-9F8E-B8875879A4D1}" type="presParOf" srcId="{F155F1C5-1F20-4FBB-A19B-73EFF7DAE500}" destId="{F6C7B16E-6BB1-4FC4-BC64-715A4C82AD7A}" srcOrd="0" destOrd="0" presId="urn:microsoft.com/office/officeart/2009/3/layout/StepUpProcess"/>
    <dgm:cxn modelId="{72D50498-39F5-47FA-A454-1B653D15C9B8}" type="presParOf" srcId="{D3C38162-1ADB-4A5C-8E49-6E9C7C5ECD98}" destId="{AA00AF79-FA8D-460E-B0EE-CAB4302BC503}" srcOrd="4" destOrd="0" presId="urn:microsoft.com/office/officeart/2009/3/layout/StepUpProcess"/>
    <dgm:cxn modelId="{DD7DECF1-FEA4-42D1-B0E4-30132C2E4469}" type="presParOf" srcId="{AA00AF79-FA8D-460E-B0EE-CAB4302BC503}" destId="{58EEF0CF-37EB-4220-8F83-54F273B1884F}" srcOrd="0" destOrd="0" presId="urn:microsoft.com/office/officeart/2009/3/layout/StepUpProcess"/>
    <dgm:cxn modelId="{5B51EAAB-43E0-470B-B60B-C8CA28B13C79}" type="presParOf" srcId="{AA00AF79-FA8D-460E-B0EE-CAB4302BC503}" destId="{8AA97D7F-72A3-4214-AA81-1BE5F102A01F}" srcOrd="1" destOrd="0" presId="urn:microsoft.com/office/officeart/2009/3/layout/StepUpProcess"/>
    <dgm:cxn modelId="{83952B03-339B-46D8-8F05-CC67AEE0CB39}" type="presParOf" srcId="{AA00AF79-FA8D-460E-B0EE-CAB4302BC503}" destId="{3D0EC4B0-AB28-4962-9759-5D8821C165AC}" srcOrd="2" destOrd="0" presId="urn:microsoft.com/office/officeart/2009/3/layout/StepUpProcess"/>
    <dgm:cxn modelId="{D4721CBE-7B7C-442C-9E78-8828056725CF}" type="presParOf" srcId="{D3C38162-1ADB-4A5C-8E49-6E9C7C5ECD98}" destId="{3CB9B5FE-169C-458A-B1BF-9C96B19060D3}" srcOrd="5" destOrd="0" presId="urn:microsoft.com/office/officeart/2009/3/layout/StepUpProcess"/>
    <dgm:cxn modelId="{9DF9535F-584B-4976-AE8A-2F78007961CB}" type="presParOf" srcId="{3CB9B5FE-169C-458A-B1BF-9C96B19060D3}" destId="{A62E5BE1-1E94-46B5-8253-C83FE9594109}" srcOrd="0" destOrd="0" presId="urn:microsoft.com/office/officeart/2009/3/layout/StepUpProcess"/>
    <dgm:cxn modelId="{89469DF8-FF2E-4F98-AF42-FA9BCD2A5BFA}" type="presParOf" srcId="{D3C38162-1ADB-4A5C-8E49-6E9C7C5ECD98}" destId="{29A2B641-85CD-4C6B-8010-1481AF7EE460}" srcOrd="6" destOrd="0" presId="urn:microsoft.com/office/officeart/2009/3/layout/StepUpProcess"/>
    <dgm:cxn modelId="{D033D667-1338-46CA-8D43-C92DA7E8CF35}" type="presParOf" srcId="{29A2B641-85CD-4C6B-8010-1481AF7EE460}" destId="{1C396728-C959-4099-B8AB-B6935FB2069A}" srcOrd="0" destOrd="0" presId="urn:microsoft.com/office/officeart/2009/3/layout/StepUpProcess"/>
    <dgm:cxn modelId="{A07F14FE-992D-4E23-A841-3EC8FAC41AB9}" type="presParOf" srcId="{29A2B641-85CD-4C6B-8010-1481AF7EE460}" destId="{767A1DD8-619B-446B-9473-B9F4D1CA7D03}" srcOrd="1" destOrd="0" presId="urn:microsoft.com/office/officeart/2009/3/layout/StepUpProcess"/>
    <dgm:cxn modelId="{D9442DAB-C75D-4F65-A57B-9BF2140D40FF}" type="presParOf" srcId="{29A2B641-85CD-4C6B-8010-1481AF7EE460}" destId="{C6E5D332-6DBB-49E1-A4CE-AEFE5001BC37}" srcOrd="2" destOrd="0" presId="urn:microsoft.com/office/officeart/2009/3/layout/StepUpProcess"/>
    <dgm:cxn modelId="{2BAA3E49-AB4B-4696-9E00-D0C5CF9620C0}" type="presParOf" srcId="{D3C38162-1ADB-4A5C-8E49-6E9C7C5ECD98}" destId="{C01412D8-2F6B-4102-A973-E6EA0183E030}" srcOrd="7" destOrd="0" presId="urn:microsoft.com/office/officeart/2009/3/layout/StepUpProcess"/>
    <dgm:cxn modelId="{3E813721-C3A3-4998-AB6D-5D9DEA722667}" type="presParOf" srcId="{C01412D8-2F6B-4102-A973-E6EA0183E030}" destId="{0D8F8097-13CC-45AF-9948-8023D93237B3}" srcOrd="0" destOrd="0" presId="urn:microsoft.com/office/officeart/2009/3/layout/StepUpProcess"/>
    <dgm:cxn modelId="{29D7CE66-5D66-45DA-9411-071323B86C1C}" type="presParOf" srcId="{D3C38162-1ADB-4A5C-8E49-6E9C7C5ECD98}" destId="{66BAE598-D5C5-486C-B25D-8A70351777B9}" srcOrd="8" destOrd="0" presId="urn:microsoft.com/office/officeart/2009/3/layout/StepUpProcess"/>
    <dgm:cxn modelId="{E6F56E91-C2D9-4131-8A86-2359BF3D50EB}" type="presParOf" srcId="{66BAE598-D5C5-486C-B25D-8A70351777B9}" destId="{C8A2F477-1DF7-4496-ADCD-226FF4D76696}" srcOrd="0" destOrd="0" presId="urn:microsoft.com/office/officeart/2009/3/layout/StepUpProcess"/>
    <dgm:cxn modelId="{DFA6FB9D-956C-4E26-8F07-B3442C2548F4}" type="presParOf" srcId="{66BAE598-D5C5-486C-B25D-8A70351777B9}" destId="{94374AD6-0F3F-4F9B-B1C9-22787B81114B}" srcOrd="1" destOrd="0" presId="urn:microsoft.com/office/officeart/2009/3/layout/StepUpProcess"/>
    <dgm:cxn modelId="{06E2AA96-1045-47CB-9446-96FE94AAF409}" type="presParOf" srcId="{66BAE598-D5C5-486C-B25D-8A70351777B9}" destId="{2E7DFCB2-D522-42F4-93E1-EC32FBF17BE7}" srcOrd="2" destOrd="0" presId="urn:microsoft.com/office/officeart/2009/3/layout/StepUpProcess"/>
    <dgm:cxn modelId="{3CC8AF4A-CAB8-432C-A7ED-737388E9105C}" type="presParOf" srcId="{D3C38162-1ADB-4A5C-8E49-6E9C7C5ECD98}" destId="{F423E1C2-10BA-45B6-8B24-0D3A72D0F1BB}" srcOrd="9" destOrd="0" presId="urn:microsoft.com/office/officeart/2009/3/layout/StepUpProcess"/>
    <dgm:cxn modelId="{E3187070-3694-4F4C-9410-EA89ECC29CD0}" type="presParOf" srcId="{F423E1C2-10BA-45B6-8B24-0D3A72D0F1BB}" destId="{B8AF88EA-D6D0-4150-91D6-376612FC2049}" srcOrd="0" destOrd="0" presId="urn:microsoft.com/office/officeart/2009/3/layout/StepUpProcess"/>
    <dgm:cxn modelId="{8407D23A-A8A6-4DAC-9912-469AA2CAFE1A}" type="presParOf" srcId="{D3C38162-1ADB-4A5C-8E49-6E9C7C5ECD98}" destId="{633715E3-AE57-4397-AA3F-5345488585B3}" srcOrd="10" destOrd="0" presId="urn:microsoft.com/office/officeart/2009/3/layout/StepUpProcess"/>
    <dgm:cxn modelId="{D7F34B9C-A59F-4CFD-8797-029CE41C2045}" type="presParOf" srcId="{633715E3-AE57-4397-AA3F-5345488585B3}" destId="{72193EF7-8DA8-4DA2-ACC2-64D3601A8654}" srcOrd="0" destOrd="0" presId="urn:microsoft.com/office/officeart/2009/3/layout/StepUpProcess"/>
    <dgm:cxn modelId="{0152D0B4-4216-488A-8AC5-A8DDB31669C7}" type="presParOf" srcId="{633715E3-AE57-4397-AA3F-5345488585B3}" destId="{C4038245-5690-465C-976F-5DCEBC498AB3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82AA4C6-71C5-41AC-9A58-3A160915AB0D}" type="doc">
      <dgm:prSet loTypeId="urn:microsoft.com/office/officeart/2008/layout/LinedList" loCatId="list" qsTypeId="urn:microsoft.com/office/officeart/2005/8/quickstyle/3d4" qsCatId="3D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B3ECA398-86B7-427D-B953-3D955FE4D190}">
      <dgm:prSet phldrT="[文本]" custT="1"/>
      <dgm:spPr/>
      <dgm:t>
        <a:bodyPr/>
        <a:lstStyle/>
        <a:p>
          <a:r>
            <a: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rPr>
            <a:t>常</a:t>
          </a:r>
          <a:endParaRPr lang="en-US" altLang="zh-CN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r>
            <a: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rPr>
            <a:t>见</a:t>
          </a:r>
          <a:endParaRPr lang="en-US" altLang="zh-CN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r>
            <a: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rPr>
            <a:t>漏</a:t>
          </a:r>
          <a:endParaRPr lang="en-US" altLang="zh-CN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r>
            <a: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rPr>
            <a:t>洞</a:t>
          </a:r>
          <a:endParaRPr lang="en-US" altLang="zh-CN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r>
            <a: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rPr>
            <a:t>分</a:t>
          </a:r>
          <a:endParaRPr lang="en-US" altLang="zh-CN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r>
            <a: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rPr>
            <a:t>类</a:t>
          </a:r>
          <a:endParaRPr lang="zh-CN" altLang="en-US" sz="2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EA8C086-4BA8-44D9-8CC5-845B1649F31D}" type="parTrans" cxnId="{515E2EBB-4163-4868-960D-A0E534633044}">
      <dgm:prSet/>
      <dgm:spPr/>
      <dgm:t>
        <a:bodyPr/>
        <a:lstStyle/>
        <a:p>
          <a:endParaRPr lang="zh-CN" altLang="en-US"/>
        </a:p>
      </dgm:t>
    </dgm:pt>
    <dgm:pt modelId="{42AEC355-98E4-4D7D-98F2-17D33D7659FC}" type="sibTrans" cxnId="{515E2EBB-4163-4868-960D-A0E534633044}">
      <dgm:prSet/>
      <dgm:spPr/>
      <dgm:t>
        <a:bodyPr/>
        <a:lstStyle/>
        <a:p>
          <a:endParaRPr lang="zh-CN" altLang="en-US"/>
        </a:p>
      </dgm:t>
    </dgm:pt>
    <dgm:pt modelId="{1A311285-8C7E-4648-80F5-920E65BF5408}">
      <dgm:prSet phldrT="[文本]" custT="1"/>
      <dgm:spPr/>
      <dgm:t>
        <a:bodyPr/>
        <a:lstStyle/>
        <a:p>
          <a:r>
            <a:rPr lang="zh-CN" altLang="en-US" sz="2400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内存安全违规类</a:t>
          </a:r>
        </a:p>
      </dgm:t>
    </dgm:pt>
    <dgm:pt modelId="{E7306845-EBB8-4325-B9D0-9676FBAA1968}" type="parTrans" cxnId="{BDCB2906-5013-4478-89F3-35B5FB5DA6D2}">
      <dgm:prSet/>
      <dgm:spPr/>
      <dgm:t>
        <a:bodyPr/>
        <a:lstStyle/>
        <a:p>
          <a:endParaRPr lang="zh-CN" altLang="en-US"/>
        </a:p>
      </dgm:t>
    </dgm:pt>
    <dgm:pt modelId="{19242486-E8F2-41F7-B7CE-1C95970AC3BC}" type="sibTrans" cxnId="{BDCB2906-5013-4478-89F3-35B5FB5DA6D2}">
      <dgm:prSet/>
      <dgm:spPr/>
      <dgm:t>
        <a:bodyPr/>
        <a:lstStyle/>
        <a:p>
          <a:endParaRPr lang="zh-CN" altLang="en-US"/>
        </a:p>
      </dgm:t>
    </dgm:pt>
    <dgm:pt modelId="{32ADC8D2-18C0-446C-8617-E8F59B5CAD93}">
      <dgm:prSet phldrT="[文本]" custT="1"/>
      <dgm:spPr/>
      <dgm:t>
        <a:bodyPr/>
        <a:lstStyle/>
        <a:p>
          <a:r>
            <a:rPr lang="zh-CN" altLang="en-US" sz="2400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输入验证类</a:t>
          </a:r>
        </a:p>
      </dgm:t>
    </dgm:pt>
    <dgm:pt modelId="{82139AD4-FB2B-4E8C-BFB5-37415A04B0D7}" type="parTrans" cxnId="{02D316DE-649A-4C31-8A5E-215A8B0E7EE5}">
      <dgm:prSet/>
      <dgm:spPr/>
      <dgm:t>
        <a:bodyPr/>
        <a:lstStyle/>
        <a:p>
          <a:endParaRPr lang="zh-CN" altLang="en-US"/>
        </a:p>
      </dgm:t>
    </dgm:pt>
    <dgm:pt modelId="{5A0C0606-B7C8-42B5-B260-EC3D26AEECEC}" type="sibTrans" cxnId="{02D316DE-649A-4C31-8A5E-215A8B0E7EE5}">
      <dgm:prSet/>
      <dgm:spPr/>
      <dgm:t>
        <a:bodyPr/>
        <a:lstStyle/>
        <a:p>
          <a:endParaRPr lang="zh-CN" altLang="en-US"/>
        </a:p>
      </dgm:t>
    </dgm:pt>
    <dgm:pt modelId="{81B626E2-B02D-485F-8269-C3A75FCE04E9}">
      <dgm:prSet phldrT="[文本]" custT="1"/>
      <dgm:spPr/>
      <dgm:t>
        <a:bodyPr/>
        <a:lstStyle/>
        <a:p>
          <a:r>
            <a:rPr lang="zh-CN" altLang="en-US" sz="2400" dirty="0">
              <a:solidFill>
                <a:schemeClr val="accent1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竞争条件类</a:t>
          </a:r>
        </a:p>
      </dgm:t>
    </dgm:pt>
    <dgm:pt modelId="{F8909BC5-2A3D-4C12-8E5E-D3EBB47588F0}" type="parTrans" cxnId="{F9A68CF6-D0A0-4F7A-81F2-3045E65F5803}">
      <dgm:prSet/>
      <dgm:spPr/>
      <dgm:t>
        <a:bodyPr/>
        <a:lstStyle/>
        <a:p>
          <a:endParaRPr lang="zh-CN" altLang="en-US"/>
        </a:p>
      </dgm:t>
    </dgm:pt>
    <dgm:pt modelId="{B02B8C96-A217-446F-A986-AEB00819D674}" type="sibTrans" cxnId="{F9A68CF6-D0A0-4F7A-81F2-3045E65F5803}">
      <dgm:prSet/>
      <dgm:spPr/>
      <dgm:t>
        <a:bodyPr/>
        <a:lstStyle/>
        <a:p>
          <a:endParaRPr lang="zh-CN" altLang="en-US"/>
        </a:p>
      </dgm:t>
    </dgm:pt>
    <dgm:pt modelId="{654B64A7-F797-4131-B43C-D9DC89B428D4}">
      <dgm:prSet phldrT="[文本]" custT="1"/>
      <dgm:spPr/>
      <dgm:t>
        <a:bodyPr/>
        <a:lstStyle/>
        <a:p>
          <a:r>
            <a:rPr lang="zh-CN" altLang="en-US" sz="2400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权限混淆与提升类</a:t>
          </a:r>
        </a:p>
      </dgm:t>
    </dgm:pt>
    <dgm:pt modelId="{E691ACC4-6582-4638-B1A5-A6CD008C1D8B}" type="parTrans" cxnId="{6B6F0F8D-7C57-44AF-B455-9F453D3EBD4A}">
      <dgm:prSet/>
      <dgm:spPr/>
      <dgm:t>
        <a:bodyPr/>
        <a:lstStyle/>
        <a:p>
          <a:endParaRPr lang="zh-CN" altLang="en-US"/>
        </a:p>
      </dgm:t>
    </dgm:pt>
    <dgm:pt modelId="{0F32E3D0-9277-4AA6-9F77-46F7B694F9B7}" type="sibTrans" cxnId="{6B6F0F8D-7C57-44AF-B455-9F453D3EBD4A}">
      <dgm:prSet/>
      <dgm:spPr/>
      <dgm:t>
        <a:bodyPr/>
        <a:lstStyle/>
        <a:p>
          <a:endParaRPr lang="zh-CN" altLang="en-US"/>
        </a:p>
      </dgm:t>
    </dgm:pt>
    <dgm:pt modelId="{BE393AFF-D0BD-4272-84F6-E4981FED6D2E}">
      <dgm:prSet phldrT="[文本]"/>
      <dgm:spPr/>
      <dgm:t>
        <a:bodyPr/>
        <a:lstStyle/>
        <a:p>
          <a:r>
            <a:rPr lang="en-US" altLang="zh-CN" dirty="0"/>
            <a:t>……</a:t>
          </a:r>
          <a:endParaRPr lang="zh-CN" altLang="en-US" dirty="0"/>
        </a:p>
      </dgm:t>
    </dgm:pt>
    <dgm:pt modelId="{55F62DE5-0144-42BF-94DD-1F490212AF16}" type="parTrans" cxnId="{2F549415-ED1B-479A-BDE9-65A50F20AB02}">
      <dgm:prSet/>
      <dgm:spPr/>
      <dgm:t>
        <a:bodyPr/>
        <a:lstStyle/>
        <a:p>
          <a:endParaRPr lang="zh-CN" altLang="en-US"/>
        </a:p>
      </dgm:t>
    </dgm:pt>
    <dgm:pt modelId="{58DA8317-EF46-441C-8D69-2869064CAD88}" type="sibTrans" cxnId="{2F549415-ED1B-479A-BDE9-65A50F20AB02}">
      <dgm:prSet/>
      <dgm:spPr/>
      <dgm:t>
        <a:bodyPr/>
        <a:lstStyle/>
        <a:p>
          <a:endParaRPr lang="zh-CN" altLang="en-US"/>
        </a:p>
      </dgm:t>
    </dgm:pt>
    <dgm:pt modelId="{EF38E612-3FE6-46AD-B2B3-8BEEF55288CD}" type="pres">
      <dgm:prSet presAssocID="{882AA4C6-71C5-41AC-9A58-3A160915AB0D}" presName="vert0" presStyleCnt="0">
        <dgm:presLayoutVars>
          <dgm:dir/>
          <dgm:animOne val="branch"/>
          <dgm:animLvl val="lvl"/>
        </dgm:presLayoutVars>
      </dgm:prSet>
      <dgm:spPr/>
    </dgm:pt>
    <dgm:pt modelId="{D06E8E14-BE1A-4705-93D7-A84194150E09}" type="pres">
      <dgm:prSet presAssocID="{B3ECA398-86B7-427D-B953-3D955FE4D190}" presName="thickLine" presStyleLbl="alignNode1" presStyleIdx="0" presStyleCnt="1" custLinFactNeighborX="-3438" custLinFactNeighborY="-7526"/>
      <dgm:spPr/>
    </dgm:pt>
    <dgm:pt modelId="{925E90FB-4217-4103-80D7-907891F162F7}" type="pres">
      <dgm:prSet presAssocID="{B3ECA398-86B7-427D-B953-3D955FE4D190}" presName="horz1" presStyleCnt="0"/>
      <dgm:spPr/>
    </dgm:pt>
    <dgm:pt modelId="{A1444BE7-F262-4F34-BF29-7442B0D6C87C}" type="pres">
      <dgm:prSet presAssocID="{B3ECA398-86B7-427D-B953-3D955FE4D190}" presName="tx1" presStyleLbl="revTx" presStyleIdx="0" presStyleCnt="6"/>
      <dgm:spPr/>
    </dgm:pt>
    <dgm:pt modelId="{D46955A4-A4AB-47E0-BAC3-5FD52ECF31AB}" type="pres">
      <dgm:prSet presAssocID="{B3ECA398-86B7-427D-B953-3D955FE4D190}" presName="vert1" presStyleCnt="0"/>
      <dgm:spPr/>
    </dgm:pt>
    <dgm:pt modelId="{30C07E62-4F6C-48F3-8926-4A5CEED005DD}" type="pres">
      <dgm:prSet presAssocID="{1A311285-8C7E-4648-80F5-920E65BF5408}" presName="vertSpace2a" presStyleCnt="0"/>
      <dgm:spPr/>
    </dgm:pt>
    <dgm:pt modelId="{D361371A-0717-47F1-B97E-57A4CAA4C0EC}" type="pres">
      <dgm:prSet presAssocID="{1A311285-8C7E-4648-80F5-920E65BF5408}" presName="horz2" presStyleCnt="0"/>
      <dgm:spPr/>
    </dgm:pt>
    <dgm:pt modelId="{6E6818C7-1328-4FD5-8D9F-6FE5C45D5321}" type="pres">
      <dgm:prSet presAssocID="{1A311285-8C7E-4648-80F5-920E65BF5408}" presName="horzSpace2" presStyleCnt="0"/>
      <dgm:spPr/>
    </dgm:pt>
    <dgm:pt modelId="{63061F47-67CC-47B0-8B3A-962D5016048E}" type="pres">
      <dgm:prSet presAssocID="{1A311285-8C7E-4648-80F5-920E65BF5408}" presName="tx2" presStyleLbl="revTx" presStyleIdx="1" presStyleCnt="6"/>
      <dgm:spPr/>
    </dgm:pt>
    <dgm:pt modelId="{2134F274-CAA7-408E-9C39-EEB12664BF3A}" type="pres">
      <dgm:prSet presAssocID="{1A311285-8C7E-4648-80F5-920E65BF5408}" presName="vert2" presStyleCnt="0"/>
      <dgm:spPr/>
    </dgm:pt>
    <dgm:pt modelId="{006D6716-2147-47E8-BEDB-3BDED7E6503D}" type="pres">
      <dgm:prSet presAssocID="{1A311285-8C7E-4648-80F5-920E65BF5408}" presName="thinLine2b" presStyleLbl="callout" presStyleIdx="0" presStyleCnt="5"/>
      <dgm:spPr/>
    </dgm:pt>
    <dgm:pt modelId="{615C4BD1-55BA-4E70-8993-AFE556EBA355}" type="pres">
      <dgm:prSet presAssocID="{1A311285-8C7E-4648-80F5-920E65BF5408}" presName="vertSpace2b" presStyleCnt="0"/>
      <dgm:spPr/>
    </dgm:pt>
    <dgm:pt modelId="{917C0CD9-6FCA-4501-A739-984904E7977F}" type="pres">
      <dgm:prSet presAssocID="{32ADC8D2-18C0-446C-8617-E8F59B5CAD93}" presName="horz2" presStyleCnt="0"/>
      <dgm:spPr/>
    </dgm:pt>
    <dgm:pt modelId="{CFEFD942-1A95-4205-A488-DE837F6E982E}" type="pres">
      <dgm:prSet presAssocID="{32ADC8D2-18C0-446C-8617-E8F59B5CAD93}" presName="horzSpace2" presStyleCnt="0"/>
      <dgm:spPr/>
    </dgm:pt>
    <dgm:pt modelId="{653BE6E7-BE21-4F36-98D6-9B738FC9507A}" type="pres">
      <dgm:prSet presAssocID="{32ADC8D2-18C0-446C-8617-E8F59B5CAD93}" presName="tx2" presStyleLbl="revTx" presStyleIdx="2" presStyleCnt="6"/>
      <dgm:spPr/>
    </dgm:pt>
    <dgm:pt modelId="{35A3C862-F212-49E1-B325-A318C0F17FE7}" type="pres">
      <dgm:prSet presAssocID="{32ADC8D2-18C0-446C-8617-E8F59B5CAD93}" presName="vert2" presStyleCnt="0"/>
      <dgm:spPr/>
    </dgm:pt>
    <dgm:pt modelId="{FF8E3716-A2CE-445B-9C04-8EDA9F29DCF9}" type="pres">
      <dgm:prSet presAssocID="{32ADC8D2-18C0-446C-8617-E8F59B5CAD93}" presName="thinLine2b" presStyleLbl="callout" presStyleIdx="1" presStyleCnt="5"/>
      <dgm:spPr/>
    </dgm:pt>
    <dgm:pt modelId="{3D5DB17A-4528-46B3-8C42-CF7E41C23198}" type="pres">
      <dgm:prSet presAssocID="{32ADC8D2-18C0-446C-8617-E8F59B5CAD93}" presName="vertSpace2b" presStyleCnt="0"/>
      <dgm:spPr/>
    </dgm:pt>
    <dgm:pt modelId="{AAB7C306-825D-4123-B5C6-12916B29FC6D}" type="pres">
      <dgm:prSet presAssocID="{81B626E2-B02D-485F-8269-C3A75FCE04E9}" presName="horz2" presStyleCnt="0"/>
      <dgm:spPr/>
    </dgm:pt>
    <dgm:pt modelId="{0B6C8511-AE7F-4D8A-8814-E8E1EB9C4714}" type="pres">
      <dgm:prSet presAssocID="{81B626E2-B02D-485F-8269-C3A75FCE04E9}" presName="horzSpace2" presStyleCnt="0"/>
      <dgm:spPr/>
    </dgm:pt>
    <dgm:pt modelId="{B477A8F9-D6E1-4822-90B8-4E51C1448B69}" type="pres">
      <dgm:prSet presAssocID="{81B626E2-B02D-485F-8269-C3A75FCE04E9}" presName="tx2" presStyleLbl="revTx" presStyleIdx="3" presStyleCnt="6"/>
      <dgm:spPr/>
    </dgm:pt>
    <dgm:pt modelId="{440633A2-FCD4-4E21-A99E-4489382B9B69}" type="pres">
      <dgm:prSet presAssocID="{81B626E2-B02D-485F-8269-C3A75FCE04E9}" presName="vert2" presStyleCnt="0"/>
      <dgm:spPr/>
    </dgm:pt>
    <dgm:pt modelId="{38A55F4C-01FD-48FC-9D7D-32ECC62D0454}" type="pres">
      <dgm:prSet presAssocID="{81B626E2-B02D-485F-8269-C3A75FCE04E9}" presName="thinLine2b" presStyleLbl="callout" presStyleIdx="2" presStyleCnt="5"/>
      <dgm:spPr/>
    </dgm:pt>
    <dgm:pt modelId="{27025285-97FC-49F0-9A44-518CB18FF1CB}" type="pres">
      <dgm:prSet presAssocID="{81B626E2-B02D-485F-8269-C3A75FCE04E9}" presName="vertSpace2b" presStyleCnt="0"/>
      <dgm:spPr/>
    </dgm:pt>
    <dgm:pt modelId="{55B58665-0E8D-4B38-A50A-F2A40D277A09}" type="pres">
      <dgm:prSet presAssocID="{654B64A7-F797-4131-B43C-D9DC89B428D4}" presName="horz2" presStyleCnt="0"/>
      <dgm:spPr/>
    </dgm:pt>
    <dgm:pt modelId="{F86C8751-469F-4323-BD94-431108A3B008}" type="pres">
      <dgm:prSet presAssocID="{654B64A7-F797-4131-B43C-D9DC89B428D4}" presName="horzSpace2" presStyleCnt="0"/>
      <dgm:spPr/>
    </dgm:pt>
    <dgm:pt modelId="{7952E334-8B4D-40B1-B695-B3D3A35FDF7F}" type="pres">
      <dgm:prSet presAssocID="{654B64A7-F797-4131-B43C-D9DC89B428D4}" presName="tx2" presStyleLbl="revTx" presStyleIdx="4" presStyleCnt="6"/>
      <dgm:spPr/>
    </dgm:pt>
    <dgm:pt modelId="{F31F7302-15BB-4778-B3DD-06C7D37AD498}" type="pres">
      <dgm:prSet presAssocID="{654B64A7-F797-4131-B43C-D9DC89B428D4}" presName="vert2" presStyleCnt="0"/>
      <dgm:spPr/>
    </dgm:pt>
    <dgm:pt modelId="{09FA0558-BEB0-4671-B218-982763F478FA}" type="pres">
      <dgm:prSet presAssocID="{654B64A7-F797-4131-B43C-D9DC89B428D4}" presName="thinLine2b" presStyleLbl="callout" presStyleIdx="3" presStyleCnt="5"/>
      <dgm:spPr/>
    </dgm:pt>
    <dgm:pt modelId="{83388E50-1F62-48B6-B4E9-582E4DB594C3}" type="pres">
      <dgm:prSet presAssocID="{654B64A7-F797-4131-B43C-D9DC89B428D4}" presName="vertSpace2b" presStyleCnt="0"/>
      <dgm:spPr/>
    </dgm:pt>
    <dgm:pt modelId="{684CD77C-7407-4D05-91C6-7114F36928B2}" type="pres">
      <dgm:prSet presAssocID="{BE393AFF-D0BD-4272-84F6-E4981FED6D2E}" presName="horz2" presStyleCnt="0"/>
      <dgm:spPr/>
    </dgm:pt>
    <dgm:pt modelId="{0932F09A-9D8A-4141-B189-68D7B35CBB80}" type="pres">
      <dgm:prSet presAssocID="{BE393AFF-D0BD-4272-84F6-E4981FED6D2E}" presName="horzSpace2" presStyleCnt="0"/>
      <dgm:spPr/>
    </dgm:pt>
    <dgm:pt modelId="{6B3F3A12-CCC4-4199-AB83-88D8588FFBCF}" type="pres">
      <dgm:prSet presAssocID="{BE393AFF-D0BD-4272-84F6-E4981FED6D2E}" presName="tx2" presStyleLbl="revTx" presStyleIdx="5" presStyleCnt="6"/>
      <dgm:spPr/>
    </dgm:pt>
    <dgm:pt modelId="{999E60D7-CFF7-44B7-AF56-A4B1B6C3B836}" type="pres">
      <dgm:prSet presAssocID="{BE393AFF-D0BD-4272-84F6-E4981FED6D2E}" presName="vert2" presStyleCnt="0"/>
      <dgm:spPr/>
    </dgm:pt>
    <dgm:pt modelId="{7A0F50FA-CF28-488C-825E-0CF8864B17A6}" type="pres">
      <dgm:prSet presAssocID="{BE393AFF-D0BD-4272-84F6-E4981FED6D2E}" presName="thinLine2b" presStyleLbl="callout" presStyleIdx="4" presStyleCnt="5"/>
      <dgm:spPr/>
    </dgm:pt>
    <dgm:pt modelId="{27757667-C671-49F6-8FCB-FB408B45D94B}" type="pres">
      <dgm:prSet presAssocID="{BE393AFF-D0BD-4272-84F6-E4981FED6D2E}" presName="vertSpace2b" presStyleCnt="0"/>
      <dgm:spPr/>
    </dgm:pt>
  </dgm:ptLst>
  <dgm:cxnLst>
    <dgm:cxn modelId="{BDCB2906-5013-4478-89F3-35B5FB5DA6D2}" srcId="{B3ECA398-86B7-427D-B953-3D955FE4D190}" destId="{1A311285-8C7E-4648-80F5-920E65BF5408}" srcOrd="0" destOrd="0" parTransId="{E7306845-EBB8-4325-B9D0-9676FBAA1968}" sibTransId="{19242486-E8F2-41F7-B7CE-1C95970AC3BC}"/>
    <dgm:cxn modelId="{2F549415-ED1B-479A-BDE9-65A50F20AB02}" srcId="{B3ECA398-86B7-427D-B953-3D955FE4D190}" destId="{BE393AFF-D0BD-4272-84F6-E4981FED6D2E}" srcOrd="4" destOrd="0" parTransId="{55F62DE5-0144-42BF-94DD-1F490212AF16}" sibTransId="{58DA8317-EF46-441C-8D69-2869064CAD88}"/>
    <dgm:cxn modelId="{7A681918-4EFA-4B88-AB1E-06EA8C9DD97F}" type="presOf" srcId="{81B626E2-B02D-485F-8269-C3A75FCE04E9}" destId="{B477A8F9-D6E1-4822-90B8-4E51C1448B69}" srcOrd="0" destOrd="0" presId="urn:microsoft.com/office/officeart/2008/layout/LinedList"/>
    <dgm:cxn modelId="{AAB3BF3D-9311-483A-826E-A86615B082C0}" type="presOf" srcId="{32ADC8D2-18C0-446C-8617-E8F59B5CAD93}" destId="{653BE6E7-BE21-4F36-98D6-9B738FC9507A}" srcOrd="0" destOrd="0" presId="urn:microsoft.com/office/officeart/2008/layout/LinedList"/>
    <dgm:cxn modelId="{76255641-4FC7-42EC-8269-FD8FFCA65EA3}" type="presOf" srcId="{B3ECA398-86B7-427D-B953-3D955FE4D190}" destId="{A1444BE7-F262-4F34-BF29-7442B0D6C87C}" srcOrd="0" destOrd="0" presId="urn:microsoft.com/office/officeart/2008/layout/LinedList"/>
    <dgm:cxn modelId="{6B6F0F8D-7C57-44AF-B455-9F453D3EBD4A}" srcId="{B3ECA398-86B7-427D-B953-3D955FE4D190}" destId="{654B64A7-F797-4131-B43C-D9DC89B428D4}" srcOrd="3" destOrd="0" parTransId="{E691ACC4-6582-4638-B1A5-A6CD008C1D8B}" sibTransId="{0F32E3D0-9277-4AA6-9F77-46F7B694F9B7}"/>
    <dgm:cxn modelId="{A91269BA-A298-4840-AA48-3452BF1DBEB9}" type="presOf" srcId="{BE393AFF-D0BD-4272-84F6-E4981FED6D2E}" destId="{6B3F3A12-CCC4-4199-AB83-88D8588FFBCF}" srcOrd="0" destOrd="0" presId="urn:microsoft.com/office/officeart/2008/layout/LinedList"/>
    <dgm:cxn modelId="{515E2EBB-4163-4868-960D-A0E534633044}" srcId="{882AA4C6-71C5-41AC-9A58-3A160915AB0D}" destId="{B3ECA398-86B7-427D-B953-3D955FE4D190}" srcOrd="0" destOrd="0" parTransId="{5EA8C086-4BA8-44D9-8CC5-845B1649F31D}" sibTransId="{42AEC355-98E4-4D7D-98F2-17D33D7659FC}"/>
    <dgm:cxn modelId="{5610AEC4-4BBC-4069-A4FF-A4C7119C847A}" type="presOf" srcId="{1A311285-8C7E-4648-80F5-920E65BF5408}" destId="{63061F47-67CC-47B0-8B3A-962D5016048E}" srcOrd="0" destOrd="0" presId="urn:microsoft.com/office/officeart/2008/layout/LinedList"/>
    <dgm:cxn modelId="{664ECCC5-9711-422D-BE40-7A3B395A7A7F}" type="presOf" srcId="{882AA4C6-71C5-41AC-9A58-3A160915AB0D}" destId="{EF38E612-3FE6-46AD-B2B3-8BEEF55288CD}" srcOrd="0" destOrd="0" presId="urn:microsoft.com/office/officeart/2008/layout/LinedList"/>
    <dgm:cxn modelId="{02D316DE-649A-4C31-8A5E-215A8B0E7EE5}" srcId="{B3ECA398-86B7-427D-B953-3D955FE4D190}" destId="{32ADC8D2-18C0-446C-8617-E8F59B5CAD93}" srcOrd="1" destOrd="0" parTransId="{82139AD4-FB2B-4E8C-BFB5-37415A04B0D7}" sibTransId="{5A0C0606-B7C8-42B5-B260-EC3D26AEECEC}"/>
    <dgm:cxn modelId="{26E711E4-5042-4796-A652-067DBEB5A5DD}" type="presOf" srcId="{654B64A7-F797-4131-B43C-D9DC89B428D4}" destId="{7952E334-8B4D-40B1-B695-B3D3A35FDF7F}" srcOrd="0" destOrd="0" presId="urn:microsoft.com/office/officeart/2008/layout/LinedList"/>
    <dgm:cxn modelId="{F9A68CF6-D0A0-4F7A-81F2-3045E65F5803}" srcId="{B3ECA398-86B7-427D-B953-3D955FE4D190}" destId="{81B626E2-B02D-485F-8269-C3A75FCE04E9}" srcOrd="2" destOrd="0" parTransId="{F8909BC5-2A3D-4C12-8E5E-D3EBB47588F0}" sibTransId="{B02B8C96-A217-446F-A986-AEB00819D674}"/>
    <dgm:cxn modelId="{822FCB38-1830-4FEA-8910-580966DC197B}" type="presParOf" srcId="{EF38E612-3FE6-46AD-B2B3-8BEEF55288CD}" destId="{D06E8E14-BE1A-4705-93D7-A84194150E09}" srcOrd="0" destOrd="0" presId="urn:microsoft.com/office/officeart/2008/layout/LinedList"/>
    <dgm:cxn modelId="{2CE457CC-1AB7-41C7-AE01-DE8ECE0BA6F8}" type="presParOf" srcId="{EF38E612-3FE6-46AD-B2B3-8BEEF55288CD}" destId="{925E90FB-4217-4103-80D7-907891F162F7}" srcOrd="1" destOrd="0" presId="urn:microsoft.com/office/officeart/2008/layout/LinedList"/>
    <dgm:cxn modelId="{22D36422-3130-4E97-AE60-147ABE30583D}" type="presParOf" srcId="{925E90FB-4217-4103-80D7-907891F162F7}" destId="{A1444BE7-F262-4F34-BF29-7442B0D6C87C}" srcOrd="0" destOrd="0" presId="urn:microsoft.com/office/officeart/2008/layout/LinedList"/>
    <dgm:cxn modelId="{553DADC7-9E7C-48BC-82DB-B6D4AC96F6E6}" type="presParOf" srcId="{925E90FB-4217-4103-80D7-907891F162F7}" destId="{D46955A4-A4AB-47E0-BAC3-5FD52ECF31AB}" srcOrd="1" destOrd="0" presId="urn:microsoft.com/office/officeart/2008/layout/LinedList"/>
    <dgm:cxn modelId="{219C53D7-ABDC-4F47-A3A9-049DF0010B2F}" type="presParOf" srcId="{D46955A4-A4AB-47E0-BAC3-5FD52ECF31AB}" destId="{30C07E62-4F6C-48F3-8926-4A5CEED005DD}" srcOrd="0" destOrd="0" presId="urn:microsoft.com/office/officeart/2008/layout/LinedList"/>
    <dgm:cxn modelId="{FC4AD80E-392A-4FA7-A0FE-C5A41942A772}" type="presParOf" srcId="{D46955A4-A4AB-47E0-BAC3-5FD52ECF31AB}" destId="{D361371A-0717-47F1-B97E-57A4CAA4C0EC}" srcOrd="1" destOrd="0" presId="urn:microsoft.com/office/officeart/2008/layout/LinedList"/>
    <dgm:cxn modelId="{D873239B-C5B2-43DC-8165-FBAD45672B92}" type="presParOf" srcId="{D361371A-0717-47F1-B97E-57A4CAA4C0EC}" destId="{6E6818C7-1328-4FD5-8D9F-6FE5C45D5321}" srcOrd="0" destOrd="0" presId="urn:microsoft.com/office/officeart/2008/layout/LinedList"/>
    <dgm:cxn modelId="{FDBCFE01-DF26-4238-9ECB-48ACA5028792}" type="presParOf" srcId="{D361371A-0717-47F1-B97E-57A4CAA4C0EC}" destId="{63061F47-67CC-47B0-8B3A-962D5016048E}" srcOrd="1" destOrd="0" presId="urn:microsoft.com/office/officeart/2008/layout/LinedList"/>
    <dgm:cxn modelId="{71CB9706-7B92-48B5-9654-A1CFBCE948D3}" type="presParOf" srcId="{D361371A-0717-47F1-B97E-57A4CAA4C0EC}" destId="{2134F274-CAA7-408E-9C39-EEB12664BF3A}" srcOrd="2" destOrd="0" presId="urn:microsoft.com/office/officeart/2008/layout/LinedList"/>
    <dgm:cxn modelId="{918320C2-8B3A-412D-BA6A-E378D64A3555}" type="presParOf" srcId="{D46955A4-A4AB-47E0-BAC3-5FD52ECF31AB}" destId="{006D6716-2147-47E8-BEDB-3BDED7E6503D}" srcOrd="2" destOrd="0" presId="urn:microsoft.com/office/officeart/2008/layout/LinedList"/>
    <dgm:cxn modelId="{8B06E0AF-9930-42E7-AFA1-2684F8DF63D9}" type="presParOf" srcId="{D46955A4-A4AB-47E0-BAC3-5FD52ECF31AB}" destId="{615C4BD1-55BA-4E70-8993-AFE556EBA355}" srcOrd="3" destOrd="0" presId="urn:microsoft.com/office/officeart/2008/layout/LinedList"/>
    <dgm:cxn modelId="{5EA5A1BE-B784-49E1-B51C-B585E93B5677}" type="presParOf" srcId="{D46955A4-A4AB-47E0-BAC3-5FD52ECF31AB}" destId="{917C0CD9-6FCA-4501-A739-984904E7977F}" srcOrd="4" destOrd="0" presId="urn:microsoft.com/office/officeart/2008/layout/LinedList"/>
    <dgm:cxn modelId="{1D9FE20E-97B4-479C-80F3-78048F12448C}" type="presParOf" srcId="{917C0CD9-6FCA-4501-A739-984904E7977F}" destId="{CFEFD942-1A95-4205-A488-DE837F6E982E}" srcOrd="0" destOrd="0" presId="urn:microsoft.com/office/officeart/2008/layout/LinedList"/>
    <dgm:cxn modelId="{9D50E011-80AD-4CC5-BB11-08AD563956D7}" type="presParOf" srcId="{917C0CD9-6FCA-4501-A739-984904E7977F}" destId="{653BE6E7-BE21-4F36-98D6-9B738FC9507A}" srcOrd="1" destOrd="0" presId="urn:microsoft.com/office/officeart/2008/layout/LinedList"/>
    <dgm:cxn modelId="{6B48C924-9879-4E21-BFBC-A2275F11AD05}" type="presParOf" srcId="{917C0CD9-6FCA-4501-A739-984904E7977F}" destId="{35A3C862-F212-49E1-B325-A318C0F17FE7}" srcOrd="2" destOrd="0" presId="urn:microsoft.com/office/officeart/2008/layout/LinedList"/>
    <dgm:cxn modelId="{ED91907F-1004-47A3-9926-B642DF319404}" type="presParOf" srcId="{D46955A4-A4AB-47E0-BAC3-5FD52ECF31AB}" destId="{FF8E3716-A2CE-445B-9C04-8EDA9F29DCF9}" srcOrd="5" destOrd="0" presId="urn:microsoft.com/office/officeart/2008/layout/LinedList"/>
    <dgm:cxn modelId="{DC314826-8FDF-4CDE-A7DB-C1995A3D7BA7}" type="presParOf" srcId="{D46955A4-A4AB-47E0-BAC3-5FD52ECF31AB}" destId="{3D5DB17A-4528-46B3-8C42-CF7E41C23198}" srcOrd="6" destOrd="0" presId="urn:microsoft.com/office/officeart/2008/layout/LinedList"/>
    <dgm:cxn modelId="{F5520982-B245-4028-80F5-3CB3F26E9653}" type="presParOf" srcId="{D46955A4-A4AB-47E0-BAC3-5FD52ECF31AB}" destId="{AAB7C306-825D-4123-B5C6-12916B29FC6D}" srcOrd="7" destOrd="0" presId="urn:microsoft.com/office/officeart/2008/layout/LinedList"/>
    <dgm:cxn modelId="{A6BCC1DF-5198-4AC9-9AE5-8396B91828FA}" type="presParOf" srcId="{AAB7C306-825D-4123-B5C6-12916B29FC6D}" destId="{0B6C8511-AE7F-4D8A-8814-E8E1EB9C4714}" srcOrd="0" destOrd="0" presId="urn:microsoft.com/office/officeart/2008/layout/LinedList"/>
    <dgm:cxn modelId="{7FDD8381-3174-42D8-9BE5-535B358D98F4}" type="presParOf" srcId="{AAB7C306-825D-4123-B5C6-12916B29FC6D}" destId="{B477A8F9-D6E1-4822-90B8-4E51C1448B69}" srcOrd="1" destOrd="0" presId="urn:microsoft.com/office/officeart/2008/layout/LinedList"/>
    <dgm:cxn modelId="{737B503C-F68B-4185-A96E-496A32A324E3}" type="presParOf" srcId="{AAB7C306-825D-4123-B5C6-12916B29FC6D}" destId="{440633A2-FCD4-4E21-A99E-4489382B9B69}" srcOrd="2" destOrd="0" presId="urn:microsoft.com/office/officeart/2008/layout/LinedList"/>
    <dgm:cxn modelId="{B404BB5A-19A0-4272-8C56-5284F4C6EDE3}" type="presParOf" srcId="{D46955A4-A4AB-47E0-BAC3-5FD52ECF31AB}" destId="{38A55F4C-01FD-48FC-9D7D-32ECC62D0454}" srcOrd="8" destOrd="0" presId="urn:microsoft.com/office/officeart/2008/layout/LinedList"/>
    <dgm:cxn modelId="{45981339-EE5B-4C21-BF3F-6351E5C961F2}" type="presParOf" srcId="{D46955A4-A4AB-47E0-BAC3-5FD52ECF31AB}" destId="{27025285-97FC-49F0-9A44-518CB18FF1CB}" srcOrd="9" destOrd="0" presId="urn:microsoft.com/office/officeart/2008/layout/LinedList"/>
    <dgm:cxn modelId="{6EA042D5-564A-41A6-B718-8E81C13F3517}" type="presParOf" srcId="{D46955A4-A4AB-47E0-BAC3-5FD52ECF31AB}" destId="{55B58665-0E8D-4B38-A50A-F2A40D277A09}" srcOrd="10" destOrd="0" presId="urn:microsoft.com/office/officeart/2008/layout/LinedList"/>
    <dgm:cxn modelId="{D1877A70-A5BD-4FCC-9A54-31B2B103E7FB}" type="presParOf" srcId="{55B58665-0E8D-4B38-A50A-F2A40D277A09}" destId="{F86C8751-469F-4323-BD94-431108A3B008}" srcOrd="0" destOrd="0" presId="urn:microsoft.com/office/officeart/2008/layout/LinedList"/>
    <dgm:cxn modelId="{9CBA4072-A9E7-4DB0-9275-8674D2869114}" type="presParOf" srcId="{55B58665-0E8D-4B38-A50A-F2A40D277A09}" destId="{7952E334-8B4D-40B1-B695-B3D3A35FDF7F}" srcOrd="1" destOrd="0" presId="urn:microsoft.com/office/officeart/2008/layout/LinedList"/>
    <dgm:cxn modelId="{57A97604-6B9C-484A-B7E0-969E984D23D8}" type="presParOf" srcId="{55B58665-0E8D-4B38-A50A-F2A40D277A09}" destId="{F31F7302-15BB-4778-B3DD-06C7D37AD498}" srcOrd="2" destOrd="0" presId="urn:microsoft.com/office/officeart/2008/layout/LinedList"/>
    <dgm:cxn modelId="{BBDE7FF8-18D7-427C-94F3-7E806A2D495C}" type="presParOf" srcId="{D46955A4-A4AB-47E0-BAC3-5FD52ECF31AB}" destId="{09FA0558-BEB0-4671-B218-982763F478FA}" srcOrd="11" destOrd="0" presId="urn:microsoft.com/office/officeart/2008/layout/LinedList"/>
    <dgm:cxn modelId="{72F127F2-AD89-40EE-92E9-6351B5F1EE98}" type="presParOf" srcId="{D46955A4-A4AB-47E0-BAC3-5FD52ECF31AB}" destId="{83388E50-1F62-48B6-B4E9-582E4DB594C3}" srcOrd="12" destOrd="0" presId="urn:microsoft.com/office/officeart/2008/layout/LinedList"/>
    <dgm:cxn modelId="{005D1965-CCAF-4353-A6CB-AFAA95CC597C}" type="presParOf" srcId="{D46955A4-A4AB-47E0-BAC3-5FD52ECF31AB}" destId="{684CD77C-7407-4D05-91C6-7114F36928B2}" srcOrd="13" destOrd="0" presId="urn:microsoft.com/office/officeart/2008/layout/LinedList"/>
    <dgm:cxn modelId="{B9B9FAB5-2B0D-4E9C-95C8-3ADBAF5AD55A}" type="presParOf" srcId="{684CD77C-7407-4D05-91C6-7114F36928B2}" destId="{0932F09A-9D8A-4141-B189-68D7B35CBB80}" srcOrd="0" destOrd="0" presId="urn:microsoft.com/office/officeart/2008/layout/LinedList"/>
    <dgm:cxn modelId="{F499E001-0E2A-43B3-89A2-5FB4F904D41D}" type="presParOf" srcId="{684CD77C-7407-4D05-91C6-7114F36928B2}" destId="{6B3F3A12-CCC4-4199-AB83-88D8588FFBCF}" srcOrd="1" destOrd="0" presId="urn:microsoft.com/office/officeart/2008/layout/LinedList"/>
    <dgm:cxn modelId="{78A8AF69-ECF3-41C8-AF23-EC7133827666}" type="presParOf" srcId="{684CD77C-7407-4D05-91C6-7114F36928B2}" destId="{999E60D7-CFF7-44B7-AF56-A4B1B6C3B836}" srcOrd="2" destOrd="0" presId="urn:microsoft.com/office/officeart/2008/layout/LinedList"/>
    <dgm:cxn modelId="{A6F5E0B7-7DF6-461C-BFF4-C78BA9A04D24}" type="presParOf" srcId="{D46955A4-A4AB-47E0-BAC3-5FD52ECF31AB}" destId="{7A0F50FA-CF28-488C-825E-0CF8864B17A6}" srcOrd="14" destOrd="0" presId="urn:microsoft.com/office/officeart/2008/layout/LinedList"/>
    <dgm:cxn modelId="{C303700A-5F4B-4389-AF90-8E0D07DEFF95}" type="presParOf" srcId="{D46955A4-A4AB-47E0-BAC3-5FD52ECF31AB}" destId="{27757667-C671-49F6-8FCB-FB408B45D94B}" srcOrd="15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zh-CN" altLang="en-US" sz="18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栈缓冲区溢出</a:t>
          </a: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堆缓冲区溢出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CDEFCBBD-DB36-4B3E-96EC-95B0ABA4F4CF}">
      <dgm:prSet phldrT="[文本]" custT="1"/>
      <dgm:spPr/>
      <dgm:t>
        <a:bodyPr/>
        <a:lstStyle/>
        <a:p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静态数据区溢出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FE2E6D6-7098-47D6-A9CA-3DBF57BA775D}" type="parTrans" cxnId="{E3451F35-7DB0-4A1F-AFA1-3E1CD520B183}">
      <dgm:prSet/>
      <dgm:spPr/>
      <dgm:t>
        <a:bodyPr/>
        <a:lstStyle/>
        <a:p>
          <a:endParaRPr lang="zh-CN" altLang="en-US"/>
        </a:p>
      </dgm:t>
    </dgm:pt>
    <dgm:pt modelId="{2907D75D-98F4-48C5-8817-166140AD0A6A}" type="sibTrans" cxnId="{E3451F35-7DB0-4A1F-AFA1-3E1CD520B183}">
      <dgm:prSet/>
      <dgm:spPr/>
      <dgm:t>
        <a:bodyPr/>
        <a:lstStyle/>
        <a:p>
          <a:endParaRPr lang="zh-CN" altLang="en-US"/>
        </a:p>
      </dgm:t>
    </dgm:pt>
    <dgm:pt modelId="{50789BDB-DCE2-4FA4-9A8A-AE5481286CE8}">
      <dgm:prSet phldrT="[文本]" custT="1"/>
      <dgm:spPr/>
      <dgm:t>
        <a:bodyPr/>
        <a:lstStyle/>
        <a:p>
          <a:r>
            <a:rPr lang="zh-CN" altLang="en-US" sz="18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格式化字符串问题</a:t>
          </a:r>
        </a:p>
      </dgm:t>
    </dgm:pt>
    <dgm:pt modelId="{4382880F-5D88-4597-9602-B106C02CCC61}" type="parTrans" cxnId="{B74B3415-9A69-41F0-9C5D-93D26AE08685}">
      <dgm:prSet/>
      <dgm:spPr/>
      <dgm:t>
        <a:bodyPr/>
        <a:lstStyle/>
        <a:p>
          <a:endParaRPr lang="zh-CN" altLang="en-US"/>
        </a:p>
      </dgm:t>
    </dgm:pt>
    <dgm:pt modelId="{7ABFE6C3-26BE-4B28-9259-4010DD61C9E6}" type="sibTrans" cxnId="{B74B3415-9A69-41F0-9C5D-93D26AE08685}">
      <dgm:prSet/>
      <dgm:spPr/>
      <dgm:t>
        <a:bodyPr/>
        <a:lstStyle/>
        <a:p>
          <a:endParaRPr lang="zh-CN" altLang="en-US"/>
        </a:p>
      </dgm:t>
    </dgm:pt>
    <dgm:pt modelId="{4C69E71E-9E75-4E3E-A9E1-053D40698F4E}">
      <dgm:prSet phldrT="[文本]" custT="1"/>
      <dgm:spPr/>
      <dgm:t>
        <a:bodyPr/>
        <a:lstStyle/>
        <a:p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越界内存访问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C7ECAF7-CB4D-4206-8521-F5CF8C3A7E90}" type="parTrans" cxnId="{1EA27022-D625-437E-BE4E-DA00080565A4}">
      <dgm:prSet/>
      <dgm:spPr/>
      <dgm:t>
        <a:bodyPr/>
        <a:lstStyle/>
        <a:p>
          <a:endParaRPr lang="zh-CN" altLang="en-US"/>
        </a:p>
      </dgm:t>
    </dgm:pt>
    <dgm:pt modelId="{7F469344-01A7-445F-A789-785EDC3BA8B7}" type="sibTrans" cxnId="{1EA27022-D625-437E-BE4E-DA00080565A4}">
      <dgm:prSet/>
      <dgm:spPr/>
      <dgm:t>
        <a:bodyPr/>
        <a:lstStyle/>
        <a:p>
          <a:endParaRPr lang="zh-CN" altLang="en-US"/>
        </a:p>
      </dgm:t>
    </dgm:pt>
    <dgm:pt modelId="{A6B05C2C-5908-4394-9891-36FA503966B5}">
      <dgm:prSet phldrT="[文本]" custT="1"/>
      <dgm:spPr/>
      <dgm:t>
        <a:bodyPr/>
        <a:lstStyle/>
        <a:p>
          <a:r>
            <a:rPr lang="zh-CN" altLang="en-US" sz="1800">
              <a:latin typeface="微软雅黑" panose="020B0503020204020204" pitchFamily="34" charset="-122"/>
              <a:ea typeface="微软雅黑" panose="020B0503020204020204" pitchFamily="34" charset="-122"/>
            </a:rPr>
            <a:t>释放后重用（浏览器）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7A5644B-59F5-4378-9A9F-179C3BCB2308}" type="parTrans" cxnId="{F376654C-0572-42F0-A22E-0910CAF0CDA3}">
      <dgm:prSet/>
      <dgm:spPr/>
      <dgm:t>
        <a:bodyPr/>
        <a:lstStyle/>
        <a:p>
          <a:endParaRPr lang="zh-CN" altLang="en-US"/>
        </a:p>
      </dgm:t>
    </dgm:pt>
    <dgm:pt modelId="{C1784F2E-8763-498E-83CD-04AA2ACEB516}" type="sibTrans" cxnId="{F376654C-0572-42F0-A22E-0910CAF0CDA3}">
      <dgm:prSet/>
      <dgm:spPr/>
      <dgm:t>
        <a:bodyPr/>
        <a:lstStyle/>
        <a:p>
          <a:endParaRPr lang="zh-CN" altLang="en-US"/>
        </a:p>
      </dgm:t>
    </dgm:pt>
    <dgm:pt modelId="{C916DA1A-65FD-4038-AEC2-38A3F7D3401C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二次释放</a:t>
          </a:r>
        </a:p>
      </dgm:t>
    </dgm:pt>
    <dgm:pt modelId="{147F1EEA-A275-4D24-9B3E-3FD1AA6E4781}" type="parTrans" cxnId="{34C12549-954C-4B46-BDF8-0C1753A20D5A}">
      <dgm:prSet/>
      <dgm:spPr/>
      <dgm:t>
        <a:bodyPr/>
        <a:lstStyle/>
        <a:p>
          <a:endParaRPr lang="zh-CN" altLang="en-US"/>
        </a:p>
      </dgm:t>
    </dgm:pt>
    <dgm:pt modelId="{71CB149D-C89A-456A-A2F8-A5B9B2210E70}" type="sibTrans" cxnId="{34C12549-954C-4B46-BDF8-0C1753A20D5A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7"/>
      <dgm:spPr/>
    </dgm:pt>
    <dgm:pt modelId="{A4DBA456-5C7E-44C4-A4EC-3CEC69B98C85}" type="pres">
      <dgm:prSet presAssocID="{291AE741-19A1-4F21-9908-E9000469EA59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0" presStyleCnt="7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0" presStyleCnt="7"/>
      <dgm:spPr/>
    </dgm:pt>
    <dgm:pt modelId="{0BA4B5E1-DED6-4BF7-B3BD-0050AC25C2F9}" type="pres">
      <dgm:prSet presAssocID="{1C1EB755-94AC-49E2-9FC6-06DD3F3C94A7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1" presStyleCnt="7">
        <dgm:presLayoutVars>
          <dgm:bulletEnabled val="1"/>
        </dgm:presLayoutVars>
      </dgm:prSet>
      <dgm:spPr/>
    </dgm:pt>
    <dgm:pt modelId="{AF9EFE1A-A212-49DD-AAFD-EB5372076A69}" type="pres">
      <dgm:prSet presAssocID="{211AD1F7-7A93-4BC5-A182-8CA9A31BE4F4}" presName="spaceBetweenRectangles" presStyleCnt="0"/>
      <dgm:spPr/>
    </dgm:pt>
    <dgm:pt modelId="{05C2B7C8-DF6F-41E5-8146-367EDEC27EF5}" type="pres">
      <dgm:prSet presAssocID="{CDEFCBBD-DB36-4B3E-96EC-95B0ABA4F4CF}" presName="parentLin" presStyleCnt="0"/>
      <dgm:spPr/>
    </dgm:pt>
    <dgm:pt modelId="{F216D436-67EB-4E48-AD1C-67F63A3CD564}" type="pres">
      <dgm:prSet presAssocID="{CDEFCBBD-DB36-4B3E-96EC-95B0ABA4F4CF}" presName="parentLeftMargin" presStyleLbl="node1" presStyleIdx="1" presStyleCnt="7"/>
      <dgm:spPr/>
    </dgm:pt>
    <dgm:pt modelId="{3E5F83EE-9895-42EB-AF05-48CD11FF2473}" type="pres">
      <dgm:prSet presAssocID="{CDEFCBBD-DB36-4B3E-96EC-95B0ABA4F4CF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D6700BC6-516A-4509-A740-F171DB724381}" type="pres">
      <dgm:prSet presAssocID="{CDEFCBBD-DB36-4B3E-96EC-95B0ABA4F4CF}" presName="negativeSpace" presStyleCnt="0"/>
      <dgm:spPr/>
    </dgm:pt>
    <dgm:pt modelId="{91379C48-F8B6-4BDE-8E79-F6AD3B4ABEF9}" type="pres">
      <dgm:prSet presAssocID="{CDEFCBBD-DB36-4B3E-96EC-95B0ABA4F4CF}" presName="childText" presStyleLbl="conFgAcc1" presStyleIdx="2" presStyleCnt="7">
        <dgm:presLayoutVars>
          <dgm:bulletEnabled val="1"/>
        </dgm:presLayoutVars>
      </dgm:prSet>
      <dgm:spPr/>
    </dgm:pt>
    <dgm:pt modelId="{B667E946-6744-4218-93C3-3B76619A9CA6}" type="pres">
      <dgm:prSet presAssocID="{2907D75D-98F4-48C5-8817-166140AD0A6A}" presName="spaceBetweenRectangles" presStyleCnt="0"/>
      <dgm:spPr/>
    </dgm:pt>
    <dgm:pt modelId="{A88F7225-B798-450E-BE9A-C3E01C5BC381}" type="pres">
      <dgm:prSet presAssocID="{50789BDB-DCE2-4FA4-9A8A-AE5481286CE8}" presName="parentLin" presStyleCnt="0"/>
      <dgm:spPr/>
    </dgm:pt>
    <dgm:pt modelId="{B7FC702D-36FB-4D46-86FC-B16FAF0DE776}" type="pres">
      <dgm:prSet presAssocID="{50789BDB-DCE2-4FA4-9A8A-AE5481286CE8}" presName="parentLeftMargin" presStyleLbl="node1" presStyleIdx="2" presStyleCnt="7"/>
      <dgm:spPr/>
    </dgm:pt>
    <dgm:pt modelId="{48B42F4E-FC11-40A5-8214-9DB607F7DC62}" type="pres">
      <dgm:prSet presAssocID="{50789BDB-DCE2-4FA4-9A8A-AE5481286CE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C424EFAD-572E-406D-B6B5-0C4EB581780A}" type="pres">
      <dgm:prSet presAssocID="{50789BDB-DCE2-4FA4-9A8A-AE5481286CE8}" presName="negativeSpace" presStyleCnt="0"/>
      <dgm:spPr/>
    </dgm:pt>
    <dgm:pt modelId="{2C488D15-CE23-404E-840C-F78124583AA8}" type="pres">
      <dgm:prSet presAssocID="{50789BDB-DCE2-4FA4-9A8A-AE5481286CE8}" presName="childText" presStyleLbl="conFgAcc1" presStyleIdx="3" presStyleCnt="7">
        <dgm:presLayoutVars>
          <dgm:bulletEnabled val="1"/>
        </dgm:presLayoutVars>
      </dgm:prSet>
      <dgm:spPr/>
    </dgm:pt>
    <dgm:pt modelId="{6FEED686-83FF-48D7-AE32-3035AB101DFC}" type="pres">
      <dgm:prSet presAssocID="{7ABFE6C3-26BE-4B28-9259-4010DD61C9E6}" presName="spaceBetweenRectangles" presStyleCnt="0"/>
      <dgm:spPr/>
    </dgm:pt>
    <dgm:pt modelId="{AEA6B1A8-C3F8-4AC5-905C-7B1B50115D32}" type="pres">
      <dgm:prSet presAssocID="{4C69E71E-9E75-4E3E-A9E1-053D40698F4E}" presName="parentLin" presStyleCnt="0"/>
      <dgm:spPr/>
    </dgm:pt>
    <dgm:pt modelId="{AF0CCB57-8CAF-4270-959D-9D3BB4A3216B}" type="pres">
      <dgm:prSet presAssocID="{4C69E71E-9E75-4E3E-A9E1-053D40698F4E}" presName="parentLeftMargin" presStyleLbl="node1" presStyleIdx="3" presStyleCnt="7"/>
      <dgm:spPr/>
    </dgm:pt>
    <dgm:pt modelId="{4FFAFD07-5BE1-4793-BA1D-EA45C05295D5}" type="pres">
      <dgm:prSet presAssocID="{4C69E71E-9E75-4E3E-A9E1-053D40698F4E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7085EFA5-8FE0-4E43-8737-2628954F748C}" type="pres">
      <dgm:prSet presAssocID="{4C69E71E-9E75-4E3E-A9E1-053D40698F4E}" presName="negativeSpace" presStyleCnt="0"/>
      <dgm:spPr/>
    </dgm:pt>
    <dgm:pt modelId="{E1783ACB-1F2E-4292-8930-5570F1AF470B}" type="pres">
      <dgm:prSet presAssocID="{4C69E71E-9E75-4E3E-A9E1-053D40698F4E}" presName="childText" presStyleLbl="conFgAcc1" presStyleIdx="4" presStyleCnt="7">
        <dgm:presLayoutVars>
          <dgm:bulletEnabled val="1"/>
        </dgm:presLayoutVars>
      </dgm:prSet>
      <dgm:spPr/>
    </dgm:pt>
    <dgm:pt modelId="{EAA4125D-B458-483B-9776-41283F97CFF5}" type="pres">
      <dgm:prSet presAssocID="{7F469344-01A7-445F-A789-785EDC3BA8B7}" presName="spaceBetweenRectangles" presStyleCnt="0"/>
      <dgm:spPr/>
    </dgm:pt>
    <dgm:pt modelId="{91C5E669-3A7D-4B26-94B4-A3808AE873ED}" type="pres">
      <dgm:prSet presAssocID="{A6B05C2C-5908-4394-9891-36FA503966B5}" presName="parentLin" presStyleCnt="0"/>
      <dgm:spPr/>
    </dgm:pt>
    <dgm:pt modelId="{139455A0-0F92-4E16-8F46-480F6E1D9219}" type="pres">
      <dgm:prSet presAssocID="{A6B05C2C-5908-4394-9891-36FA503966B5}" presName="parentLeftMargin" presStyleLbl="node1" presStyleIdx="4" presStyleCnt="7"/>
      <dgm:spPr/>
    </dgm:pt>
    <dgm:pt modelId="{E0D3EBA3-1DA7-4E6C-A1D9-4918872C95C6}" type="pres">
      <dgm:prSet presAssocID="{A6B05C2C-5908-4394-9891-36FA503966B5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29D2875F-BE2B-4FA7-BAA3-D06D31C17232}" type="pres">
      <dgm:prSet presAssocID="{A6B05C2C-5908-4394-9891-36FA503966B5}" presName="negativeSpace" presStyleCnt="0"/>
      <dgm:spPr/>
    </dgm:pt>
    <dgm:pt modelId="{263B2835-BA9A-4E65-A184-73EB524C754B}" type="pres">
      <dgm:prSet presAssocID="{A6B05C2C-5908-4394-9891-36FA503966B5}" presName="childText" presStyleLbl="conFgAcc1" presStyleIdx="5" presStyleCnt="7">
        <dgm:presLayoutVars>
          <dgm:bulletEnabled val="1"/>
        </dgm:presLayoutVars>
      </dgm:prSet>
      <dgm:spPr/>
    </dgm:pt>
    <dgm:pt modelId="{65D43A29-EB12-40B4-848D-2C302AD0DB35}" type="pres">
      <dgm:prSet presAssocID="{C1784F2E-8763-498E-83CD-04AA2ACEB516}" presName="spaceBetweenRectangles" presStyleCnt="0"/>
      <dgm:spPr/>
    </dgm:pt>
    <dgm:pt modelId="{220BBD32-7E61-45C8-94E4-9EDB4932DC7A}" type="pres">
      <dgm:prSet presAssocID="{C916DA1A-65FD-4038-AEC2-38A3F7D3401C}" presName="parentLin" presStyleCnt="0"/>
      <dgm:spPr/>
    </dgm:pt>
    <dgm:pt modelId="{A0D1EDDC-193E-43D1-85C3-7393051BCF75}" type="pres">
      <dgm:prSet presAssocID="{C916DA1A-65FD-4038-AEC2-38A3F7D3401C}" presName="parentLeftMargin" presStyleLbl="node1" presStyleIdx="5" presStyleCnt="7"/>
      <dgm:spPr/>
    </dgm:pt>
    <dgm:pt modelId="{52C864A4-B57C-4BFB-AE2B-A97D87406CE8}" type="pres">
      <dgm:prSet presAssocID="{C916DA1A-65FD-4038-AEC2-38A3F7D3401C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EB5E5AD3-6489-4C34-AFB0-057A4274BF00}" type="pres">
      <dgm:prSet presAssocID="{C916DA1A-65FD-4038-AEC2-38A3F7D3401C}" presName="negativeSpace" presStyleCnt="0"/>
      <dgm:spPr/>
    </dgm:pt>
    <dgm:pt modelId="{7248C3F9-1F25-429F-9397-1BD11901DA2F}" type="pres">
      <dgm:prSet presAssocID="{C916DA1A-65FD-4038-AEC2-38A3F7D3401C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34B63300-3EF5-4221-9D7D-414473BD4BB1}" type="presOf" srcId="{CDEFCBBD-DB36-4B3E-96EC-95B0ABA4F4CF}" destId="{F216D436-67EB-4E48-AD1C-67F63A3CD564}" srcOrd="0" destOrd="0" presId="urn:microsoft.com/office/officeart/2005/8/layout/list1"/>
    <dgm:cxn modelId="{2916E309-677A-4710-82D7-8BDE3E340C56}" type="presOf" srcId="{A6B05C2C-5908-4394-9891-36FA503966B5}" destId="{E0D3EBA3-1DA7-4E6C-A1D9-4918872C95C6}" srcOrd="1" destOrd="0" presId="urn:microsoft.com/office/officeart/2005/8/layout/list1"/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B74B3415-9A69-41F0-9C5D-93D26AE08685}" srcId="{94BAFB6B-B720-4BB5-A81F-76FB916DFE7C}" destId="{50789BDB-DCE2-4FA4-9A8A-AE5481286CE8}" srcOrd="3" destOrd="0" parTransId="{4382880F-5D88-4597-9602-B106C02CCC61}" sibTransId="{7ABFE6C3-26BE-4B28-9259-4010DD61C9E6}"/>
    <dgm:cxn modelId="{C318F919-CCD5-4825-B6F8-F8D2DAF31656}" type="presOf" srcId="{C916DA1A-65FD-4038-AEC2-38A3F7D3401C}" destId="{52C864A4-B57C-4BFB-AE2B-A97D87406CE8}" srcOrd="1" destOrd="0" presId="urn:microsoft.com/office/officeart/2005/8/layout/list1"/>
    <dgm:cxn modelId="{474F181B-94CE-4569-9C91-BC347C20C7C1}" type="presOf" srcId="{50789BDB-DCE2-4FA4-9A8A-AE5481286CE8}" destId="{48B42F4E-FC11-40A5-8214-9DB607F7DC62}" srcOrd="1" destOrd="0" presId="urn:microsoft.com/office/officeart/2005/8/layout/list1"/>
    <dgm:cxn modelId="{1EA27022-D625-437E-BE4E-DA00080565A4}" srcId="{94BAFB6B-B720-4BB5-A81F-76FB916DFE7C}" destId="{4C69E71E-9E75-4E3E-A9E1-053D40698F4E}" srcOrd="4" destOrd="0" parTransId="{8C7ECAF7-CB4D-4206-8521-F5CF8C3A7E90}" sibTransId="{7F469344-01A7-445F-A789-785EDC3BA8B7}"/>
    <dgm:cxn modelId="{E3451F35-7DB0-4A1F-AFA1-3E1CD520B183}" srcId="{94BAFB6B-B720-4BB5-A81F-76FB916DFE7C}" destId="{CDEFCBBD-DB36-4B3E-96EC-95B0ABA4F4CF}" srcOrd="2" destOrd="0" parTransId="{DFE2E6D6-7098-47D6-A9CA-3DBF57BA775D}" sibTransId="{2907D75D-98F4-48C5-8817-166140AD0A6A}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34C12549-954C-4B46-BDF8-0C1753A20D5A}" srcId="{94BAFB6B-B720-4BB5-A81F-76FB916DFE7C}" destId="{C916DA1A-65FD-4038-AEC2-38A3F7D3401C}" srcOrd="6" destOrd="0" parTransId="{147F1EEA-A275-4D24-9B3E-3FD1AA6E4781}" sibTransId="{71CB149D-C89A-456A-A2F8-A5B9B2210E70}"/>
    <dgm:cxn modelId="{F376654C-0572-42F0-A22E-0910CAF0CDA3}" srcId="{94BAFB6B-B720-4BB5-A81F-76FB916DFE7C}" destId="{A6B05C2C-5908-4394-9891-36FA503966B5}" srcOrd="5" destOrd="0" parTransId="{77A5644B-59F5-4378-9A9F-179C3BCB2308}" sibTransId="{C1784F2E-8763-498E-83CD-04AA2ACEB516}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A7494B86-41A2-403D-A80E-7E0A3B76FD4A}" srcId="{94BAFB6B-B720-4BB5-A81F-76FB916DFE7C}" destId="{1C1EB755-94AC-49E2-9FC6-06DD3F3C94A7}" srcOrd="1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0" destOrd="0" parTransId="{3DC3ECD0-E7C4-4ACF-9344-ED242BCE5304}" sibTransId="{511CAB5E-EE9A-4C7E-9510-7BD91C098721}"/>
    <dgm:cxn modelId="{D45D83A0-E4BC-40E3-8268-8F9E1EA1E2C5}" type="presOf" srcId="{50789BDB-DCE2-4FA4-9A8A-AE5481286CE8}" destId="{B7FC702D-36FB-4D46-86FC-B16FAF0DE776}" srcOrd="0" destOrd="0" presId="urn:microsoft.com/office/officeart/2005/8/layout/list1"/>
    <dgm:cxn modelId="{8B2444AD-00CF-452D-8043-3A8B41D24D54}" type="presOf" srcId="{CDEFCBBD-DB36-4B3E-96EC-95B0ABA4F4CF}" destId="{3E5F83EE-9895-42EB-AF05-48CD11FF2473}" srcOrd="1" destOrd="0" presId="urn:microsoft.com/office/officeart/2005/8/layout/list1"/>
    <dgm:cxn modelId="{371605B3-8ADE-4E7E-BE4E-DFCC49E883DE}" type="presOf" srcId="{A6B05C2C-5908-4394-9891-36FA503966B5}" destId="{139455A0-0F92-4E16-8F46-480F6E1D9219}" srcOrd="0" destOrd="0" presId="urn:microsoft.com/office/officeart/2005/8/layout/list1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49A167D4-BEA2-4071-8DF5-C8B43D790C0C}" type="presOf" srcId="{4C69E71E-9E75-4E3E-A9E1-053D40698F4E}" destId="{4FFAFD07-5BE1-4793-BA1D-EA45C05295D5}" srcOrd="1" destOrd="0" presId="urn:microsoft.com/office/officeart/2005/8/layout/list1"/>
    <dgm:cxn modelId="{5647DAD4-1D2F-4AAA-87ED-1CAE51929015}" type="presOf" srcId="{4C69E71E-9E75-4E3E-A9E1-053D40698F4E}" destId="{AF0CCB57-8CAF-4270-959D-9D3BB4A3216B}" srcOrd="0" destOrd="0" presId="urn:microsoft.com/office/officeart/2005/8/layout/list1"/>
    <dgm:cxn modelId="{34983EDF-137D-46D2-B747-E7BAD884F8C5}" type="presOf" srcId="{C916DA1A-65FD-4038-AEC2-38A3F7D3401C}" destId="{A0D1EDDC-193E-43D1-85C3-7393051BCF75}" srcOrd="0" destOrd="0" presId="urn:microsoft.com/office/officeart/2005/8/layout/list1"/>
    <dgm:cxn modelId="{DAB84800-DA25-47AB-ABAD-E0136E2A2BC1}" type="presParOf" srcId="{90D2FBDF-B2F4-420E-9024-F3EB41A0152B}" destId="{5EF2DF05-AF25-4FE0-8AD1-84139E360CAF}" srcOrd="0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1" destOrd="0" presId="urn:microsoft.com/office/officeart/2005/8/layout/list1"/>
    <dgm:cxn modelId="{3F65B61C-BF1A-4836-B45B-5DEB76731B8F}" type="presParOf" srcId="{90D2FBDF-B2F4-420E-9024-F3EB41A0152B}" destId="{F75197EA-068F-43F5-BCCF-439BB12CEED7}" srcOrd="2" destOrd="0" presId="urn:microsoft.com/office/officeart/2005/8/layout/list1"/>
    <dgm:cxn modelId="{70C5EAF9-331A-4BCE-B53C-511A37B6591F}" type="presParOf" srcId="{90D2FBDF-B2F4-420E-9024-F3EB41A0152B}" destId="{23B6C78F-ACBF-4924-845E-FAFDDB447D18}" srcOrd="3" destOrd="0" presId="urn:microsoft.com/office/officeart/2005/8/layout/list1"/>
    <dgm:cxn modelId="{4B78A635-9C2B-450E-809B-3E56EDB62D7A}" type="presParOf" srcId="{90D2FBDF-B2F4-420E-9024-F3EB41A0152B}" destId="{96651B9B-6C65-41F0-9811-3A92A86C4778}" srcOrd="4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5" destOrd="0" presId="urn:microsoft.com/office/officeart/2005/8/layout/list1"/>
    <dgm:cxn modelId="{D0ADAD0E-F17B-4C7B-9EFA-CF83FC6DC5E1}" type="presParOf" srcId="{90D2FBDF-B2F4-420E-9024-F3EB41A0152B}" destId="{AE2F4F9B-4191-4658-9C0B-0D47EF653528}" srcOrd="6" destOrd="0" presId="urn:microsoft.com/office/officeart/2005/8/layout/list1"/>
    <dgm:cxn modelId="{A22945DA-C3DF-4DF6-A50A-7064D57FBB40}" type="presParOf" srcId="{90D2FBDF-B2F4-420E-9024-F3EB41A0152B}" destId="{AF9EFE1A-A212-49DD-AAFD-EB5372076A69}" srcOrd="7" destOrd="0" presId="urn:microsoft.com/office/officeart/2005/8/layout/list1"/>
    <dgm:cxn modelId="{05E83734-D920-4AF5-B78E-43B739318EE5}" type="presParOf" srcId="{90D2FBDF-B2F4-420E-9024-F3EB41A0152B}" destId="{05C2B7C8-DF6F-41E5-8146-367EDEC27EF5}" srcOrd="8" destOrd="0" presId="urn:microsoft.com/office/officeart/2005/8/layout/list1"/>
    <dgm:cxn modelId="{9B84043E-3FBD-41DE-8D46-2F4FFB2EECFB}" type="presParOf" srcId="{05C2B7C8-DF6F-41E5-8146-367EDEC27EF5}" destId="{F216D436-67EB-4E48-AD1C-67F63A3CD564}" srcOrd="0" destOrd="0" presId="urn:microsoft.com/office/officeart/2005/8/layout/list1"/>
    <dgm:cxn modelId="{49593CD6-3317-4055-96DF-7313DC592AFF}" type="presParOf" srcId="{05C2B7C8-DF6F-41E5-8146-367EDEC27EF5}" destId="{3E5F83EE-9895-42EB-AF05-48CD11FF2473}" srcOrd="1" destOrd="0" presId="urn:microsoft.com/office/officeart/2005/8/layout/list1"/>
    <dgm:cxn modelId="{080EE2AE-A2B9-4C11-ABD5-7A539B56C12A}" type="presParOf" srcId="{90D2FBDF-B2F4-420E-9024-F3EB41A0152B}" destId="{D6700BC6-516A-4509-A740-F171DB724381}" srcOrd="9" destOrd="0" presId="urn:microsoft.com/office/officeart/2005/8/layout/list1"/>
    <dgm:cxn modelId="{CAFE23B2-2236-4927-883E-227EE18BF2B7}" type="presParOf" srcId="{90D2FBDF-B2F4-420E-9024-F3EB41A0152B}" destId="{91379C48-F8B6-4BDE-8E79-F6AD3B4ABEF9}" srcOrd="10" destOrd="0" presId="urn:microsoft.com/office/officeart/2005/8/layout/list1"/>
    <dgm:cxn modelId="{A6379C39-EB9E-4FD6-876D-D1EEF5632968}" type="presParOf" srcId="{90D2FBDF-B2F4-420E-9024-F3EB41A0152B}" destId="{B667E946-6744-4218-93C3-3B76619A9CA6}" srcOrd="11" destOrd="0" presId="urn:microsoft.com/office/officeart/2005/8/layout/list1"/>
    <dgm:cxn modelId="{E72E4B4B-62A6-4802-A86B-FA6AC60ABFE9}" type="presParOf" srcId="{90D2FBDF-B2F4-420E-9024-F3EB41A0152B}" destId="{A88F7225-B798-450E-BE9A-C3E01C5BC381}" srcOrd="12" destOrd="0" presId="urn:microsoft.com/office/officeart/2005/8/layout/list1"/>
    <dgm:cxn modelId="{40110A41-BC60-4287-A844-867CB82AC186}" type="presParOf" srcId="{A88F7225-B798-450E-BE9A-C3E01C5BC381}" destId="{B7FC702D-36FB-4D46-86FC-B16FAF0DE776}" srcOrd="0" destOrd="0" presId="urn:microsoft.com/office/officeart/2005/8/layout/list1"/>
    <dgm:cxn modelId="{625B4E74-3F77-4912-9CC9-9E730A639AE3}" type="presParOf" srcId="{A88F7225-B798-450E-BE9A-C3E01C5BC381}" destId="{48B42F4E-FC11-40A5-8214-9DB607F7DC62}" srcOrd="1" destOrd="0" presId="urn:microsoft.com/office/officeart/2005/8/layout/list1"/>
    <dgm:cxn modelId="{A35065CA-99E3-4628-827B-F67F69BF704C}" type="presParOf" srcId="{90D2FBDF-B2F4-420E-9024-F3EB41A0152B}" destId="{C424EFAD-572E-406D-B6B5-0C4EB581780A}" srcOrd="13" destOrd="0" presId="urn:microsoft.com/office/officeart/2005/8/layout/list1"/>
    <dgm:cxn modelId="{C7C48244-E204-45CC-9D7B-F0E7B0C490AB}" type="presParOf" srcId="{90D2FBDF-B2F4-420E-9024-F3EB41A0152B}" destId="{2C488D15-CE23-404E-840C-F78124583AA8}" srcOrd="14" destOrd="0" presId="urn:microsoft.com/office/officeart/2005/8/layout/list1"/>
    <dgm:cxn modelId="{2DDF57DC-2163-4A1E-9414-7EB68718B2A7}" type="presParOf" srcId="{90D2FBDF-B2F4-420E-9024-F3EB41A0152B}" destId="{6FEED686-83FF-48D7-AE32-3035AB101DFC}" srcOrd="15" destOrd="0" presId="urn:microsoft.com/office/officeart/2005/8/layout/list1"/>
    <dgm:cxn modelId="{9847988F-5BE0-49CA-B1A0-FF7FD554C191}" type="presParOf" srcId="{90D2FBDF-B2F4-420E-9024-F3EB41A0152B}" destId="{AEA6B1A8-C3F8-4AC5-905C-7B1B50115D32}" srcOrd="16" destOrd="0" presId="urn:microsoft.com/office/officeart/2005/8/layout/list1"/>
    <dgm:cxn modelId="{985C5FF8-3DB4-4283-9855-E3F5F33C7141}" type="presParOf" srcId="{AEA6B1A8-C3F8-4AC5-905C-7B1B50115D32}" destId="{AF0CCB57-8CAF-4270-959D-9D3BB4A3216B}" srcOrd="0" destOrd="0" presId="urn:microsoft.com/office/officeart/2005/8/layout/list1"/>
    <dgm:cxn modelId="{DD5C378D-4A93-4B5F-A4A0-07381483691B}" type="presParOf" srcId="{AEA6B1A8-C3F8-4AC5-905C-7B1B50115D32}" destId="{4FFAFD07-5BE1-4793-BA1D-EA45C05295D5}" srcOrd="1" destOrd="0" presId="urn:microsoft.com/office/officeart/2005/8/layout/list1"/>
    <dgm:cxn modelId="{34E155CC-0D98-4F13-91ED-282D1876D988}" type="presParOf" srcId="{90D2FBDF-B2F4-420E-9024-F3EB41A0152B}" destId="{7085EFA5-8FE0-4E43-8737-2628954F748C}" srcOrd="17" destOrd="0" presId="urn:microsoft.com/office/officeart/2005/8/layout/list1"/>
    <dgm:cxn modelId="{0C66985A-8047-440A-9AF5-0D4831F46149}" type="presParOf" srcId="{90D2FBDF-B2F4-420E-9024-F3EB41A0152B}" destId="{E1783ACB-1F2E-4292-8930-5570F1AF470B}" srcOrd="18" destOrd="0" presId="urn:microsoft.com/office/officeart/2005/8/layout/list1"/>
    <dgm:cxn modelId="{6FD9D0FF-ADED-4020-8585-6FE549AB1673}" type="presParOf" srcId="{90D2FBDF-B2F4-420E-9024-F3EB41A0152B}" destId="{EAA4125D-B458-483B-9776-41283F97CFF5}" srcOrd="19" destOrd="0" presId="urn:microsoft.com/office/officeart/2005/8/layout/list1"/>
    <dgm:cxn modelId="{0E9F5D6A-B3A8-4F4E-BECE-8708A2C64F1D}" type="presParOf" srcId="{90D2FBDF-B2F4-420E-9024-F3EB41A0152B}" destId="{91C5E669-3A7D-4B26-94B4-A3808AE873ED}" srcOrd="20" destOrd="0" presId="urn:microsoft.com/office/officeart/2005/8/layout/list1"/>
    <dgm:cxn modelId="{AEF9AA82-6678-4B61-9420-9D91689BAD33}" type="presParOf" srcId="{91C5E669-3A7D-4B26-94B4-A3808AE873ED}" destId="{139455A0-0F92-4E16-8F46-480F6E1D9219}" srcOrd="0" destOrd="0" presId="urn:microsoft.com/office/officeart/2005/8/layout/list1"/>
    <dgm:cxn modelId="{F8F323FC-372F-4EBC-A5E9-3DFD1303DB01}" type="presParOf" srcId="{91C5E669-3A7D-4B26-94B4-A3808AE873ED}" destId="{E0D3EBA3-1DA7-4E6C-A1D9-4918872C95C6}" srcOrd="1" destOrd="0" presId="urn:microsoft.com/office/officeart/2005/8/layout/list1"/>
    <dgm:cxn modelId="{5466CECF-8D29-45CA-8A06-3D4626E1038C}" type="presParOf" srcId="{90D2FBDF-B2F4-420E-9024-F3EB41A0152B}" destId="{29D2875F-BE2B-4FA7-BAA3-D06D31C17232}" srcOrd="21" destOrd="0" presId="urn:microsoft.com/office/officeart/2005/8/layout/list1"/>
    <dgm:cxn modelId="{A39EE982-0B23-4F0D-BFC0-5A1E2930CDA0}" type="presParOf" srcId="{90D2FBDF-B2F4-420E-9024-F3EB41A0152B}" destId="{263B2835-BA9A-4E65-A184-73EB524C754B}" srcOrd="22" destOrd="0" presId="urn:microsoft.com/office/officeart/2005/8/layout/list1"/>
    <dgm:cxn modelId="{FE388465-E350-4777-9B35-2B015C6F5E25}" type="presParOf" srcId="{90D2FBDF-B2F4-420E-9024-F3EB41A0152B}" destId="{65D43A29-EB12-40B4-848D-2C302AD0DB35}" srcOrd="23" destOrd="0" presId="urn:microsoft.com/office/officeart/2005/8/layout/list1"/>
    <dgm:cxn modelId="{3862D502-3067-4349-ABC5-A0FC4B0ACA4E}" type="presParOf" srcId="{90D2FBDF-B2F4-420E-9024-F3EB41A0152B}" destId="{220BBD32-7E61-45C8-94E4-9EDB4932DC7A}" srcOrd="24" destOrd="0" presId="urn:microsoft.com/office/officeart/2005/8/layout/list1"/>
    <dgm:cxn modelId="{20C98469-F182-4D6B-A4DF-3B8C682792AE}" type="presParOf" srcId="{220BBD32-7E61-45C8-94E4-9EDB4932DC7A}" destId="{A0D1EDDC-193E-43D1-85C3-7393051BCF75}" srcOrd="0" destOrd="0" presId="urn:microsoft.com/office/officeart/2005/8/layout/list1"/>
    <dgm:cxn modelId="{1C0572B1-5F35-47EC-9372-5B336D10C00B}" type="presParOf" srcId="{220BBD32-7E61-45C8-94E4-9EDB4932DC7A}" destId="{52C864A4-B57C-4BFB-AE2B-A97D87406CE8}" srcOrd="1" destOrd="0" presId="urn:microsoft.com/office/officeart/2005/8/layout/list1"/>
    <dgm:cxn modelId="{54BB0937-009E-42BC-98BA-3F772AEB8DFE}" type="presParOf" srcId="{90D2FBDF-B2F4-420E-9024-F3EB41A0152B}" destId="{EB5E5AD3-6489-4C34-AFB0-057A4274BF00}" srcOrd="25" destOrd="0" presId="urn:microsoft.com/office/officeart/2005/8/layout/list1"/>
    <dgm:cxn modelId="{0ABDC455-5FD2-4F0F-9BB0-C66C5DBD3C96}" type="presParOf" srcId="{90D2FBDF-B2F4-420E-9024-F3EB41A0152B}" destId="{7248C3F9-1F25-429F-9397-1BD11901DA2F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099603A-C865-40B8-9F0C-21DB15E672A3}" type="doc">
      <dgm:prSet loTypeId="urn:microsoft.com/office/officeart/2008/layout/PictureAccent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8010BCF0-0C39-4515-B0A3-CD0CC886B0A1}">
      <dgm:prSet phldrT="[文本]" custT="1"/>
      <dgm:spPr/>
      <dgm:t>
        <a:bodyPr/>
        <a:lstStyle/>
        <a:p>
          <a:r>
            <a: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没有验证用户的输入</a:t>
          </a:r>
        </a:p>
      </dgm:t>
    </dgm:pt>
    <dgm:pt modelId="{F0CFF3FE-B1AE-4D88-98B8-222B9529CCBD}" type="parTrans" cxnId="{747E5DE5-599D-462C-BABA-24FCD4272CF0}">
      <dgm:prSet/>
      <dgm:spPr/>
      <dgm:t>
        <a:bodyPr/>
        <a:lstStyle/>
        <a:p>
          <a:endParaRPr lang="zh-CN" altLang="en-US"/>
        </a:p>
      </dgm:t>
    </dgm:pt>
    <dgm:pt modelId="{A586F6D3-61CF-420D-B969-2008961276C8}" type="sibTrans" cxnId="{747E5DE5-599D-462C-BABA-24FCD4272CF0}">
      <dgm:prSet/>
      <dgm:spPr/>
      <dgm:t>
        <a:bodyPr/>
        <a:lstStyle/>
        <a:p>
          <a:endParaRPr lang="zh-CN" altLang="en-US"/>
        </a:p>
      </dgm:t>
    </dgm:pt>
    <dgm:pt modelId="{0F2E2DE1-8133-434F-9CAA-F840AC98FE7D}">
      <dgm:prSet phldrT="[文本]"/>
      <dgm:spPr/>
      <dgm:t>
        <a:bodyPr/>
        <a:lstStyle/>
        <a:p>
          <a:r>
            <a: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正确性</a:t>
          </a:r>
        </a:p>
      </dgm:t>
    </dgm:pt>
    <dgm:pt modelId="{4400745A-6FD2-42AE-9CF4-81171DED7873}" type="parTrans" cxnId="{D35F79BA-358D-45FB-8EE1-6E1BBD587A6F}">
      <dgm:prSet/>
      <dgm:spPr/>
      <dgm:t>
        <a:bodyPr/>
        <a:lstStyle/>
        <a:p>
          <a:endParaRPr lang="zh-CN" altLang="en-US"/>
        </a:p>
      </dgm:t>
    </dgm:pt>
    <dgm:pt modelId="{B9097991-5FF0-463A-B399-E9FB671002B9}" type="sibTrans" cxnId="{D35F79BA-358D-45FB-8EE1-6E1BBD587A6F}">
      <dgm:prSet/>
      <dgm:spPr/>
      <dgm:t>
        <a:bodyPr/>
        <a:lstStyle/>
        <a:p>
          <a:endParaRPr lang="zh-CN" altLang="en-US"/>
        </a:p>
      </dgm:t>
    </dgm:pt>
    <dgm:pt modelId="{CD9968E0-36CA-44F9-A11A-3F27838DE39E}">
      <dgm:prSet phldrT="[文本]"/>
      <dgm:spPr/>
      <dgm:t>
        <a:bodyPr/>
        <a:lstStyle/>
        <a:p>
          <a:r>
            <a: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合法性</a:t>
          </a:r>
        </a:p>
      </dgm:t>
    </dgm:pt>
    <dgm:pt modelId="{A6B2EA30-CEDE-4C81-88A9-22CAEC30B94A}" type="parTrans" cxnId="{13F9D7FA-3131-47BA-843D-4C18C5A3E2FB}">
      <dgm:prSet/>
      <dgm:spPr/>
      <dgm:t>
        <a:bodyPr/>
        <a:lstStyle/>
        <a:p>
          <a:endParaRPr lang="zh-CN" altLang="en-US"/>
        </a:p>
      </dgm:t>
    </dgm:pt>
    <dgm:pt modelId="{A547B774-C678-4E98-B18A-719DDB55A1EE}" type="sibTrans" cxnId="{13F9D7FA-3131-47BA-843D-4C18C5A3E2FB}">
      <dgm:prSet/>
      <dgm:spPr/>
      <dgm:t>
        <a:bodyPr/>
        <a:lstStyle/>
        <a:p>
          <a:endParaRPr lang="zh-CN" altLang="en-US"/>
        </a:p>
      </dgm:t>
    </dgm:pt>
    <dgm:pt modelId="{4C24C8A4-51C0-4C7A-82B6-8548D44FEBD0}">
      <dgm:prSet phldrT="[文本]"/>
      <dgm:spPr/>
      <dgm:t>
        <a:bodyPr/>
        <a:lstStyle/>
        <a:p>
          <a:r>
            <a: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安全性</a:t>
          </a:r>
        </a:p>
      </dgm:t>
    </dgm:pt>
    <dgm:pt modelId="{19D5F29E-1A4E-4B15-8C62-1B59E9E7EE1A}" type="parTrans" cxnId="{6D75AC60-EB85-4270-8D81-654FAEBDDBFE}">
      <dgm:prSet/>
      <dgm:spPr/>
      <dgm:t>
        <a:bodyPr/>
        <a:lstStyle/>
        <a:p>
          <a:endParaRPr lang="zh-CN" altLang="en-US"/>
        </a:p>
      </dgm:t>
    </dgm:pt>
    <dgm:pt modelId="{DC9384EC-D71B-4C4C-AB34-AB5C8542038B}" type="sibTrans" cxnId="{6D75AC60-EB85-4270-8D81-654FAEBDDBFE}">
      <dgm:prSet/>
      <dgm:spPr/>
      <dgm:t>
        <a:bodyPr/>
        <a:lstStyle/>
        <a:p>
          <a:endParaRPr lang="zh-CN" altLang="en-US"/>
        </a:p>
      </dgm:t>
    </dgm:pt>
    <dgm:pt modelId="{1120B3A1-52AF-4609-8DEB-5CCF316CB626}" type="pres">
      <dgm:prSet presAssocID="{7099603A-C865-40B8-9F0C-21DB15E672A3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6CFE2880-2D7A-4F92-BD04-E2AA892C26D4}" type="pres">
      <dgm:prSet presAssocID="{8010BCF0-0C39-4515-B0A3-CD0CC886B0A1}" presName="root" presStyleCnt="0">
        <dgm:presLayoutVars>
          <dgm:chMax/>
          <dgm:chPref val="4"/>
        </dgm:presLayoutVars>
      </dgm:prSet>
      <dgm:spPr/>
    </dgm:pt>
    <dgm:pt modelId="{29AF6D55-4580-4ADE-BE54-5790C7D05B7D}" type="pres">
      <dgm:prSet presAssocID="{8010BCF0-0C39-4515-B0A3-CD0CC886B0A1}" presName="rootComposite" presStyleCnt="0">
        <dgm:presLayoutVars/>
      </dgm:prSet>
      <dgm:spPr/>
    </dgm:pt>
    <dgm:pt modelId="{36602EC4-560D-47B2-B63F-1FD11454842D}" type="pres">
      <dgm:prSet presAssocID="{8010BCF0-0C39-4515-B0A3-CD0CC886B0A1}" presName="rootText" presStyleLbl="node0" presStyleIdx="0" presStyleCnt="1">
        <dgm:presLayoutVars>
          <dgm:chMax/>
          <dgm:chPref val="4"/>
        </dgm:presLayoutVars>
      </dgm:prSet>
      <dgm:spPr/>
    </dgm:pt>
    <dgm:pt modelId="{64804E70-9679-4B41-8999-78A9F67E57A6}" type="pres">
      <dgm:prSet presAssocID="{8010BCF0-0C39-4515-B0A3-CD0CC886B0A1}" presName="childShape" presStyleCnt="0">
        <dgm:presLayoutVars>
          <dgm:chMax val="0"/>
          <dgm:chPref val="0"/>
        </dgm:presLayoutVars>
      </dgm:prSet>
      <dgm:spPr/>
    </dgm:pt>
    <dgm:pt modelId="{79E2CF3F-5FED-4C91-B145-479D66F4EFD3}" type="pres">
      <dgm:prSet presAssocID="{0F2E2DE1-8133-434F-9CAA-F840AC98FE7D}" presName="childComposite" presStyleCnt="0">
        <dgm:presLayoutVars>
          <dgm:chMax val="0"/>
          <dgm:chPref val="0"/>
        </dgm:presLayoutVars>
      </dgm:prSet>
      <dgm:spPr/>
    </dgm:pt>
    <dgm:pt modelId="{E7A5856F-48A8-45C5-B6E9-6620F17DB08F}" type="pres">
      <dgm:prSet presAssocID="{0F2E2DE1-8133-434F-9CAA-F840AC98FE7D}" presName="Image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C89A920-1B69-4288-80D2-BC730A6055B5}" type="pres">
      <dgm:prSet presAssocID="{0F2E2DE1-8133-434F-9CAA-F840AC98FE7D}" presName="childText" presStyleLbl="lnNode1" presStyleIdx="0" presStyleCnt="3">
        <dgm:presLayoutVars>
          <dgm:chMax val="0"/>
          <dgm:chPref val="0"/>
          <dgm:bulletEnabled val="1"/>
        </dgm:presLayoutVars>
      </dgm:prSet>
      <dgm:spPr/>
    </dgm:pt>
    <dgm:pt modelId="{B8AEA342-60A9-4D24-9115-057FAE39D6BB}" type="pres">
      <dgm:prSet presAssocID="{CD9968E0-36CA-44F9-A11A-3F27838DE39E}" presName="childComposite" presStyleCnt="0">
        <dgm:presLayoutVars>
          <dgm:chMax val="0"/>
          <dgm:chPref val="0"/>
        </dgm:presLayoutVars>
      </dgm:prSet>
      <dgm:spPr/>
    </dgm:pt>
    <dgm:pt modelId="{09C28D39-2121-4644-A4F3-7627AA4DF03E}" type="pres">
      <dgm:prSet presAssocID="{CD9968E0-36CA-44F9-A11A-3F27838DE39E}" presName="Image" presStyleLbl="node1" presStyleIdx="1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F51B4A04-FACE-45FD-874F-7FA2635BCD52}" type="pres">
      <dgm:prSet presAssocID="{CD9968E0-36CA-44F9-A11A-3F27838DE39E}" presName="childText" presStyleLbl="lnNode1" presStyleIdx="1" presStyleCnt="3">
        <dgm:presLayoutVars>
          <dgm:chMax val="0"/>
          <dgm:chPref val="0"/>
          <dgm:bulletEnabled val="1"/>
        </dgm:presLayoutVars>
      </dgm:prSet>
      <dgm:spPr/>
    </dgm:pt>
    <dgm:pt modelId="{22A20642-5A70-4B9B-B0F2-54CEDB2ECF06}" type="pres">
      <dgm:prSet presAssocID="{4C24C8A4-51C0-4C7A-82B6-8548D44FEBD0}" presName="childComposite" presStyleCnt="0">
        <dgm:presLayoutVars>
          <dgm:chMax val="0"/>
          <dgm:chPref val="0"/>
        </dgm:presLayoutVars>
      </dgm:prSet>
      <dgm:spPr/>
    </dgm:pt>
    <dgm:pt modelId="{F17E772A-832C-40F5-87D3-0037E4855127}" type="pres">
      <dgm:prSet presAssocID="{4C24C8A4-51C0-4C7A-82B6-8548D44FEBD0}" presName="Image" presStyleLbl="node1" presStyleIdx="2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EFD4FF71-1A49-40D0-AC78-3EF5B3A98EC2}" type="pres">
      <dgm:prSet presAssocID="{4C24C8A4-51C0-4C7A-82B6-8548D44FEBD0}" presName="childText" presStyleLbl="ln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6D75AC60-EB85-4270-8D81-654FAEBDDBFE}" srcId="{8010BCF0-0C39-4515-B0A3-CD0CC886B0A1}" destId="{4C24C8A4-51C0-4C7A-82B6-8548D44FEBD0}" srcOrd="2" destOrd="0" parTransId="{19D5F29E-1A4E-4B15-8C62-1B59E9E7EE1A}" sibTransId="{DC9384EC-D71B-4C4C-AB34-AB5C8542038B}"/>
    <dgm:cxn modelId="{2164BE62-27BE-4E6E-AD4B-8B9332DB8126}" type="presOf" srcId="{4C24C8A4-51C0-4C7A-82B6-8548D44FEBD0}" destId="{EFD4FF71-1A49-40D0-AC78-3EF5B3A98EC2}" srcOrd="0" destOrd="0" presId="urn:microsoft.com/office/officeart/2008/layout/PictureAccentList"/>
    <dgm:cxn modelId="{D385499C-1E20-49FD-B4A3-94B86F92A7AD}" type="presOf" srcId="{8010BCF0-0C39-4515-B0A3-CD0CC886B0A1}" destId="{36602EC4-560D-47B2-B63F-1FD11454842D}" srcOrd="0" destOrd="0" presId="urn:microsoft.com/office/officeart/2008/layout/PictureAccentList"/>
    <dgm:cxn modelId="{2F847AA3-9CD7-4483-9E02-B25A177F9CAC}" type="presOf" srcId="{CD9968E0-36CA-44F9-A11A-3F27838DE39E}" destId="{F51B4A04-FACE-45FD-874F-7FA2635BCD52}" srcOrd="0" destOrd="0" presId="urn:microsoft.com/office/officeart/2008/layout/PictureAccentList"/>
    <dgm:cxn modelId="{47C255AC-CD63-464D-9696-3FC40BA1F3DB}" type="presOf" srcId="{0F2E2DE1-8133-434F-9CAA-F840AC98FE7D}" destId="{6C89A920-1B69-4288-80D2-BC730A6055B5}" srcOrd="0" destOrd="0" presId="urn:microsoft.com/office/officeart/2008/layout/PictureAccentList"/>
    <dgm:cxn modelId="{D35F79BA-358D-45FB-8EE1-6E1BBD587A6F}" srcId="{8010BCF0-0C39-4515-B0A3-CD0CC886B0A1}" destId="{0F2E2DE1-8133-434F-9CAA-F840AC98FE7D}" srcOrd="0" destOrd="0" parTransId="{4400745A-6FD2-42AE-9CF4-81171DED7873}" sibTransId="{B9097991-5FF0-463A-B399-E9FB671002B9}"/>
    <dgm:cxn modelId="{747E5DE5-599D-462C-BABA-24FCD4272CF0}" srcId="{7099603A-C865-40B8-9F0C-21DB15E672A3}" destId="{8010BCF0-0C39-4515-B0A3-CD0CC886B0A1}" srcOrd="0" destOrd="0" parTransId="{F0CFF3FE-B1AE-4D88-98B8-222B9529CCBD}" sibTransId="{A586F6D3-61CF-420D-B969-2008961276C8}"/>
    <dgm:cxn modelId="{AA9E1BF5-B0C6-48C2-8DED-CE5B76C7A42D}" type="presOf" srcId="{7099603A-C865-40B8-9F0C-21DB15E672A3}" destId="{1120B3A1-52AF-4609-8DEB-5CCF316CB626}" srcOrd="0" destOrd="0" presId="urn:microsoft.com/office/officeart/2008/layout/PictureAccentList"/>
    <dgm:cxn modelId="{13F9D7FA-3131-47BA-843D-4C18C5A3E2FB}" srcId="{8010BCF0-0C39-4515-B0A3-CD0CC886B0A1}" destId="{CD9968E0-36CA-44F9-A11A-3F27838DE39E}" srcOrd="1" destOrd="0" parTransId="{A6B2EA30-CEDE-4C81-88A9-22CAEC30B94A}" sibTransId="{A547B774-C678-4E98-B18A-719DDB55A1EE}"/>
    <dgm:cxn modelId="{978DC07A-C564-400A-A265-0A727E398A56}" type="presParOf" srcId="{1120B3A1-52AF-4609-8DEB-5CCF316CB626}" destId="{6CFE2880-2D7A-4F92-BD04-E2AA892C26D4}" srcOrd="0" destOrd="0" presId="urn:microsoft.com/office/officeart/2008/layout/PictureAccentList"/>
    <dgm:cxn modelId="{A274F109-BC7F-4817-AC13-4D719F9B6437}" type="presParOf" srcId="{6CFE2880-2D7A-4F92-BD04-E2AA892C26D4}" destId="{29AF6D55-4580-4ADE-BE54-5790C7D05B7D}" srcOrd="0" destOrd="0" presId="urn:microsoft.com/office/officeart/2008/layout/PictureAccentList"/>
    <dgm:cxn modelId="{D5611FC6-51FB-41A6-9C20-48F1ED3CD5D9}" type="presParOf" srcId="{29AF6D55-4580-4ADE-BE54-5790C7D05B7D}" destId="{36602EC4-560D-47B2-B63F-1FD11454842D}" srcOrd="0" destOrd="0" presId="urn:microsoft.com/office/officeart/2008/layout/PictureAccentList"/>
    <dgm:cxn modelId="{8DF435D1-003B-4F86-8560-5FD92653A371}" type="presParOf" srcId="{6CFE2880-2D7A-4F92-BD04-E2AA892C26D4}" destId="{64804E70-9679-4B41-8999-78A9F67E57A6}" srcOrd="1" destOrd="0" presId="urn:microsoft.com/office/officeart/2008/layout/PictureAccentList"/>
    <dgm:cxn modelId="{D3A32D48-0AEA-49B1-9D2B-23A720076051}" type="presParOf" srcId="{64804E70-9679-4B41-8999-78A9F67E57A6}" destId="{79E2CF3F-5FED-4C91-B145-479D66F4EFD3}" srcOrd="0" destOrd="0" presId="urn:microsoft.com/office/officeart/2008/layout/PictureAccentList"/>
    <dgm:cxn modelId="{0D46C1C2-6B13-4A9D-B46E-D8436045AE4B}" type="presParOf" srcId="{79E2CF3F-5FED-4C91-B145-479D66F4EFD3}" destId="{E7A5856F-48A8-45C5-B6E9-6620F17DB08F}" srcOrd="0" destOrd="0" presId="urn:microsoft.com/office/officeart/2008/layout/PictureAccentList"/>
    <dgm:cxn modelId="{8672B90F-968D-48D4-B50F-E927827FE25E}" type="presParOf" srcId="{79E2CF3F-5FED-4C91-B145-479D66F4EFD3}" destId="{6C89A920-1B69-4288-80D2-BC730A6055B5}" srcOrd="1" destOrd="0" presId="urn:microsoft.com/office/officeart/2008/layout/PictureAccentList"/>
    <dgm:cxn modelId="{41EDDB8A-3A3E-49B8-BD6E-065B3A357EBC}" type="presParOf" srcId="{64804E70-9679-4B41-8999-78A9F67E57A6}" destId="{B8AEA342-60A9-4D24-9115-057FAE39D6BB}" srcOrd="1" destOrd="0" presId="urn:microsoft.com/office/officeart/2008/layout/PictureAccentList"/>
    <dgm:cxn modelId="{440A5204-0E48-4A1C-839E-A50D344B6924}" type="presParOf" srcId="{B8AEA342-60A9-4D24-9115-057FAE39D6BB}" destId="{09C28D39-2121-4644-A4F3-7627AA4DF03E}" srcOrd="0" destOrd="0" presId="urn:microsoft.com/office/officeart/2008/layout/PictureAccentList"/>
    <dgm:cxn modelId="{581A0657-98C1-48B3-AD88-684D2C94369C}" type="presParOf" srcId="{B8AEA342-60A9-4D24-9115-057FAE39D6BB}" destId="{F51B4A04-FACE-45FD-874F-7FA2635BCD52}" srcOrd="1" destOrd="0" presId="urn:microsoft.com/office/officeart/2008/layout/PictureAccentList"/>
    <dgm:cxn modelId="{68F46615-4DBF-44F2-B0DC-EE705D3776FA}" type="presParOf" srcId="{64804E70-9679-4B41-8999-78A9F67E57A6}" destId="{22A20642-5A70-4B9B-B0F2-54CEDB2ECF06}" srcOrd="2" destOrd="0" presId="urn:microsoft.com/office/officeart/2008/layout/PictureAccentList"/>
    <dgm:cxn modelId="{E50B7CF9-BB40-4DE2-898F-3472563BA885}" type="presParOf" srcId="{22A20642-5A70-4B9B-B0F2-54CEDB2ECF06}" destId="{F17E772A-832C-40F5-87D3-0037E4855127}" srcOrd="0" destOrd="0" presId="urn:microsoft.com/office/officeart/2008/layout/PictureAccentList"/>
    <dgm:cxn modelId="{8A3E95DC-C635-4E19-817B-28C1071A5ABB}" type="presParOf" srcId="{22A20642-5A70-4B9B-B0F2-54CEDB2ECF06}" destId="{EFD4FF71-1A49-40D0-AC78-3EF5B3A98EC2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E00673C-C945-4F99-9D30-E03E3EDBBDFA}" type="doc">
      <dgm:prSet loTypeId="urn:microsoft.com/office/officeart/2008/layout/VerticalCurvedList" loCatId="list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F6DCA26F-612D-44DE-AA33-D63F46D2021F}">
      <dgm:prSet phldrT="[文本]"/>
      <dgm:spPr/>
      <dgm:t>
        <a:bodyPr/>
        <a:lstStyle/>
        <a:p>
          <a:r>
            <a: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利用</a:t>
          </a:r>
          <a:r>
            <a: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FTP</a:t>
          </a:r>
          <a:r>
            <a: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协议的缺陷，绕过服务器限制，利用</a:t>
          </a:r>
          <a:r>
            <a: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port</a:t>
          </a:r>
          <a:r>
            <a: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命令向其他主机提出端口请求，用于隐蔽的端口扫描</a:t>
          </a:r>
        </a:p>
      </dgm:t>
    </dgm:pt>
    <dgm:pt modelId="{938F7F15-ADFA-4814-87D6-BA855B98AEAD}" type="parTrans" cxnId="{ADCF66E0-7F1A-4400-88F3-06909B9CDE08}">
      <dgm:prSet/>
      <dgm:spPr/>
      <dgm:t>
        <a:bodyPr/>
        <a:lstStyle/>
        <a:p>
          <a:endParaRPr lang="zh-CN" altLang="en-US"/>
        </a:p>
      </dgm:t>
    </dgm:pt>
    <dgm:pt modelId="{10FEA754-E02F-4DE8-A58C-69DAFD338B52}" type="sibTrans" cxnId="{ADCF66E0-7F1A-4400-88F3-06909B9CDE08}">
      <dgm:prSet/>
      <dgm:spPr/>
      <dgm:t>
        <a:bodyPr/>
        <a:lstStyle/>
        <a:p>
          <a:endParaRPr lang="zh-CN" altLang="en-US"/>
        </a:p>
      </dgm:t>
    </dgm:pt>
    <dgm:pt modelId="{29CA1C71-8868-476A-8B32-BF0E9D7D11DA}">
      <dgm:prSet phldrT="[文本]"/>
      <dgm:spPr/>
      <dgm:t>
        <a:bodyPr/>
        <a:lstStyle/>
        <a:p>
          <a:r>
            <a:rPr lang="en-US" altLang="zh-CN" dirty="0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Iphone</a:t>
          </a:r>
          <a:r>
            <a: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和</a:t>
          </a:r>
          <a:r>
            <a:rPr lang="en-US" altLang="zh-CN" dirty="0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Ipad</a:t>
          </a:r>
          <a:r>
            <a: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只允许访问特定来源的软件资源，黑客破坏这类</a:t>
          </a:r>
          <a:r>
            <a: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Jail</a:t>
          </a:r>
          <a:r>
            <a: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机制</a:t>
          </a:r>
        </a:p>
      </dgm:t>
    </dgm:pt>
    <dgm:pt modelId="{1D9D0A28-5B14-4364-81F3-499F17CD988C}" type="parTrans" cxnId="{D56D900E-2397-44C0-B585-0F41D15AD137}">
      <dgm:prSet/>
      <dgm:spPr/>
      <dgm:t>
        <a:bodyPr/>
        <a:lstStyle/>
        <a:p>
          <a:endParaRPr lang="zh-CN" altLang="en-US"/>
        </a:p>
      </dgm:t>
    </dgm:pt>
    <dgm:pt modelId="{2DB35617-1977-4819-8AD9-50534DCB62CA}" type="sibTrans" cxnId="{D56D900E-2397-44C0-B585-0F41D15AD137}">
      <dgm:prSet/>
      <dgm:spPr/>
      <dgm:t>
        <a:bodyPr/>
        <a:lstStyle/>
        <a:p>
          <a:endParaRPr lang="zh-CN" altLang="en-US"/>
        </a:p>
      </dgm:t>
    </dgm:pt>
    <dgm:pt modelId="{CBCD62A8-9300-4497-96BF-E403F558B1ED}" type="pres">
      <dgm:prSet presAssocID="{4E00673C-C945-4F99-9D30-E03E3EDBBDFA}" presName="Name0" presStyleCnt="0">
        <dgm:presLayoutVars>
          <dgm:chMax val="7"/>
          <dgm:chPref val="7"/>
          <dgm:dir/>
        </dgm:presLayoutVars>
      </dgm:prSet>
      <dgm:spPr/>
    </dgm:pt>
    <dgm:pt modelId="{DC1E276F-F143-4E7A-B48B-54046976E898}" type="pres">
      <dgm:prSet presAssocID="{4E00673C-C945-4F99-9D30-E03E3EDBBDFA}" presName="Name1" presStyleCnt="0"/>
      <dgm:spPr/>
    </dgm:pt>
    <dgm:pt modelId="{D388FDC6-8776-41F1-9295-2DC516453F95}" type="pres">
      <dgm:prSet presAssocID="{4E00673C-C945-4F99-9D30-E03E3EDBBDFA}" presName="cycle" presStyleCnt="0"/>
      <dgm:spPr/>
    </dgm:pt>
    <dgm:pt modelId="{383EB3FC-CFC1-4297-BCBE-64BD4A88C607}" type="pres">
      <dgm:prSet presAssocID="{4E00673C-C945-4F99-9D30-E03E3EDBBDFA}" presName="srcNode" presStyleLbl="node1" presStyleIdx="0" presStyleCnt="2"/>
      <dgm:spPr/>
    </dgm:pt>
    <dgm:pt modelId="{B3556A1B-D57A-455F-8A5D-B7484CEA9DEC}" type="pres">
      <dgm:prSet presAssocID="{4E00673C-C945-4F99-9D30-E03E3EDBBDFA}" presName="conn" presStyleLbl="parChTrans1D2" presStyleIdx="0" presStyleCnt="1"/>
      <dgm:spPr/>
    </dgm:pt>
    <dgm:pt modelId="{B5FBD2A3-3A43-439A-B4A8-747262DD2B1E}" type="pres">
      <dgm:prSet presAssocID="{4E00673C-C945-4F99-9D30-E03E3EDBBDFA}" presName="extraNode" presStyleLbl="node1" presStyleIdx="0" presStyleCnt="2"/>
      <dgm:spPr/>
    </dgm:pt>
    <dgm:pt modelId="{0136B90F-1E95-4BC1-9877-5CF097A8B72B}" type="pres">
      <dgm:prSet presAssocID="{4E00673C-C945-4F99-9D30-E03E3EDBBDFA}" presName="dstNode" presStyleLbl="node1" presStyleIdx="0" presStyleCnt="2"/>
      <dgm:spPr/>
    </dgm:pt>
    <dgm:pt modelId="{8A3B70AF-A672-48BA-9C53-4B95C0877F51}" type="pres">
      <dgm:prSet presAssocID="{F6DCA26F-612D-44DE-AA33-D63F46D2021F}" presName="text_1" presStyleLbl="node1" presStyleIdx="0" presStyleCnt="2">
        <dgm:presLayoutVars>
          <dgm:bulletEnabled val="1"/>
        </dgm:presLayoutVars>
      </dgm:prSet>
      <dgm:spPr/>
    </dgm:pt>
    <dgm:pt modelId="{5E350CD3-5616-4102-9254-472A7587BA23}" type="pres">
      <dgm:prSet presAssocID="{F6DCA26F-612D-44DE-AA33-D63F46D2021F}" presName="accent_1" presStyleCnt="0"/>
      <dgm:spPr/>
    </dgm:pt>
    <dgm:pt modelId="{512DAF77-C3CD-43F9-AA9A-66CE83E11863}" type="pres">
      <dgm:prSet presAssocID="{F6DCA26F-612D-44DE-AA33-D63F46D2021F}" presName="accentRepeatNode" presStyleLbl="solidFgAcc1" presStyleIdx="0" presStyleCnt="2"/>
      <dgm:spPr/>
    </dgm:pt>
    <dgm:pt modelId="{5F000FA4-2979-4A51-8830-FECA4975C461}" type="pres">
      <dgm:prSet presAssocID="{29CA1C71-8868-476A-8B32-BF0E9D7D11DA}" presName="text_2" presStyleLbl="node1" presStyleIdx="1" presStyleCnt="2">
        <dgm:presLayoutVars>
          <dgm:bulletEnabled val="1"/>
        </dgm:presLayoutVars>
      </dgm:prSet>
      <dgm:spPr/>
    </dgm:pt>
    <dgm:pt modelId="{0C629FFC-5D1F-477E-8D57-CC0DF3E4DC11}" type="pres">
      <dgm:prSet presAssocID="{29CA1C71-8868-476A-8B32-BF0E9D7D11DA}" presName="accent_2" presStyleCnt="0"/>
      <dgm:spPr/>
    </dgm:pt>
    <dgm:pt modelId="{AA2EAA0A-B42D-4646-A509-B3C55A04CADD}" type="pres">
      <dgm:prSet presAssocID="{29CA1C71-8868-476A-8B32-BF0E9D7D11DA}" presName="accentRepeatNode" presStyleLbl="solidFgAcc1" presStyleIdx="1" presStyleCnt="2"/>
      <dgm:spPr/>
    </dgm:pt>
  </dgm:ptLst>
  <dgm:cxnLst>
    <dgm:cxn modelId="{63270708-47A0-4DFA-8B6B-2D84A232C967}" type="presOf" srcId="{F6DCA26F-612D-44DE-AA33-D63F46D2021F}" destId="{8A3B70AF-A672-48BA-9C53-4B95C0877F51}" srcOrd="0" destOrd="0" presId="urn:microsoft.com/office/officeart/2008/layout/VerticalCurvedList"/>
    <dgm:cxn modelId="{D56D900E-2397-44C0-B585-0F41D15AD137}" srcId="{4E00673C-C945-4F99-9D30-E03E3EDBBDFA}" destId="{29CA1C71-8868-476A-8B32-BF0E9D7D11DA}" srcOrd="1" destOrd="0" parTransId="{1D9D0A28-5B14-4364-81F3-499F17CD988C}" sibTransId="{2DB35617-1977-4819-8AD9-50534DCB62CA}"/>
    <dgm:cxn modelId="{7DF5D24B-17C0-41A0-B373-6ED9C177D10A}" type="presOf" srcId="{10FEA754-E02F-4DE8-A58C-69DAFD338B52}" destId="{B3556A1B-D57A-455F-8A5D-B7484CEA9DEC}" srcOrd="0" destOrd="0" presId="urn:microsoft.com/office/officeart/2008/layout/VerticalCurvedList"/>
    <dgm:cxn modelId="{3247B551-FF85-48B2-9B8F-B8EB064F20AC}" type="presOf" srcId="{29CA1C71-8868-476A-8B32-BF0E9D7D11DA}" destId="{5F000FA4-2979-4A51-8830-FECA4975C461}" srcOrd="0" destOrd="0" presId="urn:microsoft.com/office/officeart/2008/layout/VerticalCurvedList"/>
    <dgm:cxn modelId="{48E72DC0-0715-4A53-A42E-DC724B1B6D5D}" type="presOf" srcId="{4E00673C-C945-4F99-9D30-E03E3EDBBDFA}" destId="{CBCD62A8-9300-4497-96BF-E403F558B1ED}" srcOrd="0" destOrd="0" presId="urn:microsoft.com/office/officeart/2008/layout/VerticalCurvedList"/>
    <dgm:cxn modelId="{ADCF66E0-7F1A-4400-88F3-06909B9CDE08}" srcId="{4E00673C-C945-4F99-9D30-E03E3EDBBDFA}" destId="{F6DCA26F-612D-44DE-AA33-D63F46D2021F}" srcOrd="0" destOrd="0" parTransId="{938F7F15-ADFA-4814-87D6-BA855B98AEAD}" sibTransId="{10FEA754-E02F-4DE8-A58C-69DAFD338B52}"/>
    <dgm:cxn modelId="{4F765525-A1D0-41EB-8D24-ECCC6B6E902A}" type="presParOf" srcId="{CBCD62A8-9300-4497-96BF-E403F558B1ED}" destId="{DC1E276F-F143-4E7A-B48B-54046976E898}" srcOrd="0" destOrd="0" presId="urn:microsoft.com/office/officeart/2008/layout/VerticalCurvedList"/>
    <dgm:cxn modelId="{B35DDE29-6BC1-4622-A369-BA48DBBBDFDD}" type="presParOf" srcId="{DC1E276F-F143-4E7A-B48B-54046976E898}" destId="{D388FDC6-8776-41F1-9295-2DC516453F95}" srcOrd="0" destOrd="0" presId="urn:microsoft.com/office/officeart/2008/layout/VerticalCurvedList"/>
    <dgm:cxn modelId="{3BE2C311-04AB-4053-B2C6-A85A02B9DCF2}" type="presParOf" srcId="{D388FDC6-8776-41F1-9295-2DC516453F95}" destId="{383EB3FC-CFC1-4297-BCBE-64BD4A88C607}" srcOrd="0" destOrd="0" presId="urn:microsoft.com/office/officeart/2008/layout/VerticalCurvedList"/>
    <dgm:cxn modelId="{89E02E19-85C7-4ED9-A8DC-826D2FA1E4AD}" type="presParOf" srcId="{D388FDC6-8776-41F1-9295-2DC516453F95}" destId="{B3556A1B-D57A-455F-8A5D-B7484CEA9DEC}" srcOrd="1" destOrd="0" presId="urn:microsoft.com/office/officeart/2008/layout/VerticalCurvedList"/>
    <dgm:cxn modelId="{C6DBAE28-33BD-473A-83EF-DCEC7434E4FB}" type="presParOf" srcId="{D388FDC6-8776-41F1-9295-2DC516453F95}" destId="{B5FBD2A3-3A43-439A-B4A8-747262DD2B1E}" srcOrd="2" destOrd="0" presId="urn:microsoft.com/office/officeart/2008/layout/VerticalCurvedList"/>
    <dgm:cxn modelId="{65B98DB3-C79D-4059-8468-087A93D6BAFA}" type="presParOf" srcId="{D388FDC6-8776-41F1-9295-2DC516453F95}" destId="{0136B90F-1E95-4BC1-9877-5CF097A8B72B}" srcOrd="3" destOrd="0" presId="urn:microsoft.com/office/officeart/2008/layout/VerticalCurvedList"/>
    <dgm:cxn modelId="{E94B26D0-7FAC-4A10-9829-122D328ED772}" type="presParOf" srcId="{DC1E276F-F143-4E7A-B48B-54046976E898}" destId="{8A3B70AF-A672-48BA-9C53-4B95C0877F51}" srcOrd="1" destOrd="0" presId="urn:microsoft.com/office/officeart/2008/layout/VerticalCurvedList"/>
    <dgm:cxn modelId="{C23B329D-A35D-4D02-8547-C428643DC663}" type="presParOf" srcId="{DC1E276F-F143-4E7A-B48B-54046976E898}" destId="{5E350CD3-5616-4102-9254-472A7587BA23}" srcOrd="2" destOrd="0" presId="urn:microsoft.com/office/officeart/2008/layout/VerticalCurvedList"/>
    <dgm:cxn modelId="{E7DE8F09-36C7-4DD7-9E75-24A82B0C8A48}" type="presParOf" srcId="{5E350CD3-5616-4102-9254-472A7587BA23}" destId="{512DAF77-C3CD-43F9-AA9A-66CE83E11863}" srcOrd="0" destOrd="0" presId="urn:microsoft.com/office/officeart/2008/layout/VerticalCurvedList"/>
    <dgm:cxn modelId="{2B78490E-F91C-4658-A029-EC126C38193C}" type="presParOf" srcId="{DC1E276F-F143-4E7A-B48B-54046976E898}" destId="{5F000FA4-2979-4A51-8830-FECA4975C461}" srcOrd="3" destOrd="0" presId="urn:microsoft.com/office/officeart/2008/layout/VerticalCurvedList"/>
    <dgm:cxn modelId="{111454BF-EDF8-4E2C-881B-3784CCFB9CD3}" type="presParOf" srcId="{DC1E276F-F143-4E7A-B48B-54046976E898}" destId="{0C629FFC-5D1F-477E-8D57-CC0DF3E4DC11}" srcOrd="4" destOrd="0" presId="urn:microsoft.com/office/officeart/2008/layout/VerticalCurvedList"/>
    <dgm:cxn modelId="{5D526B1B-B0B9-468E-ADB6-AB65403B76A2}" type="presParOf" srcId="{0C629FFC-5D1F-477E-8D57-CC0DF3E4DC11}" destId="{AA2EAA0A-B42D-4646-A509-B3C55A04CAD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C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语言标准库函数不检查边界</a:t>
          </a: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函数：</a:t>
          </a:r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scanf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get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strcpy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memcpy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等等</a:t>
          </a: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79F6E624-5493-405C-B053-83527125321D}">
      <dgm:prSet phldrT="[文本]" custT="1"/>
      <dgm:spPr/>
      <dgm:t>
        <a:bodyPr/>
        <a:lstStyle/>
        <a:p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C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语言每个变量定义类型，每个类型占</a:t>
          </a:r>
          <a:r>
            <a:rPr lang="zh-CN" altLang="en-US" sz="18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固定内存</a:t>
          </a:r>
        </a:p>
      </dgm:t>
    </dgm:pt>
    <dgm:pt modelId="{3ABB595E-5644-4854-A44F-17B20720216E}" type="parTrans" cxnId="{2B2A515C-A529-4130-9CF4-D7F9A554D0F3}">
      <dgm:prSet/>
      <dgm:spPr/>
      <dgm:t>
        <a:bodyPr/>
        <a:lstStyle/>
        <a:p>
          <a:endParaRPr lang="zh-CN" altLang="en-US"/>
        </a:p>
      </dgm:t>
    </dgm:pt>
    <dgm:pt modelId="{C28AF285-C106-40DD-BCC1-06EFD34F348C}" type="sibTrans" cxnId="{2B2A515C-A529-4130-9CF4-D7F9A554D0F3}">
      <dgm:prSet/>
      <dgm:spPr/>
      <dgm:t>
        <a:bodyPr/>
        <a:lstStyle/>
        <a:p>
          <a:endParaRPr lang="zh-CN" altLang="en-US"/>
        </a:p>
      </dgm:t>
    </dgm:pt>
    <dgm:pt modelId="{97025DCE-C297-4B11-8CA3-0B56BEB08FA1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整数：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char(1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字节）、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short(2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字节）、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int(4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字节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)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8E5FFA0-3380-4B77-9A35-D4217C296B3C}" type="parTrans" cxnId="{07F81422-807A-436C-BD76-91CEB27455DC}">
      <dgm:prSet/>
      <dgm:spPr/>
      <dgm:t>
        <a:bodyPr/>
        <a:lstStyle/>
        <a:p>
          <a:endParaRPr lang="zh-CN" altLang="en-US"/>
        </a:p>
      </dgm:t>
    </dgm:pt>
    <dgm:pt modelId="{D1BC3B74-AC97-4AC4-9D51-956126863A46}" type="sibTrans" cxnId="{07F81422-807A-436C-BD76-91CEB27455DC}">
      <dgm:prSet/>
      <dgm:spPr/>
      <dgm:t>
        <a:bodyPr/>
        <a:lstStyle/>
        <a:p>
          <a:endParaRPr lang="zh-CN" altLang="en-US"/>
        </a:p>
      </dgm:t>
    </dgm:pt>
    <dgm:pt modelId="{A53F81B2-7793-4704-97FB-99AAEADC92B5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拷贝或输入时，</a:t>
          </a:r>
          <a:r>
            <a:rPr lang="zh-CN" altLang="en-US" sz="18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超过变量容量，就会溢出</a:t>
          </a:r>
        </a:p>
      </dgm:t>
    </dgm:pt>
    <dgm:pt modelId="{EA8FDDBF-2618-4EC6-BA83-ACB2FC6E473F}" type="parTrans" cxnId="{E7F54DBB-BF7A-4B45-A092-3A829EABDDFC}">
      <dgm:prSet/>
      <dgm:spPr/>
      <dgm:t>
        <a:bodyPr/>
        <a:lstStyle/>
        <a:p>
          <a:endParaRPr lang="zh-CN" altLang="en-US"/>
        </a:p>
      </dgm:t>
    </dgm:pt>
    <dgm:pt modelId="{097E7A3D-0DF6-4CE8-904B-9A80C5C4E8AE}" type="sibTrans" cxnId="{E7F54DBB-BF7A-4B45-A092-3A829EABDDFC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5"/>
      <dgm:spPr/>
    </dgm:pt>
    <dgm:pt modelId="{A4DBA456-5C7E-44C4-A4EC-3CEC69B98C85}" type="pres">
      <dgm:prSet presAssocID="{291AE741-19A1-4F21-9908-E9000469EA5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0" presStyleCnt="5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0" presStyleCnt="5"/>
      <dgm:spPr/>
    </dgm:pt>
    <dgm:pt modelId="{0BA4B5E1-DED6-4BF7-B3BD-0050AC25C2F9}" type="pres">
      <dgm:prSet presAssocID="{1C1EB755-94AC-49E2-9FC6-06DD3F3C94A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1" presStyleCnt="5">
        <dgm:presLayoutVars>
          <dgm:bulletEnabled val="1"/>
        </dgm:presLayoutVars>
      </dgm:prSet>
      <dgm:spPr/>
    </dgm:pt>
    <dgm:pt modelId="{6C305597-1A6D-4519-9431-A0BA87EF2DC5}" type="pres">
      <dgm:prSet presAssocID="{211AD1F7-7A93-4BC5-A182-8CA9A31BE4F4}" presName="spaceBetweenRectangles" presStyleCnt="0"/>
      <dgm:spPr/>
    </dgm:pt>
    <dgm:pt modelId="{647EB758-8FBE-4BBC-99B9-73A23F33CA7B}" type="pres">
      <dgm:prSet presAssocID="{79F6E624-5493-405C-B053-83527125321D}" presName="parentLin" presStyleCnt="0"/>
      <dgm:spPr/>
    </dgm:pt>
    <dgm:pt modelId="{E0769F88-E5BB-4786-86E9-2302B8DD4713}" type="pres">
      <dgm:prSet presAssocID="{79F6E624-5493-405C-B053-83527125321D}" presName="parentLeftMargin" presStyleLbl="node1" presStyleIdx="1" presStyleCnt="5"/>
      <dgm:spPr/>
    </dgm:pt>
    <dgm:pt modelId="{7642D620-BCEF-4905-8B41-861E9F2CD162}" type="pres">
      <dgm:prSet presAssocID="{79F6E624-5493-405C-B053-83527125321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C21E54B-9728-482B-ABEC-565FD4A8D0AD}" type="pres">
      <dgm:prSet presAssocID="{79F6E624-5493-405C-B053-83527125321D}" presName="negativeSpace" presStyleCnt="0"/>
      <dgm:spPr/>
    </dgm:pt>
    <dgm:pt modelId="{8E654179-D54A-4ED1-AB01-B7564C5F6A4E}" type="pres">
      <dgm:prSet presAssocID="{79F6E624-5493-405C-B053-83527125321D}" presName="childText" presStyleLbl="conFgAcc1" presStyleIdx="2" presStyleCnt="5">
        <dgm:presLayoutVars>
          <dgm:bulletEnabled val="1"/>
        </dgm:presLayoutVars>
      </dgm:prSet>
      <dgm:spPr/>
    </dgm:pt>
    <dgm:pt modelId="{18B12375-8928-4BF8-88BA-19424FC1005A}" type="pres">
      <dgm:prSet presAssocID="{C28AF285-C106-40DD-BCC1-06EFD34F348C}" presName="spaceBetweenRectangles" presStyleCnt="0"/>
      <dgm:spPr/>
    </dgm:pt>
    <dgm:pt modelId="{8D8E2CD6-D232-4E95-A8D0-28A8BDA556D7}" type="pres">
      <dgm:prSet presAssocID="{97025DCE-C297-4B11-8CA3-0B56BEB08FA1}" presName="parentLin" presStyleCnt="0"/>
      <dgm:spPr/>
    </dgm:pt>
    <dgm:pt modelId="{D70282A1-A28C-4F0F-AAA3-12921D7041ED}" type="pres">
      <dgm:prSet presAssocID="{97025DCE-C297-4B11-8CA3-0B56BEB08FA1}" presName="parentLeftMargin" presStyleLbl="node1" presStyleIdx="2" presStyleCnt="5"/>
      <dgm:spPr/>
    </dgm:pt>
    <dgm:pt modelId="{2C9F6AC1-61BB-4AA6-B422-A1AF18245742}" type="pres">
      <dgm:prSet presAssocID="{97025DCE-C297-4B11-8CA3-0B56BEB08FA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E57FF10-0449-478F-BABB-B0BD59EA7BB2}" type="pres">
      <dgm:prSet presAssocID="{97025DCE-C297-4B11-8CA3-0B56BEB08FA1}" presName="negativeSpace" presStyleCnt="0"/>
      <dgm:spPr/>
    </dgm:pt>
    <dgm:pt modelId="{F01E07C7-BAED-4C48-9092-9924273823ED}" type="pres">
      <dgm:prSet presAssocID="{97025DCE-C297-4B11-8CA3-0B56BEB08FA1}" presName="childText" presStyleLbl="conFgAcc1" presStyleIdx="3" presStyleCnt="5">
        <dgm:presLayoutVars>
          <dgm:bulletEnabled val="1"/>
        </dgm:presLayoutVars>
      </dgm:prSet>
      <dgm:spPr/>
    </dgm:pt>
    <dgm:pt modelId="{34127429-828E-4412-BAE6-7AE2926BEB84}" type="pres">
      <dgm:prSet presAssocID="{D1BC3B74-AC97-4AC4-9D51-956126863A46}" presName="spaceBetweenRectangles" presStyleCnt="0"/>
      <dgm:spPr/>
    </dgm:pt>
    <dgm:pt modelId="{E70BDD43-D5C6-461B-A6A4-D618762262C1}" type="pres">
      <dgm:prSet presAssocID="{A53F81B2-7793-4704-97FB-99AAEADC92B5}" presName="parentLin" presStyleCnt="0"/>
      <dgm:spPr/>
    </dgm:pt>
    <dgm:pt modelId="{5A44D4C1-263B-419F-A471-F31FD2E4F41F}" type="pres">
      <dgm:prSet presAssocID="{A53F81B2-7793-4704-97FB-99AAEADC92B5}" presName="parentLeftMargin" presStyleLbl="node1" presStyleIdx="3" presStyleCnt="5"/>
      <dgm:spPr/>
    </dgm:pt>
    <dgm:pt modelId="{49CABCF7-F5CA-4028-A9C3-0CD59C263C40}" type="pres">
      <dgm:prSet presAssocID="{A53F81B2-7793-4704-97FB-99AAEADC92B5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F2E2C374-8AFD-4033-9162-CC30D5BF5B2F}" type="pres">
      <dgm:prSet presAssocID="{A53F81B2-7793-4704-97FB-99AAEADC92B5}" presName="negativeSpace" presStyleCnt="0"/>
      <dgm:spPr/>
    </dgm:pt>
    <dgm:pt modelId="{17FA059B-D587-4C06-9CB5-C8F20510C3CB}" type="pres">
      <dgm:prSet presAssocID="{A53F81B2-7793-4704-97FB-99AAEADC92B5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07F81422-807A-436C-BD76-91CEB27455DC}" srcId="{94BAFB6B-B720-4BB5-A81F-76FB916DFE7C}" destId="{97025DCE-C297-4B11-8CA3-0B56BEB08FA1}" srcOrd="3" destOrd="0" parTransId="{F8E5FFA0-3380-4B77-9A35-D4217C296B3C}" sibTransId="{D1BC3B74-AC97-4AC4-9D51-956126863A46}"/>
    <dgm:cxn modelId="{87154B31-F5EB-4421-B92B-B4D76C66F689}" type="presOf" srcId="{97025DCE-C297-4B11-8CA3-0B56BEB08FA1}" destId="{D70282A1-A28C-4F0F-AAA3-12921D7041ED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2B2A515C-A529-4130-9CF4-D7F9A554D0F3}" srcId="{94BAFB6B-B720-4BB5-A81F-76FB916DFE7C}" destId="{79F6E624-5493-405C-B053-83527125321D}" srcOrd="2" destOrd="0" parTransId="{3ABB595E-5644-4854-A44F-17B20720216E}" sibTransId="{C28AF285-C106-40DD-BCC1-06EFD34F348C}"/>
    <dgm:cxn modelId="{1E9E196C-4992-4AA1-BAF8-895C7D7A11B1}" type="presOf" srcId="{79F6E624-5493-405C-B053-83527125321D}" destId="{7642D620-BCEF-4905-8B41-861E9F2CD162}" srcOrd="1" destOrd="0" presId="urn:microsoft.com/office/officeart/2005/8/layout/list1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F788666F-8AC8-472B-B9AE-200C94954C8E}" type="presOf" srcId="{A53F81B2-7793-4704-97FB-99AAEADC92B5}" destId="{5A44D4C1-263B-419F-A471-F31FD2E4F41F}" srcOrd="0" destOrd="0" presId="urn:microsoft.com/office/officeart/2005/8/layout/list1"/>
    <dgm:cxn modelId="{8DC87054-53BE-455B-AE2F-D56CFDAD6E40}" type="presOf" srcId="{79F6E624-5493-405C-B053-83527125321D}" destId="{E0769F88-E5BB-4786-86E9-2302B8DD4713}" srcOrd="0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A7494B86-41A2-403D-A80E-7E0A3B76FD4A}" srcId="{94BAFB6B-B720-4BB5-A81F-76FB916DFE7C}" destId="{1C1EB755-94AC-49E2-9FC6-06DD3F3C94A7}" srcOrd="1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0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E7F54DBB-BF7A-4B45-A092-3A829EABDDFC}" srcId="{94BAFB6B-B720-4BB5-A81F-76FB916DFE7C}" destId="{A53F81B2-7793-4704-97FB-99AAEADC92B5}" srcOrd="4" destOrd="0" parTransId="{EA8FDDBF-2618-4EC6-BA83-ACB2FC6E473F}" sibTransId="{097E7A3D-0DF6-4CE8-904B-9A80C5C4E8AE}"/>
    <dgm:cxn modelId="{124815CB-9935-4519-B16B-D6DC178BAAAB}" type="presOf" srcId="{A53F81B2-7793-4704-97FB-99AAEADC92B5}" destId="{49CABCF7-F5CA-4028-A9C3-0CD59C263C40}" srcOrd="1" destOrd="0" presId="urn:microsoft.com/office/officeart/2005/8/layout/list1"/>
    <dgm:cxn modelId="{DA2360DF-6768-4628-99DB-E33A65A4D268}" type="presOf" srcId="{97025DCE-C297-4B11-8CA3-0B56BEB08FA1}" destId="{2C9F6AC1-61BB-4AA6-B422-A1AF18245742}" srcOrd="1" destOrd="0" presId="urn:microsoft.com/office/officeart/2005/8/layout/list1"/>
    <dgm:cxn modelId="{DAB84800-DA25-47AB-ABAD-E0136E2A2BC1}" type="presParOf" srcId="{90D2FBDF-B2F4-420E-9024-F3EB41A0152B}" destId="{5EF2DF05-AF25-4FE0-8AD1-84139E360CAF}" srcOrd="0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1" destOrd="0" presId="urn:microsoft.com/office/officeart/2005/8/layout/list1"/>
    <dgm:cxn modelId="{3F65B61C-BF1A-4836-B45B-5DEB76731B8F}" type="presParOf" srcId="{90D2FBDF-B2F4-420E-9024-F3EB41A0152B}" destId="{F75197EA-068F-43F5-BCCF-439BB12CEED7}" srcOrd="2" destOrd="0" presId="urn:microsoft.com/office/officeart/2005/8/layout/list1"/>
    <dgm:cxn modelId="{70C5EAF9-331A-4BCE-B53C-511A37B6591F}" type="presParOf" srcId="{90D2FBDF-B2F4-420E-9024-F3EB41A0152B}" destId="{23B6C78F-ACBF-4924-845E-FAFDDB447D18}" srcOrd="3" destOrd="0" presId="urn:microsoft.com/office/officeart/2005/8/layout/list1"/>
    <dgm:cxn modelId="{4B78A635-9C2B-450E-809B-3E56EDB62D7A}" type="presParOf" srcId="{90D2FBDF-B2F4-420E-9024-F3EB41A0152B}" destId="{96651B9B-6C65-41F0-9811-3A92A86C4778}" srcOrd="4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5" destOrd="0" presId="urn:microsoft.com/office/officeart/2005/8/layout/list1"/>
    <dgm:cxn modelId="{D0ADAD0E-F17B-4C7B-9EFA-CF83FC6DC5E1}" type="presParOf" srcId="{90D2FBDF-B2F4-420E-9024-F3EB41A0152B}" destId="{AE2F4F9B-4191-4658-9C0B-0D47EF653528}" srcOrd="6" destOrd="0" presId="urn:microsoft.com/office/officeart/2005/8/layout/list1"/>
    <dgm:cxn modelId="{DF64BABB-FE2E-47E3-AC5F-9BACF522ABBF}" type="presParOf" srcId="{90D2FBDF-B2F4-420E-9024-F3EB41A0152B}" destId="{6C305597-1A6D-4519-9431-A0BA87EF2DC5}" srcOrd="7" destOrd="0" presId="urn:microsoft.com/office/officeart/2005/8/layout/list1"/>
    <dgm:cxn modelId="{76A39691-72BE-449C-BAAD-5BA01E294E11}" type="presParOf" srcId="{90D2FBDF-B2F4-420E-9024-F3EB41A0152B}" destId="{647EB758-8FBE-4BBC-99B9-73A23F33CA7B}" srcOrd="8" destOrd="0" presId="urn:microsoft.com/office/officeart/2005/8/layout/list1"/>
    <dgm:cxn modelId="{BC958240-F355-458A-9F64-8647F9CE834B}" type="presParOf" srcId="{647EB758-8FBE-4BBC-99B9-73A23F33CA7B}" destId="{E0769F88-E5BB-4786-86E9-2302B8DD4713}" srcOrd="0" destOrd="0" presId="urn:microsoft.com/office/officeart/2005/8/layout/list1"/>
    <dgm:cxn modelId="{FFF46C6F-41E2-4361-B7B3-29F72BE0682F}" type="presParOf" srcId="{647EB758-8FBE-4BBC-99B9-73A23F33CA7B}" destId="{7642D620-BCEF-4905-8B41-861E9F2CD162}" srcOrd="1" destOrd="0" presId="urn:microsoft.com/office/officeart/2005/8/layout/list1"/>
    <dgm:cxn modelId="{F5113B23-74E8-466C-A5F8-1700EDE9D8E3}" type="presParOf" srcId="{90D2FBDF-B2F4-420E-9024-F3EB41A0152B}" destId="{CC21E54B-9728-482B-ABEC-565FD4A8D0AD}" srcOrd="9" destOrd="0" presId="urn:microsoft.com/office/officeart/2005/8/layout/list1"/>
    <dgm:cxn modelId="{BC4EDD5D-2A37-4AC1-89A8-5892A4C4B775}" type="presParOf" srcId="{90D2FBDF-B2F4-420E-9024-F3EB41A0152B}" destId="{8E654179-D54A-4ED1-AB01-B7564C5F6A4E}" srcOrd="10" destOrd="0" presId="urn:microsoft.com/office/officeart/2005/8/layout/list1"/>
    <dgm:cxn modelId="{BB8D93AE-6989-4F3D-B737-43427BE8194E}" type="presParOf" srcId="{90D2FBDF-B2F4-420E-9024-F3EB41A0152B}" destId="{18B12375-8928-4BF8-88BA-19424FC1005A}" srcOrd="11" destOrd="0" presId="urn:microsoft.com/office/officeart/2005/8/layout/list1"/>
    <dgm:cxn modelId="{6CE5C982-9637-432D-A04E-E206D7586E7A}" type="presParOf" srcId="{90D2FBDF-B2F4-420E-9024-F3EB41A0152B}" destId="{8D8E2CD6-D232-4E95-A8D0-28A8BDA556D7}" srcOrd="12" destOrd="0" presId="urn:microsoft.com/office/officeart/2005/8/layout/list1"/>
    <dgm:cxn modelId="{FB06D766-B185-45A2-9EDB-1A9E8CE8FC6E}" type="presParOf" srcId="{8D8E2CD6-D232-4E95-A8D0-28A8BDA556D7}" destId="{D70282A1-A28C-4F0F-AAA3-12921D7041ED}" srcOrd="0" destOrd="0" presId="urn:microsoft.com/office/officeart/2005/8/layout/list1"/>
    <dgm:cxn modelId="{7F79AFB3-96E2-4FCA-93E0-0331C1BB8AF0}" type="presParOf" srcId="{8D8E2CD6-D232-4E95-A8D0-28A8BDA556D7}" destId="{2C9F6AC1-61BB-4AA6-B422-A1AF18245742}" srcOrd="1" destOrd="0" presId="urn:microsoft.com/office/officeart/2005/8/layout/list1"/>
    <dgm:cxn modelId="{BCF47E72-8DB2-47B6-AF90-28C11D805277}" type="presParOf" srcId="{90D2FBDF-B2F4-420E-9024-F3EB41A0152B}" destId="{0E57FF10-0449-478F-BABB-B0BD59EA7BB2}" srcOrd="13" destOrd="0" presId="urn:microsoft.com/office/officeart/2005/8/layout/list1"/>
    <dgm:cxn modelId="{62085875-0740-4244-BE68-94A455DD4F8A}" type="presParOf" srcId="{90D2FBDF-B2F4-420E-9024-F3EB41A0152B}" destId="{F01E07C7-BAED-4C48-9092-9924273823ED}" srcOrd="14" destOrd="0" presId="urn:microsoft.com/office/officeart/2005/8/layout/list1"/>
    <dgm:cxn modelId="{DCCC2773-3619-4E82-A1F7-60C01B2B142C}" type="presParOf" srcId="{90D2FBDF-B2F4-420E-9024-F3EB41A0152B}" destId="{34127429-828E-4412-BAE6-7AE2926BEB84}" srcOrd="15" destOrd="0" presId="urn:microsoft.com/office/officeart/2005/8/layout/list1"/>
    <dgm:cxn modelId="{CB6A5E9A-3FFB-4441-8A97-F08527E0E43E}" type="presParOf" srcId="{90D2FBDF-B2F4-420E-9024-F3EB41A0152B}" destId="{E70BDD43-D5C6-461B-A6A4-D618762262C1}" srcOrd="16" destOrd="0" presId="urn:microsoft.com/office/officeart/2005/8/layout/list1"/>
    <dgm:cxn modelId="{BA19EA09-A299-4A68-964C-84A30E7200E0}" type="presParOf" srcId="{E70BDD43-D5C6-461B-A6A4-D618762262C1}" destId="{5A44D4C1-263B-419F-A471-F31FD2E4F41F}" srcOrd="0" destOrd="0" presId="urn:microsoft.com/office/officeart/2005/8/layout/list1"/>
    <dgm:cxn modelId="{146091E5-8DBF-491C-B72E-087019FEAE4A}" type="presParOf" srcId="{E70BDD43-D5C6-461B-A6A4-D618762262C1}" destId="{49CABCF7-F5CA-4028-A9C3-0CD59C263C40}" srcOrd="1" destOrd="0" presId="urn:microsoft.com/office/officeart/2005/8/layout/list1"/>
    <dgm:cxn modelId="{8ADEBEE6-4897-4C8D-BD9D-8B01A9A20C7B}" type="presParOf" srcId="{90D2FBDF-B2F4-420E-9024-F3EB41A0152B}" destId="{F2E2C374-8AFD-4033-9162-CC30D5BF5B2F}" srcOrd="17" destOrd="0" presId="urn:microsoft.com/office/officeart/2005/8/layout/list1"/>
    <dgm:cxn modelId="{FFA64E8F-A6AA-421C-B084-252706EA644A}" type="presParOf" srcId="{90D2FBDF-B2F4-420E-9024-F3EB41A0152B}" destId="{17FA059B-D587-4C06-9CB5-C8F20510C3C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CTF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溢出原理实战，准备工作：</a:t>
          </a: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、下载安装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python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的</a:t>
          </a:r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pwntools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79F6E624-5493-405C-B053-83527125321D}">
      <dgm:prSet phldrT="[文本]" custT="1"/>
      <dgm:spPr/>
      <dgm:t>
        <a:bodyPr/>
        <a:lstStyle/>
        <a:p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、准备并熟悉静态反汇编软件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IDA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ABB595E-5644-4854-A44F-17B20720216E}" type="parTrans" cxnId="{2B2A515C-A529-4130-9CF4-D7F9A554D0F3}">
      <dgm:prSet/>
      <dgm:spPr/>
      <dgm:t>
        <a:bodyPr/>
        <a:lstStyle/>
        <a:p>
          <a:endParaRPr lang="zh-CN" altLang="en-US"/>
        </a:p>
      </dgm:t>
    </dgm:pt>
    <dgm:pt modelId="{C28AF285-C106-40DD-BCC1-06EFD34F348C}" type="sibTrans" cxnId="{2B2A515C-A529-4130-9CF4-D7F9A554D0F3}">
      <dgm:prSet/>
      <dgm:spPr/>
      <dgm:t>
        <a:bodyPr/>
        <a:lstStyle/>
        <a:p>
          <a:endParaRPr lang="zh-CN" altLang="en-US"/>
        </a:p>
      </dgm:t>
    </dgm:pt>
    <dgm:pt modelId="{97025DCE-C297-4B11-8CA3-0B56BEB08FA1}">
      <dgm:prSet phldrT="[文本]" custT="1"/>
      <dgm:spPr/>
      <dgm:t>
        <a:bodyPr/>
        <a:lstStyle/>
        <a:p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、熟悉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C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语言及汇编部分指令</a:t>
          </a:r>
        </a:p>
      </dgm:t>
    </dgm:pt>
    <dgm:pt modelId="{F8E5FFA0-3380-4B77-9A35-D4217C296B3C}" type="parTrans" cxnId="{07F81422-807A-436C-BD76-91CEB27455DC}">
      <dgm:prSet/>
      <dgm:spPr/>
      <dgm:t>
        <a:bodyPr/>
        <a:lstStyle/>
        <a:p>
          <a:endParaRPr lang="zh-CN" altLang="en-US"/>
        </a:p>
      </dgm:t>
    </dgm:pt>
    <dgm:pt modelId="{D1BC3B74-AC97-4AC4-9D51-956126863A46}" type="sibTrans" cxnId="{07F81422-807A-436C-BD76-91CEB27455DC}">
      <dgm:prSet/>
      <dgm:spPr/>
      <dgm:t>
        <a:bodyPr/>
        <a:lstStyle/>
        <a:p>
          <a:endParaRPr lang="zh-CN" altLang="en-US"/>
        </a:p>
      </dgm:t>
    </dgm:pt>
    <dgm:pt modelId="{A53F81B2-7793-4704-97FB-99AAEADC92B5}">
      <dgm:prSet phldrT="[文本]" custT="1"/>
      <dgm:spPr/>
      <dgm:t>
        <a:bodyPr/>
        <a:lstStyle/>
        <a:p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、注册攻防世界，搜索题库</a:t>
          </a:r>
        </a:p>
      </dgm:t>
    </dgm:pt>
    <dgm:pt modelId="{EA8FDDBF-2618-4EC6-BA83-ACB2FC6E473F}" type="parTrans" cxnId="{E7F54DBB-BF7A-4B45-A092-3A829EABDDFC}">
      <dgm:prSet/>
      <dgm:spPr/>
      <dgm:t>
        <a:bodyPr/>
        <a:lstStyle/>
        <a:p>
          <a:endParaRPr lang="zh-CN" altLang="en-US"/>
        </a:p>
      </dgm:t>
    </dgm:pt>
    <dgm:pt modelId="{097E7A3D-0DF6-4CE8-904B-9A80C5C4E8AE}" type="sibTrans" cxnId="{E7F54DBB-BF7A-4B45-A092-3A829EABDDFC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5"/>
      <dgm:spPr/>
    </dgm:pt>
    <dgm:pt modelId="{A4DBA456-5C7E-44C4-A4EC-3CEC69B98C85}" type="pres">
      <dgm:prSet presAssocID="{291AE741-19A1-4F21-9908-E9000469EA5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0" presStyleCnt="5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0" presStyleCnt="5"/>
      <dgm:spPr/>
    </dgm:pt>
    <dgm:pt modelId="{0BA4B5E1-DED6-4BF7-B3BD-0050AC25C2F9}" type="pres">
      <dgm:prSet presAssocID="{1C1EB755-94AC-49E2-9FC6-06DD3F3C94A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1" presStyleCnt="5">
        <dgm:presLayoutVars>
          <dgm:bulletEnabled val="1"/>
        </dgm:presLayoutVars>
      </dgm:prSet>
      <dgm:spPr/>
    </dgm:pt>
    <dgm:pt modelId="{6C305597-1A6D-4519-9431-A0BA87EF2DC5}" type="pres">
      <dgm:prSet presAssocID="{211AD1F7-7A93-4BC5-A182-8CA9A31BE4F4}" presName="spaceBetweenRectangles" presStyleCnt="0"/>
      <dgm:spPr/>
    </dgm:pt>
    <dgm:pt modelId="{647EB758-8FBE-4BBC-99B9-73A23F33CA7B}" type="pres">
      <dgm:prSet presAssocID="{79F6E624-5493-405C-B053-83527125321D}" presName="parentLin" presStyleCnt="0"/>
      <dgm:spPr/>
    </dgm:pt>
    <dgm:pt modelId="{E0769F88-E5BB-4786-86E9-2302B8DD4713}" type="pres">
      <dgm:prSet presAssocID="{79F6E624-5493-405C-B053-83527125321D}" presName="parentLeftMargin" presStyleLbl="node1" presStyleIdx="1" presStyleCnt="5"/>
      <dgm:spPr/>
    </dgm:pt>
    <dgm:pt modelId="{7642D620-BCEF-4905-8B41-861E9F2CD162}" type="pres">
      <dgm:prSet presAssocID="{79F6E624-5493-405C-B053-83527125321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C21E54B-9728-482B-ABEC-565FD4A8D0AD}" type="pres">
      <dgm:prSet presAssocID="{79F6E624-5493-405C-B053-83527125321D}" presName="negativeSpace" presStyleCnt="0"/>
      <dgm:spPr/>
    </dgm:pt>
    <dgm:pt modelId="{8E654179-D54A-4ED1-AB01-B7564C5F6A4E}" type="pres">
      <dgm:prSet presAssocID="{79F6E624-5493-405C-B053-83527125321D}" presName="childText" presStyleLbl="conFgAcc1" presStyleIdx="2" presStyleCnt="5">
        <dgm:presLayoutVars>
          <dgm:bulletEnabled val="1"/>
        </dgm:presLayoutVars>
      </dgm:prSet>
      <dgm:spPr/>
    </dgm:pt>
    <dgm:pt modelId="{18B12375-8928-4BF8-88BA-19424FC1005A}" type="pres">
      <dgm:prSet presAssocID="{C28AF285-C106-40DD-BCC1-06EFD34F348C}" presName="spaceBetweenRectangles" presStyleCnt="0"/>
      <dgm:spPr/>
    </dgm:pt>
    <dgm:pt modelId="{8D8E2CD6-D232-4E95-A8D0-28A8BDA556D7}" type="pres">
      <dgm:prSet presAssocID="{97025DCE-C297-4B11-8CA3-0B56BEB08FA1}" presName="parentLin" presStyleCnt="0"/>
      <dgm:spPr/>
    </dgm:pt>
    <dgm:pt modelId="{D70282A1-A28C-4F0F-AAA3-12921D7041ED}" type="pres">
      <dgm:prSet presAssocID="{97025DCE-C297-4B11-8CA3-0B56BEB08FA1}" presName="parentLeftMargin" presStyleLbl="node1" presStyleIdx="2" presStyleCnt="5"/>
      <dgm:spPr/>
    </dgm:pt>
    <dgm:pt modelId="{2C9F6AC1-61BB-4AA6-B422-A1AF18245742}" type="pres">
      <dgm:prSet presAssocID="{97025DCE-C297-4B11-8CA3-0B56BEB08FA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E57FF10-0449-478F-BABB-B0BD59EA7BB2}" type="pres">
      <dgm:prSet presAssocID="{97025DCE-C297-4B11-8CA3-0B56BEB08FA1}" presName="negativeSpace" presStyleCnt="0"/>
      <dgm:spPr/>
    </dgm:pt>
    <dgm:pt modelId="{F01E07C7-BAED-4C48-9092-9924273823ED}" type="pres">
      <dgm:prSet presAssocID="{97025DCE-C297-4B11-8CA3-0B56BEB08FA1}" presName="childText" presStyleLbl="conFgAcc1" presStyleIdx="3" presStyleCnt="5">
        <dgm:presLayoutVars>
          <dgm:bulletEnabled val="1"/>
        </dgm:presLayoutVars>
      </dgm:prSet>
      <dgm:spPr/>
    </dgm:pt>
    <dgm:pt modelId="{34127429-828E-4412-BAE6-7AE2926BEB84}" type="pres">
      <dgm:prSet presAssocID="{D1BC3B74-AC97-4AC4-9D51-956126863A46}" presName="spaceBetweenRectangles" presStyleCnt="0"/>
      <dgm:spPr/>
    </dgm:pt>
    <dgm:pt modelId="{E70BDD43-D5C6-461B-A6A4-D618762262C1}" type="pres">
      <dgm:prSet presAssocID="{A53F81B2-7793-4704-97FB-99AAEADC92B5}" presName="parentLin" presStyleCnt="0"/>
      <dgm:spPr/>
    </dgm:pt>
    <dgm:pt modelId="{5A44D4C1-263B-419F-A471-F31FD2E4F41F}" type="pres">
      <dgm:prSet presAssocID="{A53F81B2-7793-4704-97FB-99AAEADC92B5}" presName="parentLeftMargin" presStyleLbl="node1" presStyleIdx="3" presStyleCnt="5"/>
      <dgm:spPr/>
    </dgm:pt>
    <dgm:pt modelId="{49CABCF7-F5CA-4028-A9C3-0CD59C263C40}" type="pres">
      <dgm:prSet presAssocID="{A53F81B2-7793-4704-97FB-99AAEADC92B5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F2E2C374-8AFD-4033-9162-CC30D5BF5B2F}" type="pres">
      <dgm:prSet presAssocID="{A53F81B2-7793-4704-97FB-99AAEADC92B5}" presName="negativeSpace" presStyleCnt="0"/>
      <dgm:spPr/>
    </dgm:pt>
    <dgm:pt modelId="{17FA059B-D587-4C06-9CB5-C8F20510C3CB}" type="pres">
      <dgm:prSet presAssocID="{A53F81B2-7793-4704-97FB-99AAEADC92B5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07F81422-807A-436C-BD76-91CEB27455DC}" srcId="{94BAFB6B-B720-4BB5-A81F-76FB916DFE7C}" destId="{97025DCE-C297-4B11-8CA3-0B56BEB08FA1}" srcOrd="3" destOrd="0" parTransId="{F8E5FFA0-3380-4B77-9A35-D4217C296B3C}" sibTransId="{D1BC3B74-AC97-4AC4-9D51-956126863A46}"/>
    <dgm:cxn modelId="{87154B31-F5EB-4421-B92B-B4D76C66F689}" type="presOf" srcId="{97025DCE-C297-4B11-8CA3-0B56BEB08FA1}" destId="{D70282A1-A28C-4F0F-AAA3-12921D7041ED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2B2A515C-A529-4130-9CF4-D7F9A554D0F3}" srcId="{94BAFB6B-B720-4BB5-A81F-76FB916DFE7C}" destId="{79F6E624-5493-405C-B053-83527125321D}" srcOrd="2" destOrd="0" parTransId="{3ABB595E-5644-4854-A44F-17B20720216E}" sibTransId="{C28AF285-C106-40DD-BCC1-06EFD34F348C}"/>
    <dgm:cxn modelId="{1E9E196C-4992-4AA1-BAF8-895C7D7A11B1}" type="presOf" srcId="{79F6E624-5493-405C-B053-83527125321D}" destId="{7642D620-BCEF-4905-8B41-861E9F2CD162}" srcOrd="1" destOrd="0" presId="urn:microsoft.com/office/officeart/2005/8/layout/list1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F788666F-8AC8-472B-B9AE-200C94954C8E}" type="presOf" srcId="{A53F81B2-7793-4704-97FB-99AAEADC92B5}" destId="{5A44D4C1-263B-419F-A471-F31FD2E4F41F}" srcOrd="0" destOrd="0" presId="urn:microsoft.com/office/officeart/2005/8/layout/list1"/>
    <dgm:cxn modelId="{8DC87054-53BE-455B-AE2F-D56CFDAD6E40}" type="presOf" srcId="{79F6E624-5493-405C-B053-83527125321D}" destId="{E0769F88-E5BB-4786-86E9-2302B8DD4713}" srcOrd="0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A7494B86-41A2-403D-A80E-7E0A3B76FD4A}" srcId="{94BAFB6B-B720-4BB5-A81F-76FB916DFE7C}" destId="{1C1EB755-94AC-49E2-9FC6-06DD3F3C94A7}" srcOrd="1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0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E7F54DBB-BF7A-4B45-A092-3A829EABDDFC}" srcId="{94BAFB6B-B720-4BB5-A81F-76FB916DFE7C}" destId="{A53F81B2-7793-4704-97FB-99AAEADC92B5}" srcOrd="4" destOrd="0" parTransId="{EA8FDDBF-2618-4EC6-BA83-ACB2FC6E473F}" sibTransId="{097E7A3D-0DF6-4CE8-904B-9A80C5C4E8AE}"/>
    <dgm:cxn modelId="{124815CB-9935-4519-B16B-D6DC178BAAAB}" type="presOf" srcId="{A53F81B2-7793-4704-97FB-99AAEADC92B5}" destId="{49CABCF7-F5CA-4028-A9C3-0CD59C263C40}" srcOrd="1" destOrd="0" presId="urn:microsoft.com/office/officeart/2005/8/layout/list1"/>
    <dgm:cxn modelId="{DA2360DF-6768-4628-99DB-E33A65A4D268}" type="presOf" srcId="{97025DCE-C297-4B11-8CA3-0B56BEB08FA1}" destId="{2C9F6AC1-61BB-4AA6-B422-A1AF18245742}" srcOrd="1" destOrd="0" presId="urn:microsoft.com/office/officeart/2005/8/layout/list1"/>
    <dgm:cxn modelId="{DAB84800-DA25-47AB-ABAD-E0136E2A2BC1}" type="presParOf" srcId="{90D2FBDF-B2F4-420E-9024-F3EB41A0152B}" destId="{5EF2DF05-AF25-4FE0-8AD1-84139E360CAF}" srcOrd="0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1" destOrd="0" presId="urn:microsoft.com/office/officeart/2005/8/layout/list1"/>
    <dgm:cxn modelId="{3F65B61C-BF1A-4836-B45B-5DEB76731B8F}" type="presParOf" srcId="{90D2FBDF-B2F4-420E-9024-F3EB41A0152B}" destId="{F75197EA-068F-43F5-BCCF-439BB12CEED7}" srcOrd="2" destOrd="0" presId="urn:microsoft.com/office/officeart/2005/8/layout/list1"/>
    <dgm:cxn modelId="{70C5EAF9-331A-4BCE-B53C-511A37B6591F}" type="presParOf" srcId="{90D2FBDF-B2F4-420E-9024-F3EB41A0152B}" destId="{23B6C78F-ACBF-4924-845E-FAFDDB447D18}" srcOrd="3" destOrd="0" presId="urn:microsoft.com/office/officeart/2005/8/layout/list1"/>
    <dgm:cxn modelId="{4B78A635-9C2B-450E-809B-3E56EDB62D7A}" type="presParOf" srcId="{90D2FBDF-B2F4-420E-9024-F3EB41A0152B}" destId="{96651B9B-6C65-41F0-9811-3A92A86C4778}" srcOrd="4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5" destOrd="0" presId="urn:microsoft.com/office/officeart/2005/8/layout/list1"/>
    <dgm:cxn modelId="{D0ADAD0E-F17B-4C7B-9EFA-CF83FC6DC5E1}" type="presParOf" srcId="{90D2FBDF-B2F4-420E-9024-F3EB41A0152B}" destId="{AE2F4F9B-4191-4658-9C0B-0D47EF653528}" srcOrd="6" destOrd="0" presId="urn:microsoft.com/office/officeart/2005/8/layout/list1"/>
    <dgm:cxn modelId="{DF64BABB-FE2E-47E3-AC5F-9BACF522ABBF}" type="presParOf" srcId="{90D2FBDF-B2F4-420E-9024-F3EB41A0152B}" destId="{6C305597-1A6D-4519-9431-A0BA87EF2DC5}" srcOrd="7" destOrd="0" presId="urn:microsoft.com/office/officeart/2005/8/layout/list1"/>
    <dgm:cxn modelId="{76A39691-72BE-449C-BAAD-5BA01E294E11}" type="presParOf" srcId="{90D2FBDF-B2F4-420E-9024-F3EB41A0152B}" destId="{647EB758-8FBE-4BBC-99B9-73A23F33CA7B}" srcOrd="8" destOrd="0" presId="urn:microsoft.com/office/officeart/2005/8/layout/list1"/>
    <dgm:cxn modelId="{BC958240-F355-458A-9F64-8647F9CE834B}" type="presParOf" srcId="{647EB758-8FBE-4BBC-99B9-73A23F33CA7B}" destId="{E0769F88-E5BB-4786-86E9-2302B8DD4713}" srcOrd="0" destOrd="0" presId="urn:microsoft.com/office/officeart/2005/8/layout/list1"/>
    <dgm:cxn modelId="{FFF46C6F-41E2-4361-B7B3-29F72BE0682F}" type="presParOf" srcId="{647EB758-8FBE-4BBC-99B9-73A23F33CA7B}" destId="{7642D620-BCEF-4905-8B41-861E9F2CD162}" srcOrd="1" destOrd="0" presId="urn:microsoft.com/office/officeart/2005/8/layout/list1"/>
    <dgm:cxn modelId="{F5113B23-74E8-466C-A5F8-1700EDE9D8E3}" type="presParOf" srcId="{90D2FBDF-B2F4-420E-9024-F3EB41A0152B}" destId="{CC21E54B-9728-482B-ABEC-565FD4A8D0AD}" srcOrd="9" destOrd="0" presId="urn:microsoft.com/office/officeart/2005/8/layout/list1"/>
    <dgm:cxn modelId="{BC4EDD5D-2A37-4AC1-89A8-5892A4C4B775}" type="presParOf" srcId="{90D2FBDF-B2F4-420E-9024-F3EB41A0152B}" destId="{8E654179-D54A-4ED1-AB01-B7564C5F6A4E}" srcOrd="10" destOrd="0" presId="urn:microsoft.com/office/officeart/2005/8/layout/list1"/>
    <dgm:cxn modelId="{BB8D93AE-6989-4F3D-B737-43427BE8194E}" type="presParOf" srcId="{90D2FBDF-B2F4-420E-9024-F3EB41A0152B}" destId="{18B12375-8928-4BF8-88BA-19424FC1005A}" srcOrd="11" destOrd="0" presId="urn:microsoft.com/office/officeart/2005/8/layout/list1"/>
    <dgm:cxn modelId="{6CE5C982-9637-432D-A04E-E206D7586E7A}" type="presParOf" srcId="{90D2FBDF-B2F4-420E-9024-F3EB41A0152B}" destId="{8D8E2CD6-D232-4E95-A8D0-28A8BDA556D7}" srcOrd="12" destOrd="0" presId="urn:microsoft.com/office/officeart/2005/8/layout/list1"/>
    <dgm:cxn modelId="{FB06D766-B185-45A2-9EDB-1A9E8CE8FC6E}" type="presParOf" srcId="{8D8E2CD6-D232-4E95-A8D0-28A8BDA556D7}" destId="{D70282A1-A28C-4F0F-AAA3-12921D7041ED}" srcOrd="0" destOrd="0" presId="urn:microsoft.com/office/officeart/2005/8/layout/list1"/>
    <dgm:cxn modelId="{7F79AFB3-96E2-4FCA-93E0-0331C1BB8AF0}" type="presParOf" srcId="{8D8E2CD6-D232-4E95-A8D0-28A8BDA556D7}" destId="{2C9F6AC1-61BB-4AA6-B422-A1AF18245742}" srcOrd="1" destOrd="0" presId="urn:microsoft.com/office/officeart/2005/8/layout/list1"/>
    <dgm:cxn modelId="{BCF47E72-8DB2-47B6-AF90-28C11D805277}" type="presParOf" srcId="{90D2FBDF-B2F4-420E-9024-F3EB41A0152B}" destId="{0E57FF10-0449-478F-BABB-B0BD59EA7BB2}" srcOrd="13" destOrd="0" presId="urn:microsoft.com/office/officeart/2005/8/layout/list1"/>
    <dgm:cxn modelId="{62085875-0740-4244-BE68-94A455DD4F8A}" type="presParOf" srcId="{90D2FBDF-B2F4-420E-9024-F3EB41A0152B}" destId="{F01E07C7-BAED-4C48-9092-9924273823ED}" srcOrd="14" destOrd="0" presId="urn:microsoft.com/office/officeart/2005/8/layout/list1"/>
    <dgm:cxn modelId="{DCCC2773-3619-4E82-A1F7-60C01B2B142C}" type="presParOf" srcId="{90D2FBDF-B2F4-420E-9024-F3EB41A0152B}" destId="{34127429-828E-4412-BAE6-7AE2926BEB84}" srcOrd="15" destOrd="0" presId="urn:microsoft.com/office/officeart/2005/8/layout/list1"/>
    <dgm:cxn modelId="{CB6A5E9A-3FFB-4441-8A97-F08527E0E43E}" type="presParOf" srcId="{90D2FBDF-B2F4-420E-9024-F3EB41A0152B}" destId="{E70BDD43-D5C6-461B-A6A4-D618762262C1}" srcOrd="16" destOrd="0" presId="urn:microsoft.com/office/officeart/2005/8/layout/list1"/>
    <dgm:cxn modelId="{BA19EA09-A299-4A68-964C-84A30E7200E0}" type="presParOf" srcId="{E70BDD43-D5C6-461B-A6A4-D618762262C1}" destId="{5A44D4C1-263B-419F-A471-F31FD2E4F41F}" srcOrd="0" destOrd="0" presId="urn:microsoft.com/office/officeart/2005/8/layout/list1"/>
    <dgm:cxn modelId="{146091E5-8DBF-491C-B72E-087019FEAE4A}" type="presParOf" srcId="{E70BDD43-D5C6-461B-A6A4-D618762262C1}" destId="{49CABCF7-F5CA-4028-A9C3-0CD59C263C40}" srcOrd="1" destOrd="0" presId="urn:microsoft.com/office/officeart/2005/8/layout/list1"/>
    <dgm:cxn modelId="{8ADEBEE6-4897-4C8D-BD9D-8B01A9A20C7B}" type="presParOf" srcId="{90D2FBDF-B2F4-420E-9024-F3EB41A0152B}" destId="{F2E2C374-8AFD-4033-9162-CC30D5BF5B2F}" srcOrd="17" destOrd="0" presId="urn:microsoft.com/office/officeart/2005/8/layout/list1"/>
    <dgm:cxn modelId="{FFA64E8F-A6AA-421C-B084-252706EA644A}" type="presParOf" srcId="{90D2FBDF-B2F4-420E-9024-F3EB41A0152B}" destId="{17FA059B-D587-4C06-9CB5-C8F20510C3C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如何挖掘溢出漏洞？</a:t>
          </a: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学会使用工具（静态</a:t>
          </a:r>
          <a:r>
            <a:rPr lang="en-US" altLang="zh-CN" sz="18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IDA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、动态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Debug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79F6E624-5493-405C-B053-83527125321D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找到</a:t>
          </a:r>
          <a:r>
            <a:rPr lang="zh-CN" altLang="en-US" sz="18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危险函数</a:t>
          </a:r>
          <a:r>
            <a:rPr lang="en-US" altLang="zh-CN" sz="18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get/</a:t>
          </a:r>
          <a:r>
            <a:rPr lang="en-US" altLang="zh-CN" sz="1800" dirty="0" err="1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scanf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之类的地方</a:t>
          </a:r>
        </a:p>
      </dgm:t>
    </dgm:pt>
    <dgm:pt modelId="{3ABB595E-5644-4854-A44F-17B20720216E}" type="parTrans" cxnId="{2B2A515C-A529-4130-9CF4-D7F9A554D0F3}">
      <dgm:prSet/>
      <dgm:spPr/>
      <dgm:t>
        <a:bodyPr/>
        <a:lstStyle/>
        <a:p>
          <a:endParaRPr lang="zh-CN" altLang="en-US"/>
        </a:p>
      </dgm:t>
    </dgm:pt>
    <dgm:pt modelId="{C28AF285-C106-40DD-BCC1-06EFD34F348C}" type="sibTrans" cxnId="{2B2A515C-A529-4130-9CF4-D7F9A554D0F3}">
      <dgm:prSet/>
      <dgm:spPr/>
      <dgm:t>
        <a:bodyPr/>
        <a:lstStyle/>
        <a:p>
          <a:endParaRPr lang="zh-CN" altLang="en-US"/>
        </a:p>
      </dgm:t>
    </dgm:pt>
    <dgm:pt modelId="{97025DCE-C297-4B11-8CA3-0B56BEB08FA1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根据结果计算溢出量</a:t>
          </a:r>
        </a:p>
      </dgm:t>
    </dgm:pt>
    <dgm:pt modelId="{F8E5FFA0-3380-4B77-9A35-D4217C296B3C}" type="parTrans" cxnId="{07F81422-807A-436C-BD76-91CEB27455DC}">
      <dgm:prSet/>
      <dgm:spPr/>
      <dgm:t>
        <a:bodyPr/>
        <a:lstStyle/>
        <a:p>
          <a:endParaRPr lang="zh-CN" altLang="en-US"/>
        </a:p>
      </dgm:t>
    </dgm:pt>
    <dgm:pt modelId="{D1BC3B74-AC97-4AC4-9D51-956126863A46}" type="sibTrans" cxnId="{07F81422-807A-436C-BD76-91CEB27455DC}">
      <dgm:prSet/>
      <dgm:spPr/>
      <dgm:t>
        <a:bodyPr/>
        <a:lstStyle/>
        <a:p>
          <a:endParaRPr lang="zh-CN" altLang="en-US"/>
        </a:p>
      </dgm:t>
    </dgm:pt>
    <dgm:pt modelId="{A53F81B2-7793-4704-97FB-99AAEADC92B5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编程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python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程序引发溢出</a:t>
          </a:r>
        </a:p>
      </dgm:t>
    </dgm:pt>
    <dgm:pt modelId="{EA8FDDBF-2618-4EC6-BA83-ACB2FC6E473F}" type="parTrans" cxnId="{E7F54DBB-BF7A-4B45-A092-3A829EABDDFC}">
      <dgm:prSet/>
      <dgm:spPr/>
      <dgm:t>
        <a:bodyPr/>
        <a:lstStyle/>
        <a:p>
          <a:endParaRPr lang="zh-CN" altLang="en-US"/>
        </a:p>
      </dgm:t>
    </dgm:pt>
    <dgm:pt modelId="{097E7A3D-0DF6-4CE8-904B-9A80C5C4E8AE}" type="sibTrans" cxnId="{E7F54DBB-BF7A-4B45-A092-3A829EABDDFC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5"/>
      <dgm:spPr/>
    </dgm:pt>
    <dgm:pt modelId="{A4DBA456-5C7E-44C4-A4EC-3CEC69B98C85}" type="pres">
      <dgm:prSet presAssocID="{291AE741-19A1-4F21-9908-E9000469EA5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0" presStyleCnt="5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0" presStyleCnt="5"/>
      <dgm:spPr/>
    </dgm:pt>
    <dgm:pt modelId="{0BA4B5E1-DED6-4BF7-B3BD-0050AC25C2F9}" type="pres">
      <dgm:prSet presAssocID="{1C1EB755-94AC-49E2-9FC6-06DD3F3C94A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1" presStyleCnt="5">
        <dgm:presLayoutVars>
          <dgm:bulletEnabled val="1"/>
        </dgm:presLayoutVars>
      </dgm:prSet>
      <dgm:spPr/>
    </dgm:pt>
    <dgm:pt modelId="{6C305597-1A6D-4519-9431-A0BA87EF2DC5}" type="pres">
      <dgm:prSet presAssocID="{211AD1F7-7A93-4BC5-A182-8CA9A31BE4F4}" presName="spaceBetweenRectangles" presStyleCnt="0"/>
      <dgm:spPr/>
    </dgm:pt>
    <dgm:pt modelId="{647EB758-8FBE-4BBC-99B9-73A23F33CA7B}" type="pres">
      <dgm:prSet presAssocID="{79F6E624-5493-405C-B053-83527125321D}" presName="parentLin" presStyleCnt="0"/>
      <dgm:spPr/>
    </dgm:pt>
    <dgm:pt modelId="{E0769F88-E5BB-4786-86E9-2302B8DD4713}" type="pres">
      <dgm:prSet presAssocID="{79F6E624-5493-405C-B053-83527125321D}" presName="parentLeftMargin" presStyleLbl="node1" presStyleIdx="1" presStyleCnt="5"/>
      <dgm:spPr/>
    </dgm:pt>
    <dgm:pt modelId="{7642D620-BCEF-4905-8B41-861E9F2CD162}" type="pres">
      <dgm:prSet presAssocID="{79F6E624-5493-405C-B053-83527125321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C21E54B-9728-482B-ABEC-565FD4A8D0AD}" type="pres">
      <dgm:prSet presAssocID="{79F6E624-5493-405C-B053-83527125321D}" presName="negativeSpace" presStyleCnt="0"/>
      <dgm:spPr/>
    </dgm:pt>
    <dgm:pt modelId="{8E654179-D54A-4ED1-AB01-B7564C5F6A4E}" type="pres">
      <dgm:prSet presAssocID="{79F6E624-5493-405C-B053-83527125321D}" presName="childText" presStyleLbl="conFgAcc1" presStyleIdx="2" presStyleCnt="5">
        <dgm:presLayoutVars>
          <dgm:bulletEnabled val="1"/>
        </dgm:presLayoutVars>
      </dgm:prSet>
      <dgm:spPr/>
    </dgm:pt>
    <dgm:pt modelId="{18B12375-8928-4BF8-88BA-19424FC1005A}" type="pres">
      <dgm:prSet presAssocID="{C28AF285-C106-40DD-BCC1-06EFD34F348C}" presName="spaceBetweenRectangles" presStyleCnt="0"/>
      <dgm:spPr/>
    </dgm:pt>
    <dgm:pt modelId="{8D8E2CD6-D232-4E95-A8D0-28A8BDA556D7}" type="pres">
      <dgm:prSet presAssocID="{97025DCE-C297-4B11-8CA3-0B56BEB08FA1}" presName="parentLin" presStyleCnt="0"/>
      <dgm:spPr/>
    </dgm:pt>
    <dgm:pt modelId="{D70282A1-A28C-4F0F-AAA3-12921D7041ED}" type="pres">
      <dgm:prSet presAssocID="{97025DCE-C297-4B11-8CA3-0B56BEB08FA1}" presName="parentLeftMargin" presStyleLbl="node1" presStyleIdx="2" presStyleCnt="5"/>
      <dgm:spPr/>
    </dgm:pt>
    <dgm:pt modelId="{2C9F6AC1-61BB-4AA6-B422-A1AF18245742}" type="pres">
      <dgm:prSet presAssocID="{97025DCE-C297-4B11-8CA3-0B56BEB08FA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E57FF10-0449-478F-BABB-B0BD59EA7BB2}" type="pres">
      <dgm:prSet presAssocID="{97025DCE-C297-4B11-8CA3-0B56BEB08FA1}" presName="negativeSpace" presStyleCnt="0"/>
      <dgm:spPr/>
    </dgm:pt>
    <dgm:pt modelId="{F01E07C7-BAED-4C48-9092-9924273823ED}" type="pres">
      <dgm:prSet presAssocID="{97025DCE-C297-4B11-8CA3-0B56BEB08FA1}" presName="childText" presStyleLbl="conFgAcc1" presStyleIdx="3" presStyleCnt="5">
        <dgm:presLayoutVars>
          <dgm:bulletEnabled val="1"/>
        </dgm:presLayoutVars>
      </dgm:prSet>
      <dgm:spPr/>
    </dgm:pt>
    <dgm:pt modelId="{34127429-828E-4412-BAE6-7AE2926BEB84}" type="pres">
      <dgm:prSet presAssocID="{D1BC3B74-AC97-4AC4-9D51-956126863A46}" presName="spaceBetweenRectangles" presStyleCnt="0"/>
      <dgm:spPr/>
    </dgm:pt>
    <dgm:pt modelId="{E70BDD43-D5C6-461B-A6A4-D618762262C1}" type="pres">
      <dgm:prSet presAssocID="{A53F81B2-7793-4704-97FB-99AAEADC92B5}" presName="parentLin" presStyleCnt="0"/>
      <dgm:spPr/>
    </dgm:pt>
    <dgm:pt modelId="{5A44D4C1-263B-419F-A471-F31FD2E4F41F}" type="pres">
      <dgm:prSet presAssocID="{A53F81B2-7793-4704-97FB-99AAEADC92B5}" presName="parentLeftMargin" presStyleLbl="node1" presStyleIdx="3" presStyleCnt="5"/>
      <dgm:spPr/>
    </dgm:pt>
    <dgm:pt modelId="{49CABCF7-F5CA-4028-A9C3-0CD59C263C40}" type="pres">
      <dgm:prSet presAssocID="{A53F81B2-7793-4704-97FB-99AAEADC92B5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F2E2C374-8AFD-4033-9162-CC30D5BF5B2F}" type="pres">
      <dgm:prSet presAssocID="{A53F81B2-7793-4704-97FB-99AAEADC92B5}" presName="negativeSpace" presStyleCnt="0"/>
      <dgm:spPr/>
    </dgm:pt>
    <dgm:pt modelId="{17FA059B-D587-4C06-9CB5-C8F20510C3CB}" type="pres">
      <dgm:prSet presAssocID="{A53F81B2-7793-4704-97FB-99AAEADC92B5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07F81422-807A-436C-BD76-91CEB27455DC}" srcId="{94BAFB6B-B720-4BB5-A81F-76FB916DFE7C}" destId="{97025DCE-C297-4B11-8CA3-0B56BEB08FA1}" srcOrd="3" destOrd="0" parTransId="{F8E5FFA0-3380-4B77-9A35-D4217C296B3C}" sibTransId="{D1BC3B74-AC97-4AC4-9D51-956126863A46}"/>
    <dgm:cxn modelId="{87154B31-F5EB-4421-B92B-B4D76C66F689}" type="presOf" srcId="{97025DCE-C297-4B11-8CA3-0B56BEB08FA1}" destId="{D70282A1-A28C-4F0F-AAA3-12921D7041ED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2B2A515C-A529-4130-9CF4-D7F9A554D0F3}" srcId="{94BAFB6B-B720-4BB5-A81F-76FB916DFE7C}" destId="{79F6E624-5493-405C-B053-83527125321D}" srcOrd="2" destOrd="0" parTransId="{3ABB595E-5644-4854-A44F-17B20720216E}" sibTransId="{C28AF285-C106-40DD-BCC1-06EFD34F348C}"/>
    <dgm:cxn modelId="{1E9E196C-4992-4AA1-BAF8-895C7D7A11B1}" type="presOf" srcId="{79F6E624-5493-405C-B053-83527125321D}" destId="{7642D620-BCEF-4905-8B41-861E9F2CD162}" srcOrd="1" destOrd="0" presId="urn:microsoft.com/office/officeart/2005/8/layout/list1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F788666F-8AC8-472B-B9AE-200C94954C8E}" type="presOf" srcId="{A53F81B2-7793-4704-97FB-99AAEADC92B5}" destId="{5A44D4C1-263B-419F-A471-F31FD2E4F41F}" srcOrd="0" destOrd="0" presId="urn:microsoft.com/office/officeart/2005/8/layout/list1"/>
    <dgm:cxn modelId="{8DC87054-53BE-455B-AE2F-D56CFDAD6E40}" type="presOf" srcId="{79F6E624-5493-405C-B053-83527125321D}" destId="{E0769F88-E5BB-4786-86E9-2302B8DD4713}" srcOrd="0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A7494B86-41A2-403D-A80E-7E0A3B76FD4A}" srcId="{94BAFB6B-B720-4BB5-A81F-76FB916DFE7C}" destId="{1C1EB755-94AC-49E2-9FC6-06DD3F3C94A7}" srcOrd="1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0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E7F54DBB-BF7A-4B45-A092-3A829EABDDFC}" srcId="{94BAFB6B-B720-4BB5-A81F-76FB916DFE7C}" destId="{A53F81B2-7793-4704-97FB-99AAEADC92B5}" srcOrd="4" destOrd="0" parTransId="{EA8FDDBF-2618-4EC6-BA83-ACB2FC6E473F}" sibTransId="{097E7A3D-0DF6-4CE8-904B-9A80C5C4E8AE}"/>
    <dgm:cxn modelId="{124815CB-9935-4519-B16B-D6DC178BAAAB}" type="presOf" srcId="{A53F81B2-7793-4704-97FB-99AAEADC92B5}" destId="{49CABCF7-F5CA-4028-A9C3-0CD59C263C40}" srcOrd="1" destOrd="0" presId="urn:microsoft.com/office/officeart/2005/8/layout/list1"/>
    <dgm:cxn modelId="{DA2360DF-6768-4628-99DB-E33A65A4D268}" type="presOf" srcId="{97025DCE-C297-4B11-8CA3-0B56BEB08FA1}" destId="{2C9F6AC1-61BB-4AA6-B422-A1AF18245742}" srcOrd="1" destOrd="0" presId="urn:microsoft.com/office/officeart/2005/8/layout/list1"/>
    <dgm:cxn modelId="{DAB84800-DA25-47AB-ABAD-E0136E2A2BC1}" type="presParOf" srcId="{90D2FBDF-B2F4-420E-9024-F3EB41A0152B}" destId="{5EF2DF05-AF25-4FE0-8AD1-84139E360CAF}" srcOrd="0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1" destOrd="0" presId="urn:microsoft.com/office/officeart/2005/8/layout/list1"/>
    <dgm:cxn modelId="{3F65B61C-BF1A-4836-B45B-5DEB76731B8F}" type="presParOf" srcId="{90D2FBDF-B2F4-420E-9024-F3EB41A0152B}" destId="{F75197EA-068F-43F5-BCCF-439BB12CEED7}" srcOrd="2" destOrd="0" presId="urn:microsoft.com/office/officeart/2005/8/layout/list1"/>
    <dgm:cxn modelId="{70C5EAF9-331A-4BCE-B53C-511A37B6591F}" type="presParOf" srcId="{90D2FBDF-B2F4-420E-9024-F3EB41A0152B}" destId="{23B6C78F-ACBF-4924-845E-FAFDDB447D18}" srcOrd="3" destOrd="0" presId="urn:microsoft.com/office/officeart/2005/8/layout/list1"/>
    <dgm:cxn modelId="{4B78A635-9C2B-450E-809B-3E56EDB62D7A}" type="presParOf" srcId="{90D2FBDF-B2F4-420E-9024-F3EB41A0152B}" destId="{96651B9B-6C65-41F0-9811-3A92A86C4778}" srcOrd="4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5" destOrd="0" presId="urn:microsoft.com/office/officeart/2005/8/layout/list1"/>
    <dgm:cxn modelId="{D0ADAD0E-F17B-4C7B-9EFA-CF83FC6DC5E1}" type="presParOf" srcId="{90D2FBDF-B2F4-420E-9024-F3EB41A0152B}" destId="{AE2F4F9B-4191-4658-9C0B-0D47EF653528}" srcOrd="6" destOrd="0" presId="urn:microsoft.com/office/officeart/2005/8/layout/list1"/>
    <dgm:cxn modelId="{DF64BABB-FE2E-47E3-AC5F-9BACF522ABBF}" type="presParOf" srcId="{90D2FBDF-B2F4-420E-9024-F3EB41A0152B}" destId="{6C305597-1A6D-4519-9431-A0BA87EF2DC5}" srcOrd="7" destOrd="0" presId="urn:microsoft.com/office/officeart/2005/8/layout/list1"/>
    <dgm:cxn modelId="{76A39691-72BE-449C-BAAD-5BA01E294E11}" type="presParOf" srcId="{90D2FBDF-B2F4-420E-9024-F3EB41A0152B}" destId="{647EB758-8FBE-4BBC-99B9-73A23F33CA7B}" srcOrd="8" destOrd="0" presId="urn:microsoft.com/office/officeart/2005/8/layout/list1"/>
    <dgm:cxn modelId="{BC958240-F355-458A-9F64-8647F9CE834B}" type="presParOf" srcId="{647EB758-8FBE-4BBC-99B9-73A23F33CA7B}" destId="{E0769F88-E5BB-4786-86E9-2302B8DD4713}" srcOrd="0" destOrd="0" presId="urn:microsoft.com/office/officeart/2005/8/layout/list1"/>
    <dgm:cxn modelId="{FFF46C6F-41E2-4361-B7B3-29F72BE0682F}" type="presParOf" srcId="{647EB758-8FBE-4BBC-99B9-73A23F33CA7B}" destId="{7642D620-BCEF-4905-8B41-861E9F2CD162}" srcOrd="1" destOrd="0" presId="urn:microsoft.com/office/officeart/2005/8/layout/list1"/>
    <dgm:cxn modelId="{F5113B23-74E8-466C-A5F8-1700EDE9D8E3}" type="presParOf" srcId="{90D2FBDF-B2F4-420E-9024-F3EB41A0152B}" destId="{CC21E54B-9728-482B-ABEC-565FD4A8D0AD}" srcOrd="9" destOrd="0" presId="urn:microsoft.com/office/officeart/2005/8/layout/list1"/>
    <dgm:cxn modelId="{BC4EDD5D-2A37-4AC1-89A8-5892A4C4B775}" type="presParOf" srcId="{90D2FBDF-B2F4-420E-9024-F3EB41A0152B}" destId="{8E654179-D54A-4ED1-AB01-B7564C5F6A4E}" srcOrd="10" destOrd="0" presId="urn:microsoft.com/office/officeart/2005/8/layout/list1"/>
    <dgm:cxn modelId="{BB8D93AE-6989-4F3D-B737-43427BE8194E}" type="presParOf" srcId="{90D2FBDF-B2F4-420E-9024-F3EB41A0152B}" destId="{18B12375-8928-4BF8-88BA-19424FC1005A}" srcOrd="11" destOrd="0" presId="urn:microsoft.com/office/officeart/2005/8/layout/list1"/>
    <dgm:cxn modelId="{6CE5C982-9637-432D-A04E-E206D7586E7A}" type="presParOf" srcId="{90D2FBDF-B2F4-420E-9024-F3EB41A0152B}" destId="{8D8E2CD6-D232-4E95-A8D0-28A8BDA556D7}" srcOrd="12" destOrd="0" presId="urn:microsoft.com/office/officeart/2005/8/layout/list1"/>
    <dgm:cxn modelId="{FB06D766-B185-45A2-9EDB-1A9E8CE8FC6E}" type="presParOf" srcId="{8D8E2CD6-D232-4E95-A8D0-28A8BDA556D7}" destId="{D70282A1-A28C-4F0F-AAA3-12921D7041ED}" srcOrd="0" destOrd="0" presId="urn:microsoft.com/office/officeart/2005/8/layout/list1"/>
    <dgm:cxn modelId="{7F79AFB3-96E2-4FCA-93E0-0331C1BB8AF0}" type="presParOf" srcId="{8D8E2CD6-D232-4E95-A8D0-28A8BDA556D7}" destId="{2C9F6AC1-61BB-4AA6-B422-A1AF18245742}" srcOrd="1" destOrd="0" presId="urn:microsoft.com/office/officeart/2005/8/layout/list1"/>
    <dgm:cxn modelId="{BCF47E72-8DB2-47B6-AF90-28C11D805277}" type="presParOf" srcId="{90D2FBDF-B2F4-420E-9024-F3EB41A0152B}" destId="{0E57FF10-0449-478F-BABB-B0BD59EA7BB2}" srcOrd="13" destOrd="0" presId="urn:microsoft.com/office/officeart/2005/8/layout/list1"/>
    <dgm:cxn modelId="{62085875-0740-4244-BE68-94A455DD4F8A}" type="presParOf" srcId="{90D2FBDF-B2F4-420E-9024-F3EB41A0152B}" destId="{F01E07C7-BAED-4C48-9092-9924273823ED}" srcOrd="14" destOrd="0" presId="urn:microsoft.com/office/officeart/2005/8/layout/list1"/>
    <dgm:cxn modelId="{DCCC2773-3619-4E82-A1F7-60C01B2B142C}" type="presParOf" srcId="{90D2FBDF-B2F4-420E-9024-F3EB41A0152B}" destId="{34127429-828E-4412-BAE6-7AE2926BEB84}" srcOrd="15" destOrd="0" presId="urn:microsoft.com/office/officeart/2005/8/layout/list1"/>
    <dgm:cxn modelId="{CB6A5E9A-3FFB-4441-8A97-F08527E0E43E}" type="presParOf" srcId="{90D2FBDF-B2F4-420E-9024-F3EB41A0152B}" destId="{E70BDD43-D5C6-461B-A6A4-D618762262C1}" srcOrd="16" destOrd="0" presId="urn:microsoft.com/office/officeart/2005/8/layout/list1"/>
    <dgm:cxn modelId="{BA19EA09-A299-4A68-964C-84A30E7200E0}" type="presParOf" srcId="{E70BDD43-D5C6-461B-A6A4-D618762262C1}" destId="{5A44D4C1-263B-419F-A471-F31FD2E4F41F}" srcOrd="0" destOrd="0" presId="urn:microsoft.com/office/officeart/2005/8/layout/list1"/>
    <dgm:cxn modelId="{146091E5-8DBF-491C-B72E-087019FEAE4A}" type="presParOf" srcId="{E70BDD43-D5C6-461B-A6A4-D618762262C1}" destId="{49CABCF7-F5CA-4028-A9C3-0CD59C263C40}" srcOrd="1" destOrd="0" presId="urn:microsoft.com/office/officeart/2005/8/layout/list1"/>
    <dgm:cxn modelId="{8ADEBEE6-4897-4C8D-BD9D-8B01A9A20C7B}" type="presParOf" srcId="{90D2FBDF-B2F4-420E-9024-F3EB41A0152B}" destId="{F2E2C374-8AFD-4033-9162-CC30D5BF5B2F}" srcOrd="17" destOrd="0" presId="urn:microsoft.com/office/officeart/2005/8/layout/list1"/>
    <dgm:cxn modelId="{FFA64E8F-A6AA-421C-B084-252706EA644A}" type="presParOf" srcId="{90D2FBDF-B2F4-420E-9024-F3EB41A0152B}" destId="{17FA059B-D587-4C06-9CB5-C8F20510C3C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、下载附件</a:t>
          </a: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、使用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IDA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打开附件（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64bits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79F6E624-5493-405C-B053-83527125321D}">
      <dgm:prSet phldrT="[文本]" custT="1"/>
      <dgm:spPr/>
      <dgm:t>
        <a:bodyPr/>
        <a:lstStyle/>
        <a:p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、阅读代码，找到溢出点</a:t>
          </a:r>
        </a:p>
      </dgm:t>
    </dgm:pt>
    <dgm:pt modelId="{3ABB595E-5644-4854-A44F-17B20720216E}" type="parTrans" cxnId="{2B2A515C-A529-4130-9CF4-D7F9A554D0F3}">
      <dgm:prSet/>
      <dgm:spPr/>
      <dgm:t>
        <a:bodyPr/>
        <a:lstStyle/>
        <a:p>
          <a:endParaRPr lang="zh-CN" altLang="en-US"/>
        </a:p>
      </dgm:t>
    </dgm:pt>
    <dgm:pt modelId="{C28AF285-C106-40DD-BCC1-06EFD34F348C}" type="sibTrans" cxnId="{2B2A515C-A529-4130-9CF4-D7F9A554D0F3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3"/>
      <dgm:spPr/>
    </dgm:pt>
    <dgm:pt modelId="{A4DBA456-5C7E-44C4-A4EC-3CEC69B98C85}" type="pres">
      <dgm:prSet presAssocID="{291AE741-19A1-4F21-9908-E9000469EA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0" presStyleCnt="3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0" presStyleCnt="3"/>
      <dgm:spPr/>
    </dgm:pt>
    <dgm:pt modelId="{0BA4B5E1-DED6-4BF7-B3BD-0050AC25C2F9}" type="pres">
      <dgm:prSet presAssocID="{1C1EB755-94AC-49E2-9FC6-06DD3F3C94A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1" presStyleCnt="3">
        <dgm:presLayoutVars>
          <dgm:bulletEnabled val="1"/>
        </dgm:presLayoutVars>
      </dgm:prSet>
      <dgm:spPr/>
    </dgm:pt>
    <dgm:pt modelId="{6C305597-1A6D-4519-9431-A0BA87EF2DC5}" type="pres">
      <dgm:prSet presAssocID="{211AD1F7-7A93-4BC5-A182-8CA9A31BE4F4}" presName="spaceBetweenRectangles" presStyleCnt="0"/>
      <dgm:spPr/>
    </dgm:pt>
    <dgm:pt modelId="{647EB758-8FBE-4BBC-99B9-73A23F33CA7B}" type="pres">
      <dgm:prSet presAssocID="{79F6E624-5493-405C-B053-83527125321D}" presName="parentLin" presStyleCnt="0"/>
      <dgm:spPr/>
    </dgm:pt>
    <dgm:pt modelId="{E0769F88-E5BB-4786-86E9-2302B8DD4713}" type="pres">
      <dgm:prSet presAssocID="{79F6E624-5493-405C-B053-83527125321D}" presName="parentLeftMargin" presStyleLbl="node1" presStyleIdx="1" presStyleCnt="3"/>
      <dgm:spPr/>
    </dgm:pt>
    <dgm:pt modelId="{7642D620-BCEF-4905-8B41-861E9F2CD162}" type="pres">
      <dgm:prSet presAssocID="{79F6E624-5493-405C-B053-83527125321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C21E54B-9728-482B-ABEC-565FD4A8D0AD}" type="pres">
      <dgm:prSet presAssocID="{79F6E624-5493-405C-B053-83527125321D}" presName="negativeSpace" presStyleCnt="0"/>
      <dgm:spPr/>
    </dgm:pt>
    <dgm:pt modelId="{8E654179-D54A-4ED1-AB01-B7564C5F6A4E}" type="pres">
      <dgm:prSet presAssocID="{79F6E624-5493-405C-B053-83527125321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2B2A515C-A529-4130-9CF4-D7F9A554D0F3}" srcId="{94BAFB6B-B720-4BB5-A81F-76FB916DFE7C}" destId="{79F6E624-5493-405C-B053-83527125321D}" srcOrd="2" destOrd="0" parTransId="{3ABB595E-5644-4854-A44F-17B20720216E}" sibTransId="{C28AF285-C106-40DD-BCC1-06EFD34F348C}"/>
    <dgm:cxn modelId="{1E9E196C-4992-4AA1-BAF8-895C7D7A11B1}" type="presOf" srcId="{79F6E624-5493-405C-B053-83527125321D}" destId="{7642D620-BCEF-4905-8B41-861E9F2CD162}" srcOrd="1" destOrd="0" presId="urn:microsoft.com/office/officeart/2005/8/layout/list1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8DC87054-53BE-455B-AE2F-D56CFDAD6E40}" type="presOf" srcId="{79F6E624-5493-405C-B053-83527125321D}" destId="{E0769F88-E5BB-4786-86E9-2302B8DD4713}" srcOrd="0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A7494B86-41A2-403D-A80E-7E0A3B76FD4A}" srcId="{94BAFB6B-B720-4BB5-A81F-76FB916DFE7C}" destId="{1C1EB755-94AC-49E2-9FC6-06DD3F3C94A7}" srcOrd="1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0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DAB84800-DA25-47AB-ABAD-E0136E2A2BC1}" type="presParOf" srcId="{90D2FBDF-B2F4-420E-9024-F3EB41A0152B}" destId="{5EF2DF05-AF25-4FE0-8AD1-84139E360CAF}" srcOrd="0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1" destOrd="0" presId="urn:microsoft.com/office/officeart/2005/8/layout/list1"/>
    <dgm:cxn modelId="{3F65B61C-BF1A-4836-B45B-5DEB76731B8F}" type="presParOf" srcId="{90D2FBDF-B2F4-420E-9024-F3EB41A0152B}" destId="{F75197EA-068F-43F5-BCCF-439BB12CEED7}" srcOrd="2" destOrd="0" presId="urn:microsoft.com/office/officeart/2005/8/layout/list1"/>
    <dgm:cxn modelId="{70C5EAF9-331A-4BCE-B53C-511A37B6591F}" type="presParOf" srcId="{90D2FBDF-B2F4-420E-9024-F3EB41A0152B}" destId="{23B6C78F-ACBF-4924-845E-FAFDDB447D18}" srcOrd="3" destOrd="0" presId="urn:microsoft.com/office/officeart/2005/8/layout/list1"/>
    <dgm:cxn modelId="{4B78A635-9C2B-450E-809B-3E56EDB62D7A}" type="presParOf" srcId="{90D2FBDF-B2F4-420E-9024-F3EB41A0152B}" destId="{96651B9B-6C65-41F0-9811-3A92A86C4778}" srcOrd="4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5" destOrd="0" presId="urn:microsoft.com/office/officeart/2005/8/layout/list1"/>
    <dgm:cxn modelId="{D0ADAD0E-F17B-4C7B-9EFA-CF83FC6DC5E1}" type="presParOf" srcId="{90D2FBDF-B2F4-420E-9024-F3EB41A0152B}" destId="{AE2F4F9B-4191-4658-9C0B-0D47EF653528}" srcOrd="6" destOrd="0" presId="urn:microsoft.com/office/officeart/2005/8/layout/list1"/>
    <dgm:cxn modelId="{DF64BABB-FE2E-47E3-AC5F-9BACF522ABBF}" type="presParOf" srcId="{90D2FBDF-B2F4-420E-9024-F3EB41A0152B}" destId="{6C305597-1A6D-4519-9431-A0BA87EF2DC5}" srcOrd="7" destOrd="0" presId="urn:microsoft.com/office/officeart/2005/8/layout/list1"/>
    <dgm:cxn modelId="{76A39691-72BE-449C-BAAD-5BA01E294E11}" type="presParOf" srcId="{90D2FBDF-B2F4-420E-9024-F3EB41A0152B}" destId="{647EB758-8FBE-4BBC-99B9-73A23F33CA7B}" srcOrd="8" destOrd="0" presId="urn:microsoft.com/office/officeart/2005/8/layout/list1"/>
    <dgm:cxn modelId="{BC958240-F355-458A-9F64-8647F9CE834B}" type="presParOf" srcId="{647EB758-8FBE-4BBC-99B9-73A23F33CA7B}" destId="{E0769F88-E5BB-4786-86E9-2302B8DD4713}" srcOrd="0" destOrd="0" presId="urn:microsoft.com/office/officeart/2005/8/layout/list1"/>
    <dgm:cxn modelId="{FFF46C6F-41E2-4361-B7B3-29F72BE0682F}" type="presParOf" srcId="{647EB758-8FBE-4BBC-99B9-73A23F33CA7B}" destId="{7642D620-BCEF-4905-8B41-861E9F2CD162}" srcOrd="1" destOrd="0" presId="urn:microsoft.com/office/officeart/2005/8/layout/list1"/>
    <dgm:cxn modelId="{F5113B23-74E8-466C-A5F8-1700EDE9D8E3}" type="presParOf" srcId="{90D2FBDF-B2F4-420E-9024-F3EB41A0152B}" destId="{CC21E54B-9728-482B-ABEC-565FD4A8D0AD}" srcOrd="9" destOrd="0" presId="urn:microsoft.com/office/officeart/2005/8/layout/list1"/>
    <dgm:cxn modelId="{BC4EDD5D-2A37-4AC1-89A8-5892A4C4B775}" type="presParOf" srcId="{90D2FBDF-B2F4-420E-9024-F3EB41A0152B}" destId="{8E654179-D54A-4ED1-AB01-B7564C5F6A4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、寻找溢出漏洞所在</a:t>
          </a: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、计算填充量（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6C-68=4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2"/>
      <dgm:spPr/>
    </dgm:pt>
    <dgm:pt modelId="{A4DBA456-5C7E-44C4-A4EC-3CEC69B98C85}" type="pres">
      <dgm:prSet presAssocID="{291AE741-19A1-4F21-9908-E9000469EA5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0" presStyleCnt="2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0" presStyleCnt="2"/>
      <dgm:spPr/>
    </dgm:pt>
    <dgm:pt modelId="{0BA4B5E1-DED6-4BF7-B3BD-0050AC25C2F9}" type="pres">
      <dgm:prSet presAssocID="{1C1EB755-94AC-49E2-9FC6-06DD3F3C94A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A7494B86-41A2-403D-A80E-7E0A3B76FD4A}" srcId="{94BAFB6B-B720-4BB5-A81F-76FB916DFE7C}" destId="{1C1EB755-94AC-49E2-9FC6-06DD3F3C94A7}" srcOrd="1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0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DAB84800-DA25-47AB-ABAD-E0136E2A2BC1}" type="presParOf" srcId="{90D2FBDF-B2F4-420E-9024-F3EB41A0152B}" destId="{5EF2DF05-AF25-4FE0-8AD1-84139E360CAF}" srcOrd="0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1" destOrd="0" presId="urn:microsoft.com/office/officeart/2005/8/layout/list1"/>
    <dgm:cxn modelId="{3F65B61C-BF1A-4836-B45B-5DEB76731B8F}" type="presParOf" srcId="{90D2FBDF-B2F4-420E-9024-F3EB41A0152B}" destId="{F75197EA-068F-43F5-BCCF-439BB12CEED7}" srcOrd="2" destOrd="0" presId="urn:microsoft.com/office/officeart/2005/8/layout/list1"/>
    <dgm:cxn modelId="{70C5EAF9-331A-4BCE-B53C-511A37B6591F}" type="presParOf" srcId="{90D2FBDF-B2F4-420E-9024-F3EB41A0152B}" destId="{23B6C78F-ACBF-4924-845E-FAFDDB447D18}" srcOrd="3" destOrd="0" presId="urn:microsoft.com/office/officeart/2005/8/layout/list1"/>
    <dgm:cxn modelId="{4B78A635-9C2B-450E-809B-3E56EDB62D7A}" type="presParOf" srcId="{90D2FBDF-B2F4-420E-9024-F3EB41A0152B}" destId="{96651B9B-6C65-41F0-9811-3A92A86C4778}" srcOrd="4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5" destOrd="0" presId="urn:microsoft.com/office/officeart/2005/8/layout/list1"/>
    <dgm:cxn modelId="{D0ADAD0E-F17B-4C7B-9EFA-CF83FC6DC5E1}" type="presParOf" srcId="{90D2FBDF-B2F4-420E-9024-F3EB41A0152B}" destId="{AE2F4F9B-4191-4658-9C0B-0D47EF653528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7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、下载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Python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第三方库</a:t>
          </a:r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pwn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8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、根据交互内容，溢出量，解题条件编程</a:t>
          </a: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A00776F9-260F-480A-92D8-178D227E0559}">
      <dgm:prSet phldrT="[文本]" custT="1"/>
      <dgm:spPr/>
      <dgm:t>
        <a:bodyPr/>
        <a:lstStyle/>
        <a:p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6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、尝试</a:t>
          </a:r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nc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交互一下（非必要）</a:t>
          </a:r>
        </a:p>
      </dgm:t>
    </dgm:pt>
    <dgm:pt modelId="{E3BD2F3B-9379-4A3A-B0A1-C7B531A335EC}" type="par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ED696679-E027-461A-94C4-780284D7F7B8}" type="sib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7068F1E-7407-4D05-AFCA-1FE69A3E19F8}" type="pres">
      <dgm:prSet presAssocID="{A00776F9-260F-480A-92D8-178D227E0559}" presName="parentLin" presStyleCnt="0"/>
      <dgm:spPr/>
    </dgm:pt>
    <dgm:pt modelId="{DC5B7833-A7CD-46DB-A05C-EFD7F795D173}" type="pres">
      <dgm:prSet presAssocID="{A00776F9-260F-480A-92D8-178D227E0559}" presName="parentLeftMargin" presStyleLbl="node1" presStyleIdx="0" presStyleCnt="3"/>
      <dgm:spPr/>
    </dgm:pt>
    <dgm:pt modelId="{B8055738-835B-4AA4-AEE8-7EF5D64841A1}" type="pres">
      <dgm:prSet presAssocID="{A00776F9-260F-480A-92D8-178D227E05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E4F2265-2C17-4B01-BD83-497356D1E78D}" type="pres">
      <dgm:prSet presAssocID="{A00776F9-260F-480A-92D8-178D227E0559}" presName="negativeSpace" presStyleCnt="0"/>
      <dgm:spPr/>
    </dgm:pt>
    <dgm:pt modelId="{4E628121-7E33-40CD-B43C-3D112A49B9DE}" type="pres">
      <dgm:prSet presAssocID="{A00776F9-260F-480A-92D8-178D227E0559}" presName="childText" presStyleLbl="conFgAcc1" presStyleIdx="0" presStyleCnt="3">
        <dgm:presLayoutVars>
          <dgm:bulletEnabled val="1"/>
        </dgm:presLayoutVars>
      </dgm:prSet>
      <dgm:spPr/>
    </dgm:pt>
    <dgm:pt modelId="{5A12F493-4956-4084-AAC5-BE80816DA181}" type="pres">
      <dgm:prSet presAssocID="{ED696679-E027-461A-94C4-780284D7F7B8}" presName="spaceBetweenRectangles" presStyleCnt="0"/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3"/>
      <dgm:spPr/>
    </dgm:pt>
    <dgm:pt modelId="{A4DBA456-5C7E-44C4-A4EC-3CEC69B98C85}" type="pres">
      <dgm:prSet presAssocID="{291AE741-19A1-4F21-9908-E9000469EA5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1" presStyleCnt="3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1" presStyleCnt="3"/>
      <dgm:spPr/>
    </dgm:pt>
    <dgm:pt modelId="{0BA4B5E1-DED6-4BF7-B3BD-0050AC25C2F9}" type="pres">
      <dgm:prSet presAssocID="{1C1EB755-94AC-49E2-9FC6-06DD3F3C94A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59AA4634-CC61-4786-810D-955D04FE2003}" type="presOf" srcId="{A00776F9-260F-480A-92D8-178D227E0559}" destId="{DC5B7833-A7CD-46DB-A05C-EFD7F795D173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73CCF84C-FE38-4CCD-8F1B-841BACFE0B3C}" srcId="{94BAFB6B-B720-4BB5-A81F-76FB916DFE7C}" destId="{A00776F9-260F-480A-92D8-178D227E0559}" srcOrd="0" destOrd="0" parTransId="{E3BD2F3B-9379-4A3A-B0A1-C7B531A335EC}" sibTransId="{ED696679-E027-461A-94C4-780284D7F7B8}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082D0683-2C00-48EB-9553-02142F423973}" type="presOf" srcId="{A00776F9-260F-480A-92D8-178D227E0559}" destId="{B8055738-835B-4AA4-AEE8-7EF5D64841A1}" srcOrd="1" destOrd="0" presId="urn:microsoft.com/office/officeart/2005/8/layout/list1"/>
    <dgm:cxn modelId="{A7494B86-41A2-403D-A80E-7E0A3B76FD4A}" srcId="{94BAFB6B-B720-4BB5-A81F-76FB916DFE7C}" destId="{1C1EB755-94AC-49E2-9FC6-06DD3F3C94A7}" srcOrd="2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1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1A612818-4E1F-460C-9BA4-4F3DCD34D60B}" type="presParOf" srcId="{90D2FBDF-B2F4-420E-9024-F3EB41A0152B}" destId="{57068F1E-7407-4D05-AFCA-1FE69A3E19F8}" srcOrd="0" destOrd="0" presId="urn:microsoft.com/office/officeart/2005/8/layout/list1"/>
    <dgm:cxn modelId="{06F548FD-7170-4B57-A548-D2779B87808B}" type="presParOf" srcId="{57068F1E-7407-4D05-AFCA-1FE69A3E19F8}" destId="{DC5B7833-A7CD-46DB-A05C-EFD7F795D173}" srcOrd="0" destOrd="0" presId="urn:microsoft.com/office/officeart/2005/8/layout/list1"/>
    <dgm:cxn modelId="{D7539FF6-E9A3-4BF8-94A2-3FEF3508F6FD}" type="presParOf" srcId="{57068F1E-7407-4D05-AFCA-1FE69A3E19F8}" destId="{B8055738-835B-4AA4-AEE8-7EF5D64841A1}" srcOrd="1" destOrd="0" presId="urn:microsoft.com/office/officeart/2005/8/layout/list1"/>
    <dgm:cxn modelId="{4014F6E7-A3F0-4DC9-ACB9-D03D7915664D}" type="presParOf" srcId="{90D2FBDF-B2F4-420E-9024-F3EB41A0152B}" destId="{0E4F2265-2C17-4B01-BD83-497356D1E78D}" srcOrd="1" destOrd="0" presId="urn:microsoft.com/office/officeart/2005/8/layout/list1"/>
    <dgm:cxn modelId="{038F7C81-60E8-451B-994E-4E18BA8BFF6C}" type="presParOf" srcId="{90D2FBDF-B2F4-420E-9024-F3EB41A0152B}" destId="{4E628121-7E33-40CD-B43C-3D112A49B9DE}" srcOrd="2" destOrd="0" presId="urn:microsoft.com/office/officeart/2005/8/layout/list1"/>
    <dgm:cxn modelId="{60B97DB5-B084-41FC-ACAD-05911E3DD00C}" type="presParOf" srcId="{90D2FBDF-B2F4-420E-9024-F3EB41A0152B}" destId="{5A12F493-4956-4084-AAC5-BE80816DA181}" srcOrd="3" destOrd="0" presId="urn:microsoft.com/office/officeart/2005/8/layout/list1"/>
    <dgm:cxn modelId="{DAB84800-DA25-47AB-ABAD-E0136E2A2BC1}" type="presParOf" srcId="{90D2FBDF-B2F4-420E-9024-F3EB41A0152B}" destId="{5EF2DF05-AF25-4FE0-8AD1-84139E360CAF}" srcOrd="4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5" destOrd="0" presId="urn:microsoft.com/office/officeart/2005/8/layout/list1"/>
    <dgm:cxn modelId="{3F65B61C-BF1A-4836-B45B-5DEB76731B8F}" type="presParOf" srcId="{90D2FBDF-B2F4-420E-9024-F3EB41A0152B}" destId="{F75197EA-068F-43F5-BCCF-439BB12CEED7}" srcOrd="6" destOrd="0" presId="urn:microsoft.com/office/officeart/2005/8/layout/list1"/>
    <dgm:cxn modelId="{70C5EAF9-331A-4BCE-B53C-511A37B6591F}" type="presParOf" srcId="{90D2FBDF-B2F4-420E-9024-F3EB41A0152B}" destId="{23B6C78F-ACBF-4924-845E-FAFDDB447D18}" srcOrd="7" destOrd="0" presId="urn:microsoft.com/office/officeart/2005/8/layout/list1"/>
    <dgm:cxn modelId="{4B78A635-9C2B-450E-809B-3E56EDB62D7A}" type="presParOf" srcId="{90D2FBDF-B2F4-420E-9024-F3EB41A0152B}" destId="{96651B9B-6C65-41F0-9811-3A92A86C4778}" srcOrd="8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9" destOrd="0" presId="urn:microsoft.com/office/officeart/2005/8/layout/list1"/>
    <dgm:cxn modelId="{D0ADAD0E-F17B-4C7B-9EFA-CF83FC6DC5E1}" type="presParOf" srcId="{90D2FBDF-B2F4-420E-9024-F3EB41A0152B}" destId="{AE2F4F9B-4191-4658-9C0B-0D47EF65352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栈符合函数调用规律（栈帧）</a:t>
          </a: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A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调用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B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，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B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调用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C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，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C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在当前栈顶</a:t>
          </a: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79F6E624-5493-405C-B053-83527125321D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函数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C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结束回到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B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，弹出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C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后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B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在栈顶</a:t>
          </a:r>
        </a:p>
      </dgm:t>
    </dgm:pt>
    <dgm:pt modelId="{3ABB595E-5644-4854-A44F-17B20720216E}" type="parTrans" cxnId="{2B2A515C-A529-4130-9CF4-D7F9A554D0F3}">
      <dgm:prSet/>
      <dgm:spPr/>
      <dgm:t>
        <a:bodyPr/>
        <a:lstStyle/>
        <a:p>
          <a:endParaRPr lang="zh-CN" altLang="en-US"/>
        </a:p>
      </dgm:t>
    </dgm:pt>
    <dgm:pt modelId="{C28AF285-C106-40DD-BCC1-06EFD34F348C}" type="sibTrans" cxnId="{2B2A515C-A529-4130-9CF4-D7F9A554D0F3}">
      <dgm:prSet/>
      <dgm:spPr/>
      <dgm:t>
        <a:bodyPr/>
        <a:lstStyle/>
        <a:p>
          <a:endParaRPr lang="zh-CN" altLang="en-US"/>
        </a:p>
      </dgm:t>
    </dgm:pt>
    <dgm:pt modelId="{5A9F9688-59DB-435C-80ED-F3E8DF06ABC0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每个函数需要空间保存数据</a:t>
          </a:r>
        </a:p>
      </dgm:t>
    </dgm:pt>
    <dgm:pt modelId="{61746038-B2FD-4CA8-A4A8-D09BE32B55E5}" type="parTrans" cxnId="{A6A2DD75-A463-47FC-8378-1A7A9F797B01}">
      <dgm:prSet/>
      <dgm:spPr/>
      <dgm:t>
        <a:bodyPr/>
        <a:lstStyle/>
        <a:p>
          <a:endParaRPr lang="zh-CN" altLang="en-US"/>
        </a:p>
      </dgm:t>
    </dgm:pt>
    <dgm:pt modelId="{AB84ED57-F757-4DA1-B367-0354A21B4A33}" type="sibTrans" cxnId="{A6A2DD75-A463-47FC-8378-1A7A9F797B01}">
      <dgm:prSet/>
      <dgm:spPr/>
      <dgm:t>
        <a:bodyPr/>
        <a:lstStyle/>
        <a:p>
          <a:endParaRPr lang="zh-CN" altLang="en-US"/>
        </a:p>
      </dgm:t>
    </dgm:pt>
    <dgm:pt modelId="{CFF31D7C-C5B5-4147-9FD5-7850BB7FD5FF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栈区：自动生成，自动销毁</a:t>
          </a:r>
        </a:p>
      </dgm:t>
    </dgm:pt>
    <dgm:pt modelId="{1EB02911-3A84-4D12-AE4A-3B387CEB7169}" type="parTrans" cxnId="{9B15F6E6-199E-4FA7-9071-D8A21ECC9C60}">
      <dgm:prSet/>
      <dgm:spPr/>
      <dgm:t>
        <a:bodyPr/>
        <a:lstStyle/>
        <a:p>
          <a:endParaRPr lang="zh-CN" altLang="en-US"/>
        </a:p>
      </dgm:t>
    </dgm:pt>
    <dgm:pt modelId="{4274D105-58D5-4ED5-9C34-92BE077CD7F6}" type="sibTrans" cxnId="{9B15F6E6-199E-4FA7-9071-D8A21ECC9C60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887A40ED-9E94-41F1-B95D-D93DD6C4F914}" type="pres">
      <dgm:prSet presAssocID="{5A9F9688-59DB-435C-80ED-F3E8DF06ABC0}" presName="parentLin" presStyleCnt="0"/>
      <dgm:spPr/>
    </dgm:pt>
    <dgm:pt modelId="{948769C4-DDDB-4C0D-B84C-744368414CF0}" type="pres">
      <dgm:prSet presAssocID="{5A9F9688-59DB-435C-80ED-F3E8DF06ABC0}" presName="parentLeftMargin" presStyleLbl="node1" presStyleIdx="0" presStyleCnt="5"/>
      <dgm:spPr/>
    </dgm:pt>
    <dgm:pt modelId="{95C23D81-40EE-433E-B26C-A0B91F756523}" type="pres">
      <dgm:prSet presAssocID="{5A9F9688-59DB-435C-80ED-F3E8DF06ABC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E421EA0-EFDD-44B0-897D-9DCEFCC44EDD}" type="pres">
      <dgm:prSet presAssocID="{5A9F9688-59DB-435C-80ED-F3E8DF06ABC0}" presName="negativeSpace" presStyleCnt="0"/>
      <dgm:spPr/>
    </dgm:pt>
    <dgm:pt modelId="{CD523BAD-86EC-41E4-A3D1-0BC0233E7BEB}" type="pres">
      <dgm:prSet presAssocID="{5A9F9688-59DB-435C-80ED-F3E8DF06ABC0}" presName="childText" presStyleLbl="conFgAcc1" presStyleIdx="0" presStyleCnt="5">
        <dgm:presLayoutVars>
          <dgm:bulletEnabled val="1"/>
        </dgm:presLayoutVars>
      </dgm:prSet>
      <dgm:spPr/>
    </dgm:pt>
    <dgm:pt modelId="{1774FD7B-9814-45A7-9B4B-E4B71819F315}" type="pres">
      <dgm:prSet presAssocID="{AB84ED57-F757-4DA1-B367-0354A21B4A33}" presName="spaceBetweenRectangles" presStyleCnt="0"/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5"/>
      <dgm:spPr/>
    </dgm:pt>
    <dgm:pt modelId="{A4DBA456-5C7E-44C4-A4EC-3CEC69B98C85}" type="pres">
      <dgm:prSet presAssocID="{291AE741-19A1-4F21-9908-E9000469EA5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1" presStyleCnt="5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1" presStyleCnt="5"/>
      <dgm:spPr/>
    </dgm:pt>
    <dgm:pt modelId="{0BA4B5E1-DED6-4BF7-B3BD-0050AC25C2F9}" type="pres">
      <dgm:prSet presAssocID="{1C1EB755-94AC-49E2-9FC6-06DD3F3C94A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2" presStyleCnt="5">
        <dgm:presLayoutVars>
          <dgm:bulletEnabled val="1"/>
        </dgm:presLayoutVars>
      </dgm:prSet>
      <dgm:spPr/>
    </dgm:pt>
    <dgm:pt modelId="{6C305597-1A6D-4519-9431-A0BA87EF2DC5}" type="pres">
      <dgm:prSet presAssocID="{211AD1F7-7A93-4BC5-A182-8CA9A31BE4F4}" presName="spaceBetweenRectangles" presStyleCnt="0"/>
      <dgm:spPr/>
    </dgm:pt>
    <dgm:pt modelId="{647EB758-8FBE-4BBC-99B9-73A23F33CA7B}" type="pres">
      <dgm:prSet presAssocID="{79F6E624-5493-405C-B053-83527125321D}" presName="parentLin" presStyleCnt="0"/>
      <dgm:spPr/>
    </dgm:pt>
    <dgm:pt modelId="{E0769F88-E5BB-4786-86E9-2302B8DD4713}" type="pres">
      <dgm:prSet presAssocID="{79F6E624-5493-405C-B053-83527125321D}" presName="parentLeftMargin" presStyleLbl="node1" presStyleIdx="2" presStyleCnt="5"/>
      <dgm:spPr/>
    </dgm:pt>
    <dgm:pt modelId="{7642D620-BCEF-4905-8B41-861E9F2CD162}" type="pres">
      <dgm:prSet presAssocID="{79F6E624-5493-405C-B053-83527125321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C21E54B-9728-482B-ABEC-565FD4A8D0AD}" type="pres">
      <dgm:prSet presAssocID="{79F6E624-5493-405C-B053-83527125321D}" presName="negativeSpace" presStyleCnt="0"/>
      <dgm:spPr/>
    </dgm:pt>
    <dgm:pt modelId="{8E654179-D54A-4ED1-AB01-B7564C5F6A4E}" type="pres">
      <dgm:prSet presAssocID="{79F6E624-5493-405C-B053-83527125321D}" presName="childText" presStyleLbl="conFgAcc1" presStyleIdx="3" presStyleCnt="5">
        <dgm:presLayoutVars>
          <dgm:bulletEnabled val="1"/>
        </dgm:presLayoutVars>
      </dgm:prSet>
      <dgm:spPr/>
    </dgm:pt>
    <dgm:pt modelId="{624A9B3C-AEF5-41C7-9BC0-B1242D67F870}" type="pres">
      <dgm:prSet presAssocID="{C28AF285-C106-40DD-BCC1-06EFD34F348C}" presName="spaceBetweenRectangles" presStyleCnt="0"/>
      <dgm:spPr/>
    </dgm:pt>
    <dgm:pt modelId="{A222DCFE-5F0F-43B8-B87C-868378226E7C}" type="pres">
      <dgm:prSet presAssocID="{CFF31D7C-C5B5-4147-9FD5-7850BB7FD5FF}" presName="parentLin" presStyleCnt="0"/>
      <dgm:spPr/>
    </dgm:pt>
    <dgm:pt modelId="{9BBE4220-044F-49E5-B852-D6FFA041B991}" type="pres">
      <dgm:prSet presAssocID="{CFF31D7C-C5B5-4147-9FD5-7850BB7FD5FF}" presName="parentLeftMargin" presStyleLbl="node1" presStyleIdx="3" presStyleCnt="5"/>
      <dgm:spPr/>
    </dgm:pt>
    <dgm:pt modelId="{635B0D1A-3077-4DB7-88DD-B65A050E1388}" type="pres">
      <dgm:prSet presAssocID="{CFF31D7C-C5B5-4147-9FD5-7850BB7FD5FF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2E502431-0610-4D3B-817A-BC4BFF4430D8}" type="pres">
      <dgm:prSet presAssocID="{CFF31D7C-C5B5-4147-9FD5-7850BB7FD5FF}" presName="negativeSpace" presStyleCnt="0"/>
      <dgm:spPr/>
    </dgm:pt>
    <dgm:pt modelId="{4CB1C6FA-A901-4AA6-A161-1C0D7BFF8514}" type="pres">
      <dgm:prSet presAssocID="{CFF31D7C-C5B5-4147-9FD5-7850BB7FD5FF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14D6ED00-3771-413C-858E-CAEF7BFB1393}" type="presOf" srcId="{CFF31D7C-C5B5-4147-9FD5-7850BB7FD5FF}" destId="{635B0D1A-3077-4DB7-88DD-B65A050E1388}" srcOrd="1" destOrd="0" presId="urn:microsoft.com/office/officeart/2005/8/layout/list1"/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1AC5D420-544E-4632-B16D-C64B4ACE9E48}" type="presOf" srcId="{5A9F9688-59DB-435C-80ED-F3E8DF06ABC0}" destId="{948769C4-DDDB-4C0D-B84C-744368414CF0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2B2A515C-A529-4130-9CF4-D7F9A554D0F3}" srcId="{94BAFB6B-B720-4BB5-A81F-76FB916DFE7C}" destId="{79F6E624-5493-405C-B053-83527125321D}" srcOrd="3" destOrd="0" parTransId="{3ABB595E-5644-4854-A44F-17B20720216E}" sibTransId="{C28AF285-C106-40DD-BCC1-06EFD34F348C}"/>
    <dgm:cxn modelId="{1E9E196C-4992-4AA1-BAF8-895C7D7A11B1}" type="presOf" srcId="{79F6E624-5493-405C-B053-83527125321D}" destId="{7642D620-BCEF-4905-8B41-861E9F2CD162}" srcOrd="1" destOrd="0" presId="urn:microsoft.com/office/officeart/2005/8/layout/list1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8DC87054-53BE-455B-AE2F-D56CFDAD6E40}" type="presOf" srcId="{79F6E624-5493-405C-B053-83527125321D}" destId="{E0769F88-E5BB-4786-86E9-2302B8DD4713}" srcOrd="0" destOrd="0" presId="urn:microsoft.com/office/officeart/2005/8/layout/list1"/>
    <dgm:cxn modelId="{A6A2DD75-A463-47FC-8378-1A7A9F797B01}" srcId="{94BAFB6B-B720-4BB5-A81F-76FB916DFE7C}" destId="{5A9F9688-59DB-435C-80ED-F3E8DF06ABC0}" srcOrd="0" destOrd="0" parTransId="{61746038-B2FD-4CA8-A4A8-D09BE32B55E5}" sibTransId="{AB84ED57-F757-4DA1-B367-0354A21B4A33}"/>
    <dgm:cxn modelId="{B1843E78-B003-4D4A-9D7A-263C73942639}" type="presOf" srcId="{5A9F9688-59DB-435C-80ED-F3E8DF06ABC0}" destId="{95C23D81-40EE-433E-B26C-A0B91F756523}" srcOrd="1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A7494B86-41A2-403D-A80E-7E0A3B76FD4A}" srcId="{94BAFB6B-B720-4BB5-A81F-76FB916DFE7C}" destId="{1C1EB755-94AC-49E2-9FC6-06DD3F3C94A7}" srcOrd="2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1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CB8F41CC-4321-4984-AE19-05B8DEB4C0D4}" type="presOf" srcId="{CFF31D7C-C5B5-4147-9FD5-7850BB7FD5FF}" destId="{9BBE4220-044F-49E5-B852-D6FFA041B991}" srcOrd="0" destOrd="0" presId="urn:microsoft.com/office/officeart/2005/8/layout/list1"/>
    <dgm:cxn modelId="{9B15F6E6-199E-4FA7-9071-D8A21ECC9C60}" srcId="{94BAFB6B-B720-4BB5-A81F-76FB916DFE7C}" destId="{CFF31D7C-C5B5-4147-9FD5-7850BB7FD5FF}" srcOrd="4" destOrd="0" parTransId="{1EB02911-3A84-4D12-AE4A-3B387CEB7169}" sibTransId="{4274D105-58D5-4ED5-9C34-92BE077CD7F6}"/>
    <dgm:cxn modelId="{4895CD71-D579-4BDD-89D3-97AF705C11B8}" type="presParOf" srcId="{90D2FBDF-B2F4-420E-9024-F3EB41A0152B}" destId="{887A40ED-9E94-41F1-B95D-D93DD6C4F914}" srcOrd="0" destOrd="0" presId="urn:microsoft.com/office/officeart/2005/8/layout/list1"/>
    <dgm:cxn modelId="{1410C8A9-14A1-457D-BFB1-024F0B66150A}" type="presParOf" srcId="{887A40ED-9E94-41F1-B95D-D93DD6C4F914}" destId="{948769C4-DDDB-4C0D-B84C-744368414CF0}" srcOrd="0" destOrd="0" presId="urn:microsoft.com/office/officeart/2005/8/layout/list1"/>
    <dgm:cxn modelId="{93960D2B-4924-4398-8899-A35B297B5320}" type="presParOf" srcId="{887A40ED-9E94-41F1-B95D-D93DD6C4F914}" destId="{95C23D81-40EE-433E-B26C-A0B91F756523}" srcOrd="1" destOrd="0" presId="urn:microsoft.com/office/officeart/2005/8/layout/list1"/>
    <dgm:cxn modelId="{C72C75C0-F160-4CCA-BF0F-FB79F8F7E927}" type="presParOf" srcId="{90D2FBDF-B2F4-420E-9024-F3EB41A0152B}" destId="{BE421EA0-EFDD-44B0-897D-9DCEFCC44EDD}" srcOrd="1" destOrd="0" presId="urn:microsoft.com/office/officeart/2005/8/layout/list1"/>
    <dgm:cxn modelId="{469AC992-0CF6-43BB-913A-9CBB55F218C8}" type="presParOf" srcId="{90D2FBDF-B2F4-420E-9024-F3EB41A0152B}" destId="{CD523BAD-86EC-41E4-A3D1-0BC0233E7BEB}" srcOrd="2" destOrd="0" presId="urn:microsoft.com/office/officeart/2005/8/layout/list1"/>
    <dgm:cxn modelId="{2DBB8604-355A-43A6-82A7-35C92F5259E6}" type="presParOf" srcId="{90D2FBDF-B2F4-420E-9024-F3EB41A0152B}" destId="{1774FD7B-9814-45A7-9B4B-E4B71819F315}" srcOrd="3" destOrd="0" presId="urn:microsoft.com/office/officeart/2005/8/layout/list1"/>
    <dgm:cxn modelId="{DAB84800-DA25-47AB-ABAD-E0136E2A2BC1}" type="presParOf" srcId="{90D2FBDF-B2F4-420E-9024-F3EB41A0152B}" destId="{5EF2DF05-AF25-4FE0-8AD1-84139E360CAF}" srcOrd="4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5" destOrd="0" presId="urn:microsoft.com/office/officeart/2005/8/layout/list1"/>
    <dgm:cxn modelId="{3F65B61C-BF1A-4836-B45B-5DEB76731B8F}" type="presParOf" srcId="{90D2FBDF-B2F4-420E-9024-F3EB41A0152B}" destId="{F75197EA-068F-43F5-BCCF-439BB12CEED7}" srcOrd="6" destOrd="0" presId="urn:microsoft.com/office/officeart/2005/8/layout/list1"/>
    <dgm:cxn modelId="{70C5EAF9-331A-4BCE-B53C-511A37B6591F}" type="presParOf" srcId="{90D2FBDF-B2F4-420E-9024-F3EB41A0152B}" destId="{23B6C78F-ACBF-4924-845E-FAFDDB447D18}" srcOrd="7" destOrd="0" presId="urn:microsoft.com/office/officeart/2005/8/layout/list1"/>
    <dgm:cxn modelId="{4B78A635-9C2B-450E-809B-3E56EDB62D7A}" type="presParOf" srcId="{90D2FBDF-B2F4-420E-9024-F3EB41A0152B}" destId="{96651B9B-6C65-41F0-9811-3A92A86C4778}" srcOrd="8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9" destOrd="0" presId="urn:microsoft.com/office/officeart/2005/8/layout/list1"/>
    <dgm:cxn modelId="{D0ADAD0E-F17B-4C7B-9EFA-CF83FC6DC5E1}" type="presParOf" srcId="{90D2FBDF-B2F4-420E-9024-F3EB41A0152B}" destId="{AE2F4F9B-4191-4658-9C0B-0D47EF653528}" srcOrd="10" destOrd="0" presId="urn:microsoft.com/office/officeart/2005/8/layout/list1"/>
    <dgm:cxn modelId="{DF64BABB-FE2E-47E3-AC5F-9BACF522ABBF}" type="presParOf" srcId="{90D2FBDF-B2F4-420E-9024-F3EB41A0152B}" destId="{6C305597-1A6D-4519-9431-A0BA87EF2DC5}" srcOrd="11" destOrd="0" presId="urn:microsoft.com/office/officeart/2005/8/layout/list1"/>
    <dgm:cxn modelId="{76A39691-72BE-449C-BAAD-5BA01E294E11}" type="presParOf" srcId="{90D2FBDF-B2F4-420E-9024-F3EB41A0152B}" destId="{647EB758-8FBE-4BBC-99B9-73A23F33CA7B}" srcOrd="12" destOrd="0" presId="urn:microsoft.com/office/officeart/2005/8/layout/list1"/>
    <dgm:cxn modelId="{BC958240-F355-458A-9F64-8647F9CE834B}" type="presParOf" srcId="{647EB758-8FBE-4BBC-99B9-73A23F33CA7B}" destId="{E0769F88-E5BB-4786-86E9-2302B8DD4713}" srcOrd="0" destOrd="0" presId="urn:microsoft.com/office/officeart/2005/8/layout/list1"/>
    <dgm:cxn modelId="{FFF46C6F-41E2-4361-B7B3-29F72BE0682F}" type="presParOf" srcId="{647EB758-8FBE-4BBC-99B9-73A23F33CA7B}" destId="{7642D620-BCEF-4905-8B41-861E9F2CD162}" srcOrd="1" destOrd="0" presId="urn:microsoft.com/office/officeart/2005/8/layout/list1"/>
    <dgm:cxn modelId="{F5113B23-74E8-466C-A5F8-1700EDE9D8E3}" type="presParOf" srcId="{90D2FBDF-B2F4-420E-9024-F3EB41A0152B}" destId="{CC21E54B-9728-482B-ABEC-565FD4A8D0AD}" srcOrd="13" destOrd="0" presId="urn:microsoft.com/office/officeart/2005/8/layout/list1"/>
    <dgm:cxn modelId="{BC4EDD5D-2A37-4AC1-89A8-5892A4C4B775}" type="presParOf" srcId="{90D2FBDF-B2F4-420E-9024-F3EB41A0152B}" destId="{8E654179-D54A-4ED1-AB01-B7564C5F6A4E}" srcOrd="14" destOrd="0" presId="urn:microsoft.com/office/officeart/2005/8/layout/list1"/>
    <dgm:cxn modelId="{492D02C7-429C-4B95-B86B-3036B456F6DB}" type="presParOf" srcId="{90D2FBDF-B2F4-420E-9024-F3EB41A0152B}" destId="{624A9B3C-AEF5-41C7-9BC0-B1242D67F870}" srcOrd="15" destOrd="0" presId="urn:microsoft.com/office/officeart/2005/8/layout/list1"/>
    <dgm:cxn modelId="{C826BC8D-4487-4030-85F9-4F2C84EC20CE}" type="presParOf" srcId="{90D2FBDF-B2F4-420E-9024-F3EB41A0152B}" destId="{A222DCFE-5F0F-43B8-B87C-868378226E7C}" srcOrd="16" destOrd="0" presId="urn:microsoft.com/office/officeart/2005/8/layout/list1"/>
    <dgm:cxn modelId="{E65CB62C-C70F-40E7-96E9-FBB65AFE02AC}" type="presParOf" srcId="{A222DCFE-5F0F-43B8-B87C-868378226E7C}" destId="{9BBE4220-044F-49E5-B852-D6FFA041B991}" srcOrd="0" destOrd="0" presId="urn:microsoft.com/office/officeart/2005/8/layout/list1"/>
    <dgm:cxn modelId="{5DC6B16A-754D-455B-A6E3-B0F7B1FE9E5E}" type="presParOf" srcId="{A222DCFE-5F0F-43B8-B87C-868378226E7C}" destId="{635B0D1A-3077-4DB7-88DD-B65A050E1388}" srcOrd="1" destOrd="0" presId="urn:microsoft.com/office/officeart/2005/8/layout/list1"/>
    <dgm:cxn modelId="{64CDF2C1-7819-4EDE-BC7F-4C4918FB450A}" type="presParOf" srcId="{90D2FBDF-B2F4-420E-9024-F3EB41A0152B}" destId="{2E502431-0610-4D3B-817A-BC4BFF4430D8}" srcOrd="17" destOrd="0" presId="urn:microsoft.com/office/officeart/2005/8/layout/list1"/>
    <dgm:cxn modelId="{6604BABA-07EA-4AEA-AB3D-414FAEC4F9B9}" type="presParOf" srcId="{90D2FBDF-B2F4-420E-9024-F3EB41A0152B}" destId="{4CB1C6FA-A901-4AA6-A161-1C0D7BFF8514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ED2FD1BD-4C2F-43A4-8C39-E531B34BF7FB}" type="doc">
      <dgm:prSet loTypeId="urn:microsoft.com/office/officeart/2009/3/layout/OpposingIdeas" loCatId="relationship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zh-CN" altLang="en-US"/>
        </a:p>
      </dgm:t>
    </dgm:pt>
    <dgm:pt modelId="{C674A732-AE2C-4685-BDF7-22A0B69B417C}">
      <dgm:prSet phldrT="[文本]"/>
      <dgm:spPr/>
      <dgm:t>
        <a:bodyPr/>
        <a:lstStyle/>
        <a:p>
          <a:r>
            <a:rPr lang="zh-CN" altLang="en-US" dirty="0">
              <a:solidFill>
                <a:srgbClr val="FF0000"/>
              </a:solidFill>
            </a:rPr>
            <a:t>栈</a:t>
          </a:r>
        </a:p>
      </dgm:t>
    </dgm:pt>
    <dgm:pt modelId="{601EB3C5-7144-4D7D-98FA-99B9490A93B8}" type="parTrans" cxnId="{23B577AB-B2A9-4025-B177-037E29561298}">
      <dgm:prSet/>
      <dgm:spPr/>
      <dgm:t>
        <a:bodyPr/>
        <a:lstStyle/>
        <a:p>
          <a:endParaRPr lang="zh-CN" altLang="en-US"/>
        </a:p>
      </dgm:t>
    </dgm:pt>
    <dgm:pt modelId="{66BD65E2-4931-464E-A874-C0BCFFD34300}" type="sibTrans" cxnId="{23B577AB-B2A9-4025-B177-037E29561298}">
      <dgm:prSet/>
      <dgm:spPr/>
      <dgm:t>
        <a:bodyPr/>
        <a:lstStyle/>
        <a:p>
          <a:endParaRPr lang="zh-CN" altLang="en-US"/>
        </a:p>
      </dgm:t>
    </dgm:pt>
    <dgm:pt modelId="{ECC5ADB1-01E0-48F7-BA13-AE5B0292952E}">
      <dgm:prSet phldrT="[文本]" custT="1"/>
      <dgm:spPr/>
      <dgm:t>
        <a:bodyPr/>
        <a:lstStyle/>
        <a:p>
          <a:pPr algn="ctr"/>
          <a:r>
            <a: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栈</a:t>
          </a:r>
        </a:p>
      </dgm:t>
    </dgm:pt>
    <dgm:pt modelId="{93C0F17B-00D0-4F5A-960F-330A84992B2D}" type="parTrans" cxnId="{2F4B4050-1649-453F-988A-66ED37DD1D1C}">
      <dgm:prSet/>
      <dgm:spPr/>
      <dgm:t>
        <a:bodyPr/>
        <a:lstStyle/>
        <a:p>
          <a:endParaRPr lang="zh-CN" altLang="en-US"/>
        </a:p>
      </dgm:t>
    </dgm:pt>
    <dgm:pt modelId="{9FCE8ED8-E46F-481E-B882-494A434C349A}" type="sibTrans" cxnId="{2F4B4050-1649-453F-988A-66ED37DD1D1C}">
      <dgm:prSet/>
      <dgm:spPr/>
      <dgm:t>
        <a:bodyPr/>
        <a:lstStyle/>
        <a:p>
          <a:endParaRPr lang="zh-CN" altLang="en-US"/>
        </a:p>
      </dgm:t>
    </dgm:pt>
    <dgm:pt modelId="{5F9AB696-1D6B-4DAD-9BA9-144895E9FDA1}">
      <dgm:prSet phldrT="[文本]"/>
      <dgm:spPr/>
      <dgm:t>
        <a:bodyPr/>
        <a:lstStyle/>
        <a:p>
          <a:r>
            <a:rPr lang="zh-CN" altLang="en-US" dirty="0">
              <a:solidFill>
                <a:srgbClr val="FFFF00"/>
              </a:solidFill>
            </a:rPr>
            <a:t>堆</a:t>
          </a:r>
        </a:p>
      </dgm:t>
    </dgm:pt>
    <dgm:pt modelId="{7996DFF3-5168-4B3A-B9B3-632060772B84}" type="parTrans" cxnId="{0CFBCEC1-AE90-407D-B5C2-0680ED6A4D48}">
      <dgm:prSet/>
      <dgm:spPr/>
      <dgm:t>
        <a:bodyPr/>
        <a:lstStyle/>
        <a:p>
          <a:endParaRPr lang="zh-CN" altLang="en-US"/>
        </a:p>
      </dgm:t>
    </dgm:pt>
    <dgm:pt modelId="{0B6FA307-16D7-4987-B303-EB0461ED697A}" type="sibTrans" cxnId="{0CFBCEC1-AE90-407D-B5C2-0680ED6A4D48}">
      <dgm:prSet/>
      <dgm:spPr/>
      <dgm:t>
        <a:bodyPr/>
        <a:lstStyle/>
        <a:p>
          <a:endParaRPr lang="zh-CN" altLang="en-US"/>
        </a:p>
      </dgm:t>
    </dgm:pt>
    <dgm:pt modelId="{1DB99E37-C520-48C7-9651-E626C71FD547}">
      <dgm:prSet phldrT="[文本]" custT="1"/>
      <dgm:spPr/>
      <dgm:t>
        <a:bodyPr/>
        <a:lstStyle/>
        <a:p>
          <a:pPr algn="ctr"/>
          <a:r>
            <a: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堆</a:t>
          </a:r>
          <a:endParaRPr lang="en-US" altLang="zh-CN" sz="28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algn="l"/>
          <a:r>
            <a:rPr lang="zh-CN" altLang="en-US" sz="20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动态分配</a:t>
          </a:r>
          <a:r>
            <a: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内存，由程序员控制</a:t>
          </a:r>
          <a:endParaRPr lang="en-US" altLang="zh-CN" sz="20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algn="l"/>
          <a:r>
            <a: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malloc</a:t>
          </a:r>
          <a:r>
            <a: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和</a:t>
          </a:r>
          <a:r>
            <a:rPr lang="en-US" altLang="zh-CN" sz="2000" dirty="0" err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calloc</a:t>
          </a:r>
          <a:r>
            <a: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可分配内存</a:t>
          </a:r>
        </a:p>
      </dgm:t>
    </dgm:pt>
    <dgm:pt modelId="{3367A6D9-B993-4563-9C32-EAD0D76672D1}" type="parTrans" cxnId="{C19E2126-51F4-437B-A60D-B04E1466ECA4}">
      <dgm:prSet/>
      <dgm:spPr/>
      <dgm:t>
        <a:bodyPr/>
        <a:lstStyle/>
        <a:p>
          <a:endParaRPr lang="zh-CN" altLang="en-US"/>
        </a:p>
      </dgm:t>
    </dgm:pt>
    <dgm:pt modelId="{FB0EE52B-E0F4-4FDB-AE4D-88B4018A8598}" type="sibTrans" cxnId="{C19E2126-51F4-437B-A60D-B04E1466ECA4}">
      <dgm:prSet/>
      <dgm:spPr/>
      <dgm:t>
        <a:bodyPr/>
        <a:lstStyle/>
        <a:p>
          <a:endParaRPr lang="zh-CN" altLang="en-US"/>
        </a:p>
      </dgm:t>
    </dgm:pt>
    <dgm:pt modelId="{27628651-DA72-434D-AE09-CF818FC0E690}">
      <dgm:prSet phldrT="[文本]" custT="1"/>
      <dgm:spPr/>
      <dgm:t>
        <a:bodyPr/>
        <a:lstStyle/>
        <a:p>
          <a:pPr algn="l"/>
          <a:r>
            <a: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存放</a:t>
          </a:r>
          <a:r>
            <a:rPr lang="zh-CN" altLang="en-US" sz="20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函数数据：</a:t>
          </a:r>
          <a:r>
            <a: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临时变量、局部变量、参数和返回值</a:t>
          </a:r>
          <a:endParaRPr lang="en-US" altLang="zh-CN" sz="20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algn="l"/>
          <a:r>
            <a: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编译器</a:t>
          </a:r>
          <a:r>
            <a:rPr lang="zh-CN" altLang="en-US" sz="20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自动分配和释放</a:t>
          </a:r>
        </a:p>
      </dgm:t>
    </dgm:pt>
    <dgm:pt modelId="{D93CCBD2-091C-4C43-B74B-0488B012E98D}" type="parTrans" cxnId="{3C0D3216-C2BB-4088-8EC4-35E1AE1B2BEE}">
      <dgm:prSet/>
      <dgm:spPr/>
      <dgm:t>
        <a:bodyPr/>
        <a:lstStyle/>
        <a:p>
          <a:endParaRPr lang="zh-CN" altLang="en-US"/>
        </a:p>
      </dgm:t>
    </dgm:pt>
    <dgm:pt modelId="{900A581E-F885-4BD1-94A5-1675BFE00B11}" type="sibTrans" cxnId="{3C0D3216-C2BB-4088-8EC4-35E1AE1B2BEE}">
      <dgm:prSet/>
      <dgm:spPr/>
      <dgm:t>
        <a:bodyPr/>
        <a:lstStyle/>
        <a:p>
          <a:endParaRPr lang="zh-CN" altLang="en-US"/>
        </a:p>
      </dgm:t>
    </dgm:pt>
    <dgm:pt modelId="{3327A98C-8133-4E26-8CB2-23CAA0B5D237}" type="pres">
      <dgm:prSet presAssocID="{ED2FD1BD-4C2F-43A4-8C39-E531B34BF7FB}" presName="Name0" presStyleCnt="0">
        <dgm:presLayoutVars>
          <dgm:chMax val="2"/>
          <dgm:dir/>
          <dgm:animOne val="branch"/>
          <dgm:animLvl val="lvl"/>
          <dgm:resizeHandles val="exact"/>
        </dgm:presLayoutVars>
      </dgm:prSet>
      <dgm:spPr/>
    </dgm:pt>
    <dgm:pt modelId="{8FAE6BB4-17BA-46B9-A3ED-E0A3CE893DB4}" type="pres">
      <dgm:prSet presAssocID="{ED2FD1BD-4C2F-43A4-8C39-E531B34BF7FB}" presName="Background" presStyleLbl="node1" presStyleIdx="0" presStyleCnt="1" custLinFactNeighborX="143" custLinFactNeighborY="1860"/>
      <dgm:spPr/>
    </dgm:pt>
    <dgm:pt modelId="{C52A94B3-33B7-40F1-B382-5242BAF57F60}" type="pres">
      <dgm:prSet presAssocID="{ED2FD1BD-4C2F-43A4-8C39-E531B34BF7FB}" presName="Divider" presStyleLbl="callout" presStyleIdx="0" presStyleCnt="1"/>
      <dgm:spPr/>
    </dgm:pt>
    <dgm:pt modelId="{4F3E05B1-CB3A-48FE-A6E1-5B022CCA2B49}" type="pres">
      <dgm:prSet presAssocID="{ED2FD1BD-4C2F-43A4-8C39-E531B34BF7FB}" presName="ChildText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85988B4B-7FC0-4789-BEC2-AF7CE3CC3609}" type="pres">
      <dgm:prSet presAssocID="{ED2FD1BD-4C2F-43A4-8C39-E531B34BF7FB}" presName="ChildText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CBD0D85-9570-449C-A35F-23D4BFC1910F}" type="pres">
      <dgm:prSet presAssocID="{ED2FD1BD-4C2F-43A4-8C39-E531B34BF7FB}" presName="ParentText1" presStyleLbl="revTx" presStyleIdx="0" presStyleCnt="0">
        <dgm:presLayoutVars>
          <dgm:chMax val="1"/>
          <dgm:chPref val="1"/>
        </dgm:presLayoutVars>
      </dgm:prSet>
      <dgm:spPr/>
    </dgm:pt>
    <dgm:pt modelId="{82E2DD60-C01C-4DA0-81D4-EB7DA2E257A2}" type="pres">
      <dgm:prSet presAssocID="{ED2FD1BD-4C2F-43A4-8C39-E531B34BF7FB}" presName="ParentShape1" presStyleLbl="alignImgPlace1" presStyleIdx="0" presStyleCnt="2">
        <dgm:presLayoutVars/>
      </dgm:prSet>
      <dgm:spPr/>
    </dgm:pt>
    <dgm:pt modelId="{BEBA3235-471D-42E2-B35C-8E3AA9552602}" type="pres">
      <dgm:prSet presAssocID="{ED2FD1BD-4C2F-43A4-8C39-E531B34BF7FB}" presName="ParentText2" presStyleLbl="revTx" presStyleIdx="0" presStyleCnt="0">
        <dgm:presLayoutVars>
          <dgm:chMax val="1"/>
          <dgm:chPref val="1"/>
        </dgm:presLayoutVars>
      </dgm:prSet>
      <dgm:spPr/>
    </dgm:pt>
    <dgm:pt modelId="{50C7E8A0-5531-4D96-ABCF-B56A2DC1E131}" type="pres">
      <dgm:prSet presAssocID="{ED2FD1BD-4C2F-43A4-8C39-E531B34BF7FB}" presName="ParentShape2" presStyleLbl="alignImgPlace1" presStyleIdx="1" presStyleCnt="2">
        <dgm:presLayoutVars/>
      </dgm:prSet>
      <dgm:spPr/>
    </dgm:pt>
  </dgm:ptLst>
  <dgm:cxnLst>
    <dgm:cxn modelId="{C9689603-80F0-428D-AF76-500196BC2E7D}" type="presOf" srcId="{ED2FD1BD-4C2F-43A4-8C39-E531B34BF7FB}" destId="{3327A98C-8133-4E26-8CB2-23CAA0B5D237}" srcOrd="0" destOrd="0" presId="urn:microsoft.com/office/officeart/2009/3/layout/OpposingIdeas"/>
    <dgm:cxn modelId="{C1C09F07-D536-4BBA-B775-708514DE3952}" type="presOf" srcId="{5F9AB696-1D6B-4DAD-9BA9-144895E9FDA1}" destId="{BEBA3235-471D-42E2-B35C-8E3AA9552602}" srcOrd="0" destOrd="0" presId="urn:microsoft.com/office/officeart/2009/3/layout/OpposingIdeas"/>
    <dgm:cxn modelId="{F0FE690D-DD30-452B-9E8E-E3AF6094D480}" type="presOf" srcId="{ECC5ADB1-01E0-48F7-BA13-AE5B0292952E}" destId="{4F3E05B1-CB3A-48FE-A6E1-5B022CCA2B49}" srcOrd="0" destOrd="0" presId="urn:microsoft.com/office/officeart/2009/3/layout/OpposingIdeas"/>
    <dgm:cxn modelId="{3C0D3216-C2BB-4088-8EC4-35E1AE1B2BEE}" srcId="{C674A732-AE2C-4685-BDF7-22A0B69B417C}" destId="{27628651-DA72-434D-AE09-CF818FC0E690}" srcOrd="1" destOrd="0" parTransId="{D93CCBD2-091C-4C43-B74B-0488B012E98D}" sibTransId="{900A581E-F885-4BD1-94A5-1675BFE00B11}"/>
    <dgm:cxn modelId="{C19E2126-51F4-437B-A60D-B04E1466ECA4}" srcId="{5F9AB696-1D6B-4DAD-9BA9-144895E9FDA1}" destId="{1DB99E37-C520-48C7-9651-E626C71FD547}" srcOrd="0" destOrd="0" parTransId="{3367A6D9-B993-4563-9C32-EAD0D76672D1}" sibTransId="{FB0EE52B-E0F4-4FDB-AE4D-88B4018A8598}"/>
    <dgm:cxn modelId="{ADA4CE2B-711C-426C-B34C-4C63EB464F2D}" type="presOf" srcId="{1DB99E37-C520-48C7-9651-E626C71FD547}" destId="{85988B4B-7FC0-4789-BEC2-AF7CE3CC3609}" srcOrd="0" destOrd="0" presId="urn:microsoft.com/office/officeart/2009/3/layout/OpposingIdeas"/>
    <dgm:cxn modelId="{BE2AC43B-82DC-4674-AAAD-355A0543066D}" type="presOf" srcId="{C674A732-AE2C-4685-BDF7-22A0B69B417C}" destId="{82E2DD60-C01C-4DA0-81D4-EB7DA2E257A2}" srcOrd="1" destOrd="0" presId="urn:microsoft.com/office/officeart/2009/3/layout/OpposingIdeas"/>
    <dgm:cxn modelId="{8168C448-BD3F-46FA-814E-7971D2C60FF3}" type="presOf" srcId="{C674A732-AE2C-4685-BDF7-22A0B69B417C}" destId="{CCBD0D85-9570-449C-A35F-23D4BFC1910F}" srcOrd="0" destOrd="0" presId="urn:microsoft.com/office/officeart/2009/3/layout/OpposingIdeas"/>
    <dgm:cxn modelId="{2F4B4050-1649-453F-988A-66ED37DD1D1C}" srcId="{C674A732-AE2C-4685-BDF7-22A0B69B417C}" destId="{ECC5ADB1-01E0-48F7-BA13-AE5B0292952E}" srcOrd="0" destOrd="0" parTransId="{93C0F17B-00D0-4F5A-960F-330A84992B2D}" sibTransId="{9FCE8ED8-E46F-481E-B882-494A434C349A}"/>
    <dgm:cxn modelId="{D62E92A2-8B72-4715-8482-C912FD9C4D0E}" type="presOf" srcId="{5F9AB696-1D6B-4DAD-9BA9-144895E9FDA1}" destId="{50C7E8A0-5531-4D96-ABCF-B56A2DC1E131}" srcOrd="1" destOrd="0" presId="urn:microsoft.com/office/officeart/2009/3/layout/OpposingIdeas"/>
    <dgm:cxn modelId="{7FEBB1A9-7EF2-4815-B979-A24B046CA3C3}" type="presOf" srcId="{27628651-DA72-434D-AE09-CF818FC0E690}" destId="{4F3E05B1-CB3A-48FE-A6E1-5B022CCA2B49}" srcOrd="0" destOrd="1" presId="urn:microsoft.com/office/officeart/2009/3/layout/OpposingIdeas"/>
    <dgm:cxn modelId="{23B577AB-B2A9-4025-B177-037E29561298}" srcId="{ED2FD1BD-4C2F-43A4-8C39-E531B34BF7FB}" destId="{C674A732-AE2C-4685-BDF7-22A0B69B417C}" srcOrd="0" destOrd="0" parTransId="{601EB3C5-7144-4D7D-98FA-99B9490A93B8}" sibTransId="{66BD65E2-4931-464E-A874-C0BCFFD34300}"/>
    <dgm:cxn modelId="{0CFBCEC1-AE90-407D-B5C2-0680ED6A4D48}" srcId="{ED2FD1BD-4C2F-43A4-8C39-E531B34BF7FB}" destId="{5F9AB696-1D6B-4DAD-9BA9-144895E9FDA1}" srcOrd="1" destOrd="0" parTransId="{7996DFF3-5168-4B3A-B9B3-632060772B84}" sibTransId="{0B6FA307-16D7-4987-B303-EB0461ED697A}"/>
    <dgm:cxn modelId="{9C1A7A83-F61A-4F8C-9D95-D387489DBCF2}" type="presParOf" srcId="{3327A98C-8133-4E26-8CB2-23CAA0B5D237}" destId="{8FAE6BB4-17BA-46B9-A3ED-E0A3CE893DB4}" srcOrd="0" destOrd="0" presId="urn:microsoft.com/office/officeart/2009/3/layout/OpposingIdeas"/>
    <dgm:cxn modelId="{A4D6B6A4-C8AF-49DB-9318-2F39939101D4}" type="presParOf" srcId="{3327A98C-8133-4E26-8CB2-23CAA0B5D237}" destId="{C52A94B3-33B7-40F1-B382-5242BAF57F60}" srcOrd="1" destOrd="0" presId="urn:microsoft.com/office/officeart/2009/3/layout/OpposingIdeas"/>
    <dgm:cxn modelId="{0758D7B5-8FE5-4ABD-BF54-85D0727EB106}" type="presParOf" srcId="{3327A98C-8133-4E26-8CB2-23CAA0B5D237}" destId="{4F3E05B1-CB3A-48FE-A6E1-5B022CCA2B49}" srcOrd="2" destOrd="0" presId="urn:microsoft.com/office/officeart/2009/3/layout/OpposingIdeas"/>
    <dgm:cxn modelId="{FD05929D-B1D9-4312-9E34-6206F115B948}" type="presParOf" srcId="{3327A98C-8133-4E26-8CB2-23CAA0B5D237}" destId="{85988B4B-7FC0-4789-BEC2-AF7CE3CC3609}" srcOrd="3" destOrd="0" presId="urn:microsoft.com/office/officeart/2009/3/layout/OpposingIdeas"/>
    <dgm:cxn modelId="{5445BC68-A6DC-4839-9343-B79B1B95A4EC}" type="presParOf" srcId="{3327A98C-8133-4E26-8CB2-23CAA0B5D237}" destId="{CCBD0D85-9570-449C-A35F-23D4BFC1910F}" srcOrd="4" destOrd="0" presId="urn:microsoft.com/office/officeart/2009/3/layout/OpposingIdeas"/>
    <dgm:cxn modelId="{14C7AB8D-7C3D-479A-AF23-0F8B943F2783}" type="presParOf" srcId="{3327A98C-8133-4E26-8CB2-23CAA0B5D237}" destId="{82E2DD60-C01C-4DA0-81D4-EB7DA2E257A2}" srcOrd="5" destOrd="0" presId="urn:microsoft.com/office/officeart/2009/3/layout/OpposingIdeas"/>
    <dgm:cxn modelId="{C96DACFC-6478-41CA-9D9F-B7D3669EE47F}" type="presParOf" srcId="{3327A98C-8133-4E26-8CB2-23CAA0B5D237}" destId="{BEBA3235-471D-42E2-B35C-8E3AA9552602}" srcOrd="6" destOrd="0" presId="urn:microsoft.com/office/officeart/2009/3/layout/OpposingIdeas"/>
    <dgm:cxn modelId="{A2DD3423-570B-4839-BC43-94EB0E4797A7}" type="presParOf" srcId="{3327A98C-8133-4E26-8CB2-23CAA0B5D237}" destId="{50C7E8A0-5531-4D96-ABCF-B56A2DC1E131}" srcOrd="7" destOrd="0" presId="urn:microsoft.com/office/officeart/2009/3/layout/OpposingIdea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CPU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同频，存放最常用数据</a:t>
          </a: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不是靠地址查找数据</a:t>
          </a: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79F6E624-5493-405C-B053-83527125321D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而是靠寄存器名字</a:t>
          </a:r>
        </a:p>
      </dgm:t>
    </dgm:pt>
    <dgm:pt modelId="{3ABB595E-5644-4854-A44F-17B20720216E}" type="parTrans" cxnId="{2B2A515C-A529-4130-9CF4-D7F9A554D0F3}">
      <dgm:prSet/>
      <dgm:spPr/>
      <dgm:t>
        <a:bodyPr/>
        <a:lstStyle/>
        <a:p>
          <a:endParaRPr lang="zh-CN" altLang="en-US"/>
        </a:p>
      </dgm:t>
    </dgm:pt>
    <dgm:pt modelId="{C28AF285-C106-40DD-BCC1-06EFD34F348C}" type="sibTrans" cxnId="{2B2A515C-A529-4130-9CF4-D7F9A554D0F3}">
      <dgm:prSet/>
      <dgm:spPr/>
      <dgm:t>
        <a:bodyPr/>
        <a:lstStyle/>
        <a:p>
          <a:endParaRPr lang="zh-CN" altLang="en-US"/>
        </a:p>
      </dgm:t>
    </dgm:pt>
    <dgm:pt modelId="{5A9F9688-59DB-435C-80ED-F3E8DF06ABC0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寄存器（速度最快存储空间）</a:t>
          </a:r>
        </a:p>
      </dgm:t>
    </dgm:pt>
    <dgm:pt modelId="{61746038-B2FD-4CA8-A4A8-D09BE32B55E5}" type="parTrans" cxnId="{A6A2DD75-A463-47FC-8378-1A7A9F797B01}">
      <dgm:prSet/>
      <dgm:spPr/>
      <dgm:t>
        <a:bodyPr/>
        <a:lstStyle/>
        <a:p>
          <a:endParaRPr lang="zh-CN" altLang="en-US"/>
        </a:p>
      </dgm:t>
    </dgm:pt>
    <dgm:pt modelId="{AB84ED57-F757-4DA1-B367-0354A21B4A33}" type="sibTrans" cxnId="{A6A2DD75-A463-47FC-8378-1A7A9F797B01}">
      <dgm:prSet/>
      <dgm:spPr/>
      <dgm:t>
        <a:bodyPr/>
        <a:lstStyle/>
        <a:p>
          <a:endParaRPr lang="zh-CN" altLang="en-US"/>
        </a:p>
      </dgm:t>
    </dgm:pt>
    <dgm:pt modelId="{CFF31D7C-C5B5-4147-9FD5-7850BB7FD5FF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区分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32/64bits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EB02911-3A84-4D12-AE4A-3B387CEB7169}" type="parTrans" cxnId="{9B15F6E6-199E-4FA7-9071-D8A21ECC9C60}">
      <dgm:prSet/>
      <dgm:spPr/>
      <dgm:t>
        <a:bodyPr/>
        <a:lstStyle/>
        <a:p>
          <a:endParaRPr lang="zh-CN" altLang="en-US"/>
        </a:p>
      </dgm:t>
    </dgm:pt>
    <dgm:pt modelId="{4274D105-58D5-4ED5-9C34-92BE077CD7F6}" type="sibTrans" cxnId="{9B15F6E6-199E-4FA7-9071-D8A21ECC9C60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887A40ED-9E94-41F1-B95D-D93DD6C4F914}" type="pres">
      <dgm:prSet presAssocID="{5A9F9688-59DB-435C-80ED-F3E8DF06ABC0}" presName="parentLin" presStyleCnt="0"/>
      <dgm:spPr/>
    </dgm:pt>
    <dgm:pt modelId="{948769C4-DDDB-4C0D-B84C-744368414CF0}" type="pres">
      <dgm:prSet presAssocID="{5A9F9688-59DB-435C-80ED-F3E8DF06ABC0}" presName="parentLeftMargin" presStyleLbl="node1" presStyleIdx="0" presStyleCnt="5"/>
      <dgm:spPr/>
    </dgm:pt>
    <dgm:pt modelId="{95C23D81-40EE-433E-B26C-A0B91F756523}" type="pres">
      <dgm:prSet presAssocID="{5A9F9688-59DB-435C-80ED-F3E8DF06ABC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E421EA0-EFDD-44B0-897D-9DCEFCC44EDD}" type="pres">
      <dgm:prSet presAssocID="{5A9F9688-59DB-435C-80ED-F3E8DF06ABC0}" presName="negativeSpace" presStyleCnt="0"/>
      <dgm:spPr/>
    </dgm:pt>
    <dgm:pt modelId="{CD523BAD-86EC-41E4-A3D1-0BC0233E7BEB}" type="pres">
      <dgm:prSet presAssocID="{5A9F9688-59DB-435C-80ED-F3E8DF06ABC0}" presName="childText" presStyleLbl="conFgAcc1" presStyleIdx="0" presStyleCnt="5">
        <dgm:presLayoutVars>
          <dgm:bulletEnabled val="1"/>
        </dgm:presLayoutVars>
      </dgm:prSet>
      <dgm:spPr/>
    </dgm:pt>
    <dgm:pt modelId="{1774FD7B-9814-45A7-9B4B-E4B71819F315}" type="pres">
      <dgm:prSet presAssocID="{AB84ED57-F757-4DA1-B367-0354A21B4A33}" presName="spaceBetweenRectangles" presStyleCnt="0"/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5"/>
      <dgm:spPr/>
    </dgm:pt>
    <dgm:pt modelId="{A4DBA456-5C7E-44C4-A4EC-3CEC69B98C85}" type="pres">
      <dgm:prSet presAssocID="{291AE741-19A1-4F21-9908-E9000469EA5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1" presStyleCnt="5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1" presStyleCnt="5"/>
      <dgm:spPr/>
    </dgm:pt>
    <dgm:pt modelId="{0BA4B5E1-DED6-4BF7-B3BD-0050AC25C2F9}" type="pres">
      <dgm:prSet presAssocID="{1C1EB755-94AC-49E2-9FC6-06DD3F3C94A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2" presStyleCnt="5">
        <dgm:presLayoutVars>
          <dgm:bulletEnabled val="1"/>
        </dgm:presLayoutVars>
      </dgm:prSet>
      <dgm:spPr/>
    </dgm:pt>
    <dgm:pt modelId="{6C305597-1A6D-4519-9431-A0BA87EF2DC5}" type="pres">
      <dgm:prSet presAssocID="{211AD1F7-7A93-4BC5-A182-8CA9A31BE4F4}" presName="spaceBetweenRectangles" presStyleCnt="0"/>
      <dgm:spPr/>
    </dgm:pt>
    <dgm:pt modelId="{647EB758-8FBE-4BBC-99B9-73A23F33CA7B}" type="pres">
      <dgm:prSet presAssocID="{79F6E624-5493-405C-B053-83527125321D}" presName="parentLin" presStyleCnt="0"/>
      <dgm:spPr/>
    </dgm:pt>
    <dgm:pt modelId="{E0769F88-E5BB-4786-86E9-2302B8DD4713}" type="pres">
      <dgm:prSet presAssocID="{79F6E624-5493-405C-B053-83527125321D}" presName="parentLeftMargin" presStyleLbl="node1" presStyleIdx="2" presStyleCnt="5"/>
      <dgm:spPr/>
    </dgm:pt>
    <dgm:pt modelId="{7642D620-BCEF-4905-8B41-861E9F2CD162}" type="pres">
      <dgm:prSet presAssocID="{79F6E624-5493-405C-B053-83527125321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C21E54B-9728-482B-ABEC-565FD4A8D0AD}" type="pres">
      <dgm:prSet presAssocID="{79F6E624-5493-405C-B053-83527125321D}" presName="negativeSpace" presStyleCnt="0"/>
      <dgm:spPr/>
    </dgm:pt>
    <dgm:pt modelId="{8E654179-D54A-4ED1-AB01-B7564C5F6A4E}" type="pres">
      <dgm:prSet presAssocID="{79F6E624-5493-405C-B053-83527125321D}" presName="childText" presStyleLbl="conFgAcc1" presStyleIdx="3" presStyleCnt="5">
        <dgm:presLayoutVars>
          <dgm:bulletEnabled val="1"/>
        </dgm:presLayoutVars>
      </dgm:prSet>
      <dgm:spPr/>
    </dgm:pt>
    <dgm:pt modelId="{624A9B3C-AEF5-41C7-9BC0-B1242D67F870}" type="pres">
      <dgm:prSet presAssocID="{C28AF285-C106-40DD-BCC1-06EFD34F348C}" presName="spaceBetweenRectangles" presStyleCnt="0"/>
      <dgm:spPr/>
    </dgm:pt>
    <dgm:pt modelId="{A222DCFE-5F0F-43B8-B87C-868378226E7C}" type="pres">
      <dgm:prSet presAssocID="{CFF31D7C-C5B5-4147-9FD5-7850BB7FD5FF}" presName="parentLin" presStyleCnt="0"/>
      <dgm:spPr/>
    </dgm:pt>
    <dgm:pt modelId="{9BBE4220-044F-49E5-B852-D6FFA041B991}" type="pres">
      <dgm:prSet presAssocID="{CFF31D7C-C5B5-4147-9FD5-7850BB7FD5FF}" presName="parentLeftMargin" presStyleLbl="node1" presStyleIdx="3" presStyleCnt="5"/>
      <dgm:spPr/>
    </dgm:pt>
    <dgm:pt modelId="{635B0D1A-3077-4DB7-88DD-B65A050E1388}" type="pres">
      <dgm:prSet presAssocID="{CFF31D7C-C5B5-4147-9FD5-7850BB7FD5FF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2E502431-0610-4D3B-817A-BC4BFF4430D8}" type="pres">
      <dgm:prSet presAssocID="{CFF31D7C-C5B5-4147-9FD5-7850BB7FD5FF}" presName="negativeSpace" presStyleCnt="0"/>
      <dgm:spPr/>
    </dgm:pt>
    <dgm:pt modelId="{4CB1C6FA-A901-4AA6-A161-1C0D7BFF8514}" type="pres">
      <dgm:prSet presAssocID="{CFF31D7C-C5B5-4147-9FD5-7850BB7FD5FF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14D6ED00-3771-413C-858E-CAEF7BFB1393}" type="presOf" srcId="{CFF31D7C-C5B5-4147-9FD5-7850BB7FD5FF}" destId="{635B0D1A-3077-4DB7-88DD-B65A050E1388}" srcOrd="1" destOrd="0" presId="urn:microsoft.com/office/officeart/2005/8/layout/list1"/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1AC5D420-544E-4632-B16D-C64B4ACE9E48}" type="presOf" srcId="{5A9F9688-59DB-435C-80ED-F3E8DF06ABC0}" destId="{948769C4-DDDB-4C0D-B84C-744368414CF0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2B2A515C-A529-4130-9CF4-D7F9A554D0F3}" srcId="{94BAFB6B-B720-4BB5-A81F-76FB916DFE7C}" destId="{79F6E624-5493-405C-B053-83527125321D}" srcOrd="3" destOrd="0" parTransId="{3ABB595E-5644-4854-A44F-17B20720216E}" sibTransId="{C28AF285-C106-40DD-BCC1-06EFD34F348C}"/>
    <dgm:cxn modelId="{1E9E196C-4992-4AA1-BAF8-895C7D7A11B1}" type="presOf" srcId="{79F6E624-5493-405C-B053-83527125321D}" destId="{7642D620-BCEF-4905-8B41-861E9F2CD162}" srcOrd="1" destOrd="0" presId="urn:microsoft.com/office/officeart/2005/8/layout/list1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8DC87054-53BE-455B-AE2F-D56CFDAD6E40}" type="presOf" srcId="{79F6E624-5493-405C-B053-83527125321D}" destId="{E0769F88-E5BB-4786-86E9-2302B8DD4713}" srcOrd="0" destOrd="0" presId="urn:microsoft.com/office/officeart/2005/8/layout/list1"/>
    <dgm:cxn modelId="{A6A2DD75-A463-47FC-8378-1A7A9F797B01}" srcId="{94BAFB6B-B720-4BB5-A81F-76FB916DFE7C}" destId="{5A9F9688-59DB-435C-80ED-F3E8DF06ABC0}" srcOrd="0" destOrd="0" parTransId="{61746038-B2FD-4CA8-A4A8-D09BE32B55E5}" sibTransId="{AB84ED57-F757-4DA1-B367-0354A21B4A33}"/>
    <dgm:cxn modelId="{B1843E78-B003-4D4A-9D7A-263C73942639}" type="presOf" srcId="{5A9F9688-59DB-435C-80ED-F3E8DF06ABC0}" destId="{95C23D81-40EE-433E-B26C-A0B91F756523}" srcOrd="1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A7494B86-41A2-403D-A80E-7E0A3B76FD4A}" srcId="{94BAFB6B-B720-4BB5-A81F-76FB916DFE7C}" destId="{1C1EB755-94AC-49E2-9FC6-06DD3F3C94A7}" srcOrd="2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1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CB8F41CC-4321-4984-AE19-05B8DEB4C0D4}" type="presOf" srcId="{CFF31D7C-C5B5-4147-9FD5-7850BB7FD5FF}" destId="{9BBE4220-044F-49E5-B852-D6FFA041B991}" srcOrd="0" destOrd="0" presId="urn:microsoft.com/office/officeart/2005/8/layout/list1"/>
    <dgm:cxn modelId="{9B15F6E6-199E-4FA7-9071-D8A21ECC9C60}" srcId="{94BAFB6B-B720-4BB5-A81F-76FB916DFE7C}" destId="{CFF31D7C-C5B5-4147-9FD5-7850BB7FD5FF}" srcOrd="4" destOrd="0" parTransId="{1EB02911-3A84-4D12-AE4A-3B387CEB7169}" sibTransId="{4274D105-58D5-4ED5-9C34-92BE077CD7F6}"/>
    <dgm:cxn modelId="{4895CD71-D579-4BDD-89D3-97AF705C11B8}" type="presParOf" srcId="{90D2FBDF-B2F4-420E-9024-F3EB41A0152B}" destId="{887A40ED-9E94-41F1-B95D-D93DD6C4F914}" srcOrd="0" destOrd="0" presId="urn:microsoft.com/office/officeart/2005/8/layout/list1"/>
    <dgm:cxn modelId="{1410C8A9-14A1-457D-BFB1-024F0B66150A}" type="presParOf" srcId="{887A40ED-9E94-41F1-B95D-D93DD6C4F914}" destId="{948769C4-DDDB-4C0D-B84C-744368414CF0}" srcOrd="0" destOrd="0" presId="urn:microsoft.com/office/officeart/2005/8/layout/list1"/>
    <dgm:cxn modelId="{93960D2B-4924-4398-8899-A35B297B5320}" type="presParOf" srcId="{887A40ED-9E94-41F1-B95D-D93DD6C4F914}" destId="{95C23D81-40EE-433E-B26C-A0B91F756523}" srcOrd="1" destOrd="0" presId="urn:microsoft.com/office/officeart/2005/8/layout/list1"/>
    <dgm:cxn modelId="{C72C75C0-F160-4CCA-BF0F-FB79F8F7E927}" type="presParOf" srcId="{90D2FBDF-B2F4-420E-9024-F3EB41A0152B}" destId="{BE421EA0-EFDD-44B0-897D-9DCEFCC44EDD}" srcOrd="1" destOrd="0" presId="urn:microsoft.com/office/officeart/2005/8/layout/list1"/>
    <dgm:cxn modelId="{469AC992-0CF6-43BB-913A-9CBB55F218C8}" type="presParOf" srcId="{90D2FBDF-B2F4-420E-9024-F3EB41A0152B}" destId="{CD523BAD-86EC-41E4-A3D1-0BC0233E7BEB}" srcOrd="2" destOrd="0" presId="urn:microsoft.com/office/officeart/2005/8/layout/list1"/>
    <dgm:cxn modelId="{2DBB8604-355A-43A6-82A7-35C92F5259E6}" type="presParOf" srcId="{90D2FBDF-B2F4-420E-9024-F3EB41A0152B}" destId="{1774FD7B-9814-45A7-9B4B-E4B71819F315}" srcOrd="3" destOrd="0" presId="urn:microsoft.com/office/officeart/2005/8/layout/list1"/>
    <dgm:cxn modelId="{DAB84800-DA25-47AB-ABAD-E0136E2A2BC1}" type="presParOf" srcId="{90D2FBDF-B2F4-420E-9024-F3EB41A0152B}" destId="{5EF2DF05-AF25-4FE0-8AD1-84139E360CAF}" srcOrd="4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5" destOrd="0" presId="urn:microsoft.com/office/officeart/2005/8/layout/list1"/>
    <dgm:cxn modelId="{3F65B61C-BF1A-4836-B45B-5DEB76731B8F}" type="presParOf" srcId="{90D2FBDF-B2F4-420E-9024-F3EB41A0152B}" destId="{F75197EA-068F-43F5-BCCF-439BB12CEED7}" srcOrd="6" destOrd="0" presId="urn:microsoft.com/office/officeart/2005/8/layout/list1"/>
    <dgm:cxn modelId="{70C5EAF9-331A-4BCE-B53C-511A37B6591F}" type="presParOf" srcId="{90D2FBDF-B2F4-420E-9024-F3EB41A0152B}" destId="{23B6C78F-ACBF-4924-845E-FAFDDB447D18}" srcOrd="7" destOrd="0" presId="urn:microsoft.com/office/officeart/2005/8/layout/list1"/>
    <dgm:cxn modelId="{4B78A635-9C2B-450E-809B-3E56EDB62D7A}" type="presParOf" srcId="{90D2FBDF-B2F4-420E-9024-F3EB41A0152B}" destId="{96651B9B-6C65-41F0-9811-3A92A86C4778}" srcOrd="8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9" destOrd="0" presId="urn:microsoft.com/office/officeart/2005/8/layout/list1"/>
    <dgm:cxn modelId="{D0ADAD0E-F17B-4C7B-9EFA-CF83FC6DC5E1}" type="presParOf" srcId="{90D2FBDF-B2F4-420E-9024-F3EB41A0152B}" destId="{AE2F4F9B-4191-4658-9C0B-0D47EF653528}" srcOrd="10" destOrd="0" presId="urn:microsoft.com/office/officeart/2005/8/layout/list1"/>
    <dgm:cxn modelId="{DF64BABB-FE2E-47E3-AC5F-9BACF522ABBF}" type="presParOf" srcId="{90D2FBDF-B2F4-420E-9024-F3EB41A0152B}" destId="{6C305597-1A6D-4519-9431-A0BA87EF2DC5}" srcOrd="11" destOrd="0" presId="urn:microsoft.com/office/officeart/2005/8/layout/list1"/>
    <dgm:cxn modelId="{76A39691-72BE-449C-BAAD-5BA01E294E11}" type="presParOf" srcId="{90D2FBDF-B2F4-420E-9024-F3EB41A0152B}" destId="{647EB758-8FBE-4BBC-99B9-73A23F33CA7B}" srcOrd="12" destOrd="0" presId="urn:microsoft.com/office/officeart/2005/8/layout/list1"/>
    <dgm:cxn modelId="{BC958240-F355-458A-9F64-8647F9CE834B}" type="presParOf" srcId="{647EB758-8FBE-4BBC-99B9-73A23F33CA7B}" destId="{E0769F88-E5BB-4786-86E9-2302B8DD4713}" srcOrd="0" destOrd="0" presId="urn:microsoft.com/office/officeart/2005/8/layout/list1"/>
    <dgm:cxn modelId="{FFF46C6F-41E2-4361-B7B3-29F72BE0682F}" type="presParOf" srcId="{647EB758-8FBE-4BBC-99B9-73A23F33CA7B}" destId="{7642D620-BCEF-4905-8B41-861E9F2CD162}" srcOrd="1" destOrd="0" presId="urn:microsoft.com/office/officeart/2005/8/layout/list1"/>
    <dgm:cxn modelId="{F5113B23-74E8-466C-A5F8-1700EDE9D8E3}" type="presParOf" srcId="{90D2FBDF-B2F4-420E-9024-F3EB41A0152B}" destId="{CC21E54B-9728-482B-ABEC-565FD4A8D0AD}" srcOrd="13" destOrd="0" presId="urn:microsoft.com/office/officeart/2005/8/layout/list1"/>
    <dgm:cxn modelId="{BC4EDD5D-2A37-4AC1-89A8-5892A4C4B775}" type="presParOf" srcId="{90D2FBDF-B2F4-420E-9024-F3EB41A0152B}" destId="{8E654179-D54A-4ED1-AB01-B7564C5F6A4E}" srcOrd="14" destOrd="0" presId="urn:microsoft.com/office/officeart/2005/8/layout/list1"/>
    <dgm:cxn modelId="{492D02C7-429C-4B95-B86B-3036B456F6DB}" type="presParOf" srcId="{90D2FBDF-B2F4-420E-9024-F3EB41A0152B}" destId="{624A9B3C-AEF5-41C7-9BC0-B1242D67F870}" srcOrd="15" destOrd="0" presId="urn:microsoft.com/office/officeart/2005/8/layout/list1"/>
    <dgm:cxn modelId="{C826BC8D-4487-4030-85F9-4F2C84EC20CE}" type="presParOf" srcId="{90D2FBDF-B2F4-420E-9024-F3EB41A0152B}" destId="{A222DCFE-5F0F-43B8-B87C-868378226E7C}" srcOrd="16" destOrd="0" presId="urn:microsoft.com/office/officeart/2005/8/layout/list1"/>
    <dgm:cxn modelId="{E65CB62C-C70F-40E7-96E9-FBB65AFE02AC}" type="presParOf" srcId="{A222DCFE-5F0F-43B8-B87C-868378226E7C}" destId="{9BBE4220-044F-49E5-B852-D6FFA041B991}" srcOrd="0" destOrd="0" presId="urn:microsoft.com/office/officeart/2005/8/layout/list1"/>
    <dgm:cxn modelId="{5DC6B16A-754D-455B-A6E3-B0F7B1FE9E5E}" type="presParOf" srcId="{A222DCFE-5F0F-43B8-B87C-868378226E7C}" destId="{635B0D1A-3077-4DB7-88DD-B65A050E1388}" srcOrd="1" destOrd="0" presId="urn:microsoft.com/office/officeart/2005/8/layout/list1"/>
    <dgm:cxn modelId="{64CDF2C1-7819-4EDE-BC7F-4C4918FB450A}" type="presParOf" srcId="{90D2FBDF-B2F4-420E-9024-F3EB41A0152B}" destId="{2E502431-0610-4D3B-817A-BC4BFF4430D8}" srcOrd="17" destOrd="0" presId="urn:microsoft.com/office/officeart/2005/8/layout/list1"/>
    <dgm:cxn modelId="{6604BABA-07EA-4AEA-AB3D-414FAEC4F9B9}" type="presParOf" srcId="{90D2FBDF-B2F4-420E-9024-F3EB41A0152B}" destId="{4CB1C6FA-A901-4AA6-A161-1C0D7BFF8514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zh-CN" altLang="en-US"/>
        </a:p>
      </dgm:t>
    </dgm:pt>
    <dgm:pt modelId="{78BE9963-FC5C-46DB-902D-1FEB971CADE6}">
      <dgm:prSet phldrT="[文本]" custT="1"/>
      <dgm:spPr/>
      <dgm:t>
        <a:bodyPr/>
        <a:lstStyle/>
        <a:p>
          <a:pPr algn="ctr"/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函数调用过程</a:t>
          </a:r>
        </a:p>
      </dgm:t>
    </dgm:pt>
    <dgm:pt modelId="{970F65A5-48D5-42A5-8F17-D436E4C78F7F}" type="par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00E7413E-5DDF-40B5-A625-AAC9D8CA33CB}" type="sib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BA975364-6B17-458F-A8CD-F453D1D0278D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参数压入栈（从后往前）</a:t>
          </a:r>
        </a:p>
      </dgm:t>
    </dgm:pt>
    <dgm:pt modelId="{F6E5681C-1DE3-416E-9A10-302F8CD9E079}" type="parTrans" cxnId="{F35CFB23-C443-45E7-B76E-B29136FF9F3D}">
      <dgm:prSet/>
      <dgm:spPr/>
      <dgm:t>
        <a:bodyPr/>
        <a:lstStyle/>
        <a:p>
          <a:endParaRPr lang="zh-CN" altLang="en-US"/>
        </a:p>
      </dgm:t>
    </dgm:pt>
    <dgm:pt modelId="{CE10FCB4-2184-4F43-A554-D9B91408E338}" type="sibTrans" cxnId="{F35CFB23-C443-45E7-B76E-B29136FF9F3D}">
      <dgm:prSet/>
      <dgm:spPr/>
      <dgm:t>
        <a:bodyPr/>
        <a:lstStyle/>
        <a:p>
          <a:endParaRPr lang="zh-CN" altLang="en-US"/>
        </a:p>
      </dgm:t>
    </dgm:pt>
    <dgm:pt modelId="{F410BAEA-A19C-466E-861E-DCD6B5024BC5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压入栈（下一条指令地址）</a:t>
          </a:r>
        </a:p>
      </dgm:t>
    </dgm:pt>
    <dgm:pt modelId="{5E3352A1-DBCD-4DA2-AEF5-2525E2BA5CB2}" type="parTrans" cxnId="{80838106-AE1E-4F6A-975C-364C69A006EF}">
      <dgm:prSet/>
      <dgm:spPr/>
      <dgm:t>
        <a:bodyPr/>
        <a:lstStyle/>
        <a:p>
          <a:endParaRPr lang="zh-CN" altLang="en-US"/>
        </a:p>
      </dgm:t>
    </dgm:pt>
    <dgm:pt modelId="{E8962894-809C-4EBA-8C19-1F57F46FFA1C}" type="sibTrans" cxnId="{80838106-AE1E-4F6A-975C-364C69A006EF}">
      <dgm:prSet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ESP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拷贝给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，作新的栈底</a:t>
          </a:r>
          <a:endParaRPr lang="en-US" altLang="zh-CN" sz="20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A4247686-7D24-4AD7-9957-54E762637C80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函数局部变量入栈</a:t>
          </a:r>
          <a:endParaRPr lang="en-US" altLang="zh-CN" sz="20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82C842B-3E82-4359-8F27-F2531D02EED0}" type="par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4A0288A8-A93F-4F59-BB0F-2C67E5CA3C82}" type="sib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EB48462E-E3FE-48BE-BBB1-C1A790D87943}" type="pres">
      <dgm:prSet presAssocID="{78BE9963-FC5C-46DB-902D-1FEB971CADE6}" presName="parentLin" presStyleCnt="0"/>
      <dgm:spPr/>
    </dgm:pt>
    <dgm:pt modelId="{D6AE27B6-E6A7-4C08-A97F-4F2947D9CAAE}" type="pres">
      <dgm:prSet presAssocID="{78BE9963-FC5C-46DB-902D-1FEB971CADE6}" presName="parentLeftMargin" presStyleLbl="node1" presStyleIdx="0" presStyleCnt="6"/>
      <dgm:spPr/>
    </dgm:pt>
    <dgm:pt modelId="{730B502E-8E0E-4973-96EB-6DE0A82BE85B}" type="pres">
      <dgm:prSet presAssocID="{78BE9963-FC5C-46DB-902D-1FEB971CADE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7CFE273-4B73-4C17-A2B2-670ACE9DB204}" type="pres">
      <dgm:prSet presAssocID="{78BE9963-FC5C-46DB-902D-1FEB971CADE6}" presName="negativeSpace" presStyleCnt="0"/>
      <dgm:spPr/>
    </dgm:pt>
    <dgm:pt modelId="{02500505-D72A-4025-8FDD-8A46771C3C33}" type="pres">
      <dgm:prSet presAssocID="{78BE9963-FC5C-46DB-902D-1FEB971CADE6}" presName="childText" presStyleLbl="conFgAcc1" presStyleIdx="0" presStyleCnt="6">
        <dgm:presLayoutVars>
          <dgm:bulletEnabled val="1"/>
        </dgm:presLayoutVars>
      </dgm:prSet>
      <dgm:spPr/>
    </dgm:pt>
    <dgm:pt modelId="{1E1A0C77-AC71-46C6-BA46-699395727282}" type="pres">
      <dgm:prSet presAssocID="{00E7413E-5DDF-40B5-A625-AAC9D8CA33CB}" presName="spaceBetweenRectangles" presStyleCnt="0"/>
      <dgm:spPr/>
    </dgm:pt>
    <dgm:pt modelId="{9F8B7F90-0388-4858-A626-54712843EFEA}" type="pres">
      <dgm:prSet presAssocID="{BA975364-6B17-458F-A8CD-F453D1D0278D}" presName="parentLin" presStyleCnt="0"/>
      <dgm:spPr/>
    </dgm:pt>
    <dgm:pt modelId="{99DC2195-F586-4335-B801-CB07B3AA0473}" type="pres">
      <dgm:prSet presAssocID="{BA975364-6B17-458F-A8CD-F453D1D0278D}" presName="parentLeftMargin" presStyleLbl="node1" presStyleIdx="0" presStyleCnt="6"/>
      <dgm:spPr/>
    </dgm:pt>
    <dgm:pt modelId="{708F6D35-C146-42D4-803E-73FA62B1A492}" type="pres">
      <dgm:prSet presAssocID="{BA975364-6B17-458F-A8CD-F453D1D0278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5B20C79-6330-4035-9C1C-F80CBECB9E2E}" type="pres">
      <dgm:prSet presAssocID="{BA975364-6B17-458F-A8CD-F453D1D0278D}" presName="negativeSpace" presStyleCnt="0"/>
      <dgm:spPr/>
    </dgm:pt>
    <dgm:pt modelId="{31DC9EC9-A1C1-4252-885A-35F7CBACBA85}" type="pres">
      <dgm:prSet presAssocID="{BA975364-6B17-458F-A8CD-F453D1D0278D}" presName="childText" presStyleLbl="conFgAcc1" presStyleIdx="1" presStyleCnt="6">
        <dgm:presLayoutVars>
          <dgm:bulletEnabled val="1"/>
        </dgm:presLayoutVars>
      </dgm:prSet>
      <dgm:spPr/>
    </dgm:pt>
    <dgm:pt modelId="{91926718-14D3-441E-B83A-7822B0F9E888}" type="pres">
      <dgm:prSet presAssocID="{CE10FCB4-2184-4F43-A554-D9B91408E338}" presName="spaceBetweenRectangles" presStyleCnt="0"/>
      <dgm:spPr/>
    </dgm:pt>
    <dgm:pt modelId="{D2E2C969-1B10-4314-B2AB-A09FD6947ECD}" type="pres">
      <dgm:prSet presAssocID="{F410BAEA-A19C-466E-861E-DCD6B5024BC5}" presName="parentLin" presStyleCnt="0"/>
      <dgm:spPr/>
    </dgm:pt>
    <dgm:pt modelId="{A1B40227-3E25-4D3B-9161-1B0B47D7BE44}" type="pres">
      <dgm:prSet presAssocID="{F410BAEA-A19C-466E-861E-DCD6B5024BC5}" presName="parentLeftMargin" presStyleLbl="node1" presStyleIdx="1" presStyleCnt="6"/>
      <dgm:spPr/>
    </dgm:pt>
    <dgm:pt modelId="{F6A1C5F9-4E54-4604-A535-1D67FB787C6E}" type="pres">
      <dgm:prSet presAssocID="{F410BAEA-A19C-466E-861E-DCD6B5024BC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789A7BE-0972-4B5F-92C7-4C91F4B5DAF9}" type="pres">
      <dgm:prSet presAssocID="{F410BAEA-A19C-466E-861E-DCD6B5024BC5}" presName="negativeSpace" presStyleCnt="0"/>
      <dgm:spPr/>
    </dgm:pt>
    <dgm:pt modelId="{C2656F51-7CAB-44AD-974F-F98340DC9760}" type="pres">
      <dgm:prSet presAssocID="{F410BAEA-A19C-466E-861E-DCD6B5024BC5}" presName="childText" presStyleLbl="conFgAcc1" presStyleIdx="2" presStyleCnt="6">
        <dgm:presLayoutVars>
          <dgm:bulletEnabled val="1"/>
        </dgm:presLayoutVars>
      </dgm:prSet>
      <dgm:spPr/>
    </dgm:pt>
    <dgm:pt modelId="{16ACFDBB-DC4B-42CF-B5F4-D66230B7CFBB}" type="pres">
      <dgm:prSet presAssocID="{E8962894-809C-4EBA-8C19-1F57F46FFA1C}" presName="spaceBetweenRectangles" presStyleCnt="0"/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2" presStyleCnt="6"/>
      <dgm:spPr/>
    </dgm:pt>
    <dgm:pt modelId="{224AE4A0-6A37-4649-ADCA-13A53CF2B5EA}" type="pres">
      <dgm:prSet presAssocID="{55B72F63-54A2-416A-9F4A-42621C03A43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3" presStyleCnt="6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3" presStyleCnt="6"/>
      <dgm:spPr/>
    </dgm:pt>
    <dgm:pt modelId="{57B4AFD2-DD9B-45E9-ABDF-BA2D42455870}" type="pres">
      <dgm:prSet presAssocID="{A3311C7C-16A8-4653-96C1-7573B0048A4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4" presStyleCnt="6">
        <dgm:presLayoutVars>
          <dgm:bulletEnabled val="1"/>
        </dgm:presLayoutVars>
      </dgm:prSet>
      <dgm:spPr/>
    </dgm:pt>
    <dgm:pt modelId="{FEA96B9F-841E-418F-B1DD-AEEF6C66C4BC}" type="pres">
      <dgm:prSet presAssocID="{E28C6E41-1ADA-440D-8D22-6B9D7E73E898}" presName="spaceBetweenRectangles" presStyleCnt="0"/>
      <dgm:spPr/>
    </dgm:pt>
    <dgm:pt modelId="{5D8C6452-BCB3-4760-B006-A7EF9E6AECEC}" type="pres">
      <dgm:prSet presAssocID="{A4247686-7D24-4AD7-9957-54E762637C80}" presName="parentLin" presStyleCnt="0"/>
      <dgm:spPr/>
    </dgm:pt>
    <dgm:pt modelId="{86C05DD5-9B90-49D0-8263-4311ECB9BD73}" type="pres">
      <dgm:prSet presAssocID="{A4247686-7D24-4AD7-9957-54E762637C80}" presName="parentLeftMargin" presStyleLbl="node1" presStyleIdx="4" presStyleCnt="6"/>
      <dgm:spPr/>
    </dgm:pt>
    <dgm:pt modelId="{E6892619-2CAF-4459-9B59-DB9019322B9A}" type="pres">
      <dgm:prSet presAssocID="{A4247686-7D24-4AD7-9957-54E762637C80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C9DA5A2-9F39-459A-AA85-843BECBCF29C}" type="pres">
      <dgm:prSet presAssocID="{A4247686-7D24-4AD7-9957-54E762637C80}" presName="negativeSpace" presStyleCnt="0"/>
      <dgm:spPr/>
    </dgm:pt>
    <dgm:pt modelId="{D53BD508-EBAF-4DAF-9211-34315C44EA46}" type="pres">
      <dgm:prSet presAssocID="{A4247686-7D24-4AD7-9957-54E762637C80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80838106-AE1E-4F6A-975C-364C69A006EF}" srcId="{8B27CBBE-2B3C-4DF9-96E0-9B7FF528E1C5}" destId="{F410BAEA-A19C-466E-861E-DCD6B5024BC5}" srcOrd="2" destOrd="0" parTransId="{5E3352A1-DBCD-4DA2-AEF5-2525E2BA5CB2}" sibTransId="{E8962894-809C-4EBA-8C19-1F57F46FFA1C}"/>
    <dgm:cxn modelId="{7554A306-2032-4D7E-A745-3A3FCDDDABBA}" type="presOf" srcId="{78BE9963-FC5C-46DB-902D-1FEB971CADE6}" destId="{730B502E-8E0E-4973-96EB-6DE0A82BE85B}" srcOrd="1" destOrd="0" presId="urn:microsoft.com/office/officeart/2005/8/layout/list1"/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F35CFB23-C443-45E7-B76E-B29136FF9F3D}" srcId="{8B27CBBE-2B3C-4DF9-96E0-9B7FF528E1C5}" destId="{BA975364-6B17-458F-A8CD-F453D1D0278D}" srcOrd="1" destOrd="0" parTransId="{F6E5681C-1DE3-416E-9A10-302F8CD9E079}" sibTransId="{CE10FCB4-2184-4F43-A554-D9B91408E338}"/>
    <dgm:cxn modelId="{BED5AF2C-B452-4BAA-ACE6-1DE8E6DC9324}" srcId="{8B27CBBE-2B3C-4DF9-96E0-9B7FF528E1C5}" destId="{55B72F63-54A2-416A-9F4A-42621C03A43D}" srcOrd="3" destOrd="0" parTransId="{FFEE04FB-F5C2-4165-A7C2-5D6BAA587982}" sibTransId="{7C795C86-9CD1-4E8D-9307-AFB345A2438E}"/>
    <dgm:cxn modelId="{B1CEB337-601D-4156-9258-9C06C2023985}" type="presOf" srcId="{BA975364-6B17-458F-A8CD-F453D1D0278D}" destId="{99DC2195-F586-4335-B801-CB07B3AA0473}" srcOrd="0" destOrd="0" presId="urn:microsoft.com/office/officeart/2005/8/layout/list1"/>
    <dgm:cxn modelId="{5F407160-49AC-474D-A8A4-568A2B18B0AB}" type="presOf" srcId="{F410BAEA-A19C-466E-861E-DCD6B5024BC5}" destId="{F6A1C5F9-4E54-4604-A535-1D67FB787C6E}" srcOrd="1" destOrd="0" presId="urn:microsoft.com/office/officeart/2005/8/layout/list1"/>
    <dgm:cxn modelId="{B9A1DC49-7390-4008-9020-CDE1B878AAD7}" srcId="{8B27CBBE-2B3C-4DF9-96E0-9B7FF528E1C5}" destId="{78BE9963-FC5C-46DB-902D-1FEB971CADE6}" srcOrd="0" destOrd="0" parTransId="{970F65A5-48D5-42A5-8F17-D436E4C78F7F}" sibTransId="{00E7413E-5DDF-40B5-A625-AAC9D8CA33CB}"/>
    <dgm:cxn modelId="{08977F6C-5068-4B9D-BBEE-1CD971A18C2B}" type="presOf" srcId="{BA975364-6B17-458F-A8CD-F453D1D0278D}" destId="{708F6D35-C146-42D4-803E-73FA62B1A492}" srcOrd="1" destOrd="0" presId="urn:microsoft.com/office/officeart/2005/8/layout/list1"/>
    <dgm:cxn modelId="{23184C95-0376-490E-A7D2-A2CB4C62E653}" type="presOf" srcId="{78BE9963-FC5C-46DB-902D-1FEB971CADE6}" destId="{D6AE27B6-E6A7-4C08-A97F-4F2947D9CAAE}" srcOrd="0" destOrd="0" presId="urn:microsoft.com/office/officeart/2005/8/layout/list1"/>
    <dgm:cxn modelId="{77D2F899-441E-48D2-9EC1-BC41AAA28FC5}" type="presOf" srcId="{A4247686-7D24-4AD7-9957-54E762637C80}" destId="{E6892619-2CAF-4459-9B59-DB9019322B9A}" srcOrd="1" destOrd="0" presId="urn:microsoft.com/office/officeart/2005/8/layout/list1"/>
    <dgm:cxn modelId="{920D3DAF-2B69-44C1-AE53-CD99E0A7F857}" type="presOf" srcId="{F410BAEA-A19C-466E-861E-DCD6B5024BC5}" destId="{A1B40227-3E25-4D3B-9161-1B0B47D7BE44}" srcOrd="0" destOrd="0" presId="urn:microsoft.com/office/officeart/2005/8/layout/list1"/>
    <dgm:cxn modelId="{781907B8-B46B-433C-B775-0DAD75825550}" srcId="{8B27CBBE-2B3C-4DF9-96E0-9B7FF528E1C5}" destId="{A3311C7C-16A8-4653-96C1-7573B0048A4D}" srcOrd="4" destOrd="0" parTransId="{0BCF4B4D-9451-4317-8269-C7F355B79813}" sibTransId="{E28C6E41-1ADA-440D-8D22-6B9D7E73E898}"/>
    <dgm:cxn modelId="{3F30D5BC-9D27-4C43-9053-A3EA4F7262E5}" type="presOf" srcId="{A4247686-7D24-4AD7-9957-54E762637C80}" destId="{86C05DD5-9B90-49D0-8263-4311ECB9BD73}" srcOrd="0" destOrd="0" presId="urn:microsoft.com/office/officeart/2005/8/layout/list1"/>
    <dgm:cxn modelId="{7D4124BE-EDAF-42C9-9869-B13DF3243ABC}" srcId="{8B27CBBE-2B3C-4DF9-96E0-9B7FF528E1C5}" destId="{A4247686-7D24-4AD7-9957-54E762637C80}" srcOrd="5" destOrd="0" parTransId="{882C842B-3E82-4359-8F27-F2531D02EED0}" sibTransId="{4A0288A8-A93F-4F59-BB0F-2C67E5CA3C82}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2180B123-7461-498C-86BB-0EFDFC435F1B}" type="presParOf" srcId="{27B5C5EF-A621-43B1-9E5F-F745CF055896}" destId="{EB48462E-E3FE-48BE-BBB1-C1A790D87943}" srcOrd="0" destOrd="0" presId="urn:microsoft.com/office/officeart/2005/8/layout/list1"/>
    <dgm:cxn modelId="{20A7FCD9-0833-4379-ACAB-44A9901D2FC0}" type="presParOf" srcId="{EB48462E-E3FE-48BE-BBB1-C1A790D87943}" destId="{D6AE27B6-E6A7-4C08-A97F-4F2947D9CAAE}" srcOrd="0" destOrd="0" presId="urn:microsoft.com/office/officeart/2005/8/layout/list1"/>
    <dgm:cxn modelId="{C02AD688-B598-4AA2-BFD7-65BFAB4070AB}" type="presParOf" srcId="{EB48462E-E3FE-48BE-BBB1-C1A790D87943}" destId="{730B502E-8E0E-4973-96EB-6DE0A82BE85B}" srcOrd="1" destOrd="0" presId="urn:microsoft.com/office/officeart/2005/8/layout/list1"/>
    <dgm:cxn modelId="{AC48EE2A-A8ED-4566-8802-1C19D3EB79B3}" type="presParOf" srcId="{27B5C5EF-A621-43B1-9E5F-F745CF055896}" destId="{77CFE273-4B73-4C17-A2B2-670ACE9DB204}" srcOrd="1" destOrd="0" presId="urn:microsoft.com/office/officeart/2005/8/layout/list1"/>
    <dgm:cxn modelId="{DD1559C0-FAB5-4804-9CC1-B77F77746F92}" type="presParOf" srcId="{27B5C5EF-A621-43B1-9E5F-F745CF055896}" destId="{02500505-D72A-4025-8FDD-8A46771C3C33}" srcOrd="2" destOrd="0" presId="urn:microsoft.com/office/officeart/2005/8/layout/list1"/>
    <dgm:cxn modelId="{E481887A-654D-4D5E-90F4-D7329223FB38}" type="presParOf" srcId="{27B5C5EF-A621-43B1-9E5F-F745CF055896}" destId="{1E1A0C77-AC71-46C6-BA46-699395727282}" srcOrd="3" destOrd="0" presId="urn:microsoft.com/office/officeart/2005/8/layout/list1"/>
    <dgm:cxn modelId="{B64511C9-FCBB-4BC9-A4E7-3A080E8CE958}" type="presParOf" srcId="{27B5C5EF-A621-43B1-9E5F-F745CF055896}" destId="{9F8B7F90-0388-4858-A626-54712843EFEA}" srcOrd="4" destOrd="0" presId="urn:microsoft.com/office/officeart/2005/8/layout/list1"/>
    <dgm:cxn modelId="{304E6FCF-D9DE-424D-AE20-8DC448B3E49B}" type="presParOf" srcId="{9F8B7F90-0388-4858-A626-54712843EFEA}" destId="{99DC2195-F586-4335-B801-CB07B3AA0473}" srcOrd="0" destOrd="0" presId="urn:microsoft.com/office/officeart/2005/8/layout/list1"/>
    <dgm:cxn modelId="{2AB955BD-7B3E-4720-B384-DFFE528A92F9}" type="presParOf" srcId="{9F8B7F90-0388-4858-A626-54712843EFEA}" destId="{708F6D35-C146-42D4-803E-73FA62B1A492}" srcOrd="1" destOrd="0" presId="urn:microsoft.com/office/officeart/2005/8/layout/list1"/>
    <dgm:cxn modelId="{292100FD-99CA-40F5-9F9B-9FB201D58F89}" type="presParOf" srcId="{27B5C5EF-A621-43B1-9E5F-F745CF055896}" destId="{D5B20C79-6330-4035-9C1C-F80CBECB9E2E}" srcOrd="5" destOrd="0" presId="urn:microsoft.com/office/officeart/2005/8/layout/list1"/>
    <dgm:cxn modelId="{C119A51D-7A4F-4D61-BE1E-D0B5C5111252}" type="presParOf" srcId="{27B5C5EF-A621-43B1-9E5F-F745CF055896}" destId="{31DC9EC9-A1C1-4252-885A-35F7CBACBA85}" srcOrd="6" destOrd="0" presId="urn:microsoft.com/office/officeart/2005/8/layout/list1"/>
    <dgm:cxn modelId="{00E86A85-CF9A-4241-BC0F-CE2655FC5888}" type="presParOf" srcId="{27B5C5EF-A621-43B1-9E5F-F745CF055896}" destId="{91926718-14D3-441E-B83A-7822B0F9E888}" srcOrd="7" destOrd="0" presId="urn:microsoft.com/office/officeart/2005/8/layout/list1"/>
    <dgm:cxn modelId="{64777F7B-9F6B-43EB-844B-98799A299DE2}" type="presParOf" srcId="{27B5C5EF-A621-43B1-9E5F-F745CF055896}" destId="{D2E2C969-1B10-4314-B2AB-A09FD6947ECD}" srcOrd="8" destOrd="0" presId="urn:microsoft.com/office/officeart/2005/8/layout/list1"/>
    <dgm:cxn modelId="{CBF67140-8DA3-410B-9573-0F7776C0A852}" type="presParOf" srcId="{D2E2C969-1B10-4314-B2AB-A09FD6947ECD}" destId="{A1B40227-3E25-4D3B-9161-1B0B47D7BE44}" srcOrd="0" destOrd="0" presId="urn:microsoft.com/office/officeart/2005/8/layout/list1"/>
    <dgm:cxn modelId="{60BD4111-94B7-488A-8C59-66514B4825F2}" type="presParOf" srcId="{D2E2C969-1B10-4314-B2AB-A09FD6947ECD}" destId="{F6A1C5F9-4E54-4604-A535-1D67FB787C6E}" srcOrd="1" destOrd="0" presId="urn:microsoft.com/office/officeart/2005/8/layout/list1"/>
    <dgm:cxn modelId="{ECDCD9A0-F30D-4396-BB5A-23A6D64BBCB2}" type="presParOf" srcId="{27B5C5EF-A621-43B1-9E5F-F745CF055896}" destId="{6789A7BE-0972-4B5F-92C7-4C91F4B5DAF9}" srcOrd="9" destOrd="0" presId="urn:microsoft.com/office/officeart/2005/8/layout/list1"/>
    <dgm:cxn modelId="{876D7FDA-FEF4-4C67-987E-64D27ED7B3E8}" type="presParOf" srcId="{27B5C5EF-A621-43B1-9E5F-F745CF055896}" destId="{C2656F51-7CAB-44AD-974F-F98340DC9760}" srcOrd="10" destOrd="0" presId="urn:microsoft.com/office/officeart/2005/8/layout/list1"/>
    <dgm:cxn modelId="{7544509A-21AD-43EE-BD9C-9CA1F7295C96}" type="presParOf" srcId="{27B5C5EF-A621-43B1-9E5F-F745CF055896}" destId="{16ACFDBB-DC4B-42CF-B5F4-D66230B7CFBB}" srcOrd="11" destOrd="0" presId="urn:microsoft.com/office/officeart/2005/8/layout/list1"/>
    <dgm:cxn modelId="{291C472B-9820-436C-9D26-5C2BE99E3C17}" type="presParOf" srcId="{27B5C5EF-A621-43B1-9E5F-F745CF055896}" destId="{A8C315FE-D977-45CB-8335-B1666F3CBA4F}" srcOrd="12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13" destOrd="0" presId="urn:microsoft.com/office/officeart/2005/8/layout/list1"/>
    <dgm:cxn modelId="{3423F980-4DAF-4752-B2AC-A423716FD695}" type="presParOf" srcId="{27B5C5EF-A621-43B1-9E5F-F745CF055896}" destId="{29D67E7E-6A42-414D-9B9B-0E645D728C18}" srcOrd="14" destOrd="0" presId="urn:microsoft.com/office/officeart/2005/8/layout/list1"/>
    <dgm:cxn modelId="{5B4A46DA-ED08-473F-AE9B-0F3E509AE742}" type="presParOf" srcId="{27B5C5EF-A621-43B1-9E5F-F745CF055896}" destId="{92332D43-8816-4D84-AE79-C3EAFC84FBC8}" srcOrd="15" destOrd="0" presId="urn:microsoft.com/office/officeart/2005/8/layout/list1"/>
    <dgm:cxn modelId="{C5F299F8-7566-41CA-B099-00C27BE95C0A}" type="presParOf" srcId="{27B5C5EF-A621-43B1-9E5F-F745CF055896}" destId="{FDCEB285-12B9-42A6-86DD-55B35C1EAACF}" srcOrd="16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17" destOrd="0" presId="urn:microsoft.com/office/officeart/2005/8/layout/list1"/>
    <dgm:cxn modelId="{62B28229-48F9-4874-952B-AA4483E156FA}" type="presParOf" srcId="{27B5C5EF-A621-43B1-9E5F-F745CF055896}" destId="{26F0A34E-ED2F-4684-85B5-5591642C3C24}" srcOrd="18" destOrd="0" presId="urn:microsoft.com/office/officeart/2005/8/layout/list1"/>
    <dgm:cxn modelId="{2FDF2259-3668-4C9E-9488-91C4EC4BF091}" type="presParOf" srcId="{27B5C5EF-A621-43B1-9E5F-F745CF055896}" destId="{FEA96B9F-841E-418F-B1DD-AEEF6C66C4BC}" srcOrd="19" destOrd="0" presId="urn:microsoft.com/office/officeart/2005/8/layout/list1"/>
    <dgm:cxn modelId="{0705562C-B398-4125-8190-EA6A9EA2B6C5}" type="presParOf" srcId="{27B5C5EF-A621-43B1-9E5F-F745CF055896}" destId="{5D8C6452-BCB3-4760-B006-A7EF9E6AECEC}" srcOrd="20" destOrd="0" presId="urn:microsoft.com/office/officeart/2005/8/layout/list1"/>
    <dgm:cxn modelId="{4DD7C4AF-0D41-4D6A-8EBA-E01B4396BCFB}" type="presParOf" srcId="{5D8C6452-BCB3-4760-B006-A7EF9E6AECEC}" destId="{86C05DD5-9B90-49D0-8263-4311ECB9BD73}" srcOrd="0" destOrd="0" presId="urn:microsoft.com/office/officeart/2005/8/layout/list1"/>
    <dgm:cxn modelId="{85C19A42-05A1-4B94-A118-132142E7228A}" type="presParOf" srcId="{5D8C6452-BCB3-4760-B006-A7EF9E6AECEC}" destId="{E6892619-2CAF-4459-9B59-DB9019322B9A}" srcOrd="1" destOrd="0" presId="urn:microsoft.com/office/officeart/2005/8/layout/list1"/>
    <dgm:cxn modelId="{2F585F2E-2D85-4254-B5A5-FF981A01FE17}" type="presParOf" srcId="{27B5C5EF-A621-43B1-9E5F-F745CF055896}" destId="{2C9DA5A2-9F39-459A-AA85-843BECBCF29C}" srcOrd="21" destOrd="0" presId="urn:microsoft.com/office/officeart/2005/8/layout/list1"/>
    <dgm:cxn modelId="{C449B149-1D06-4EC1-97AF-0191639BDB67}" type="presParOf" srcId="{27B5C5EF-A621-43B1-9E5F-F745CF055896}" destId="{D53BD508-EBAF-4DAF-9211-34315C44EA46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zh-CN" altLang="en-US"/>
        </a:p>
      </dgm:t>
    </dgm:pt>
    <dgm:pt modelId="{78BE9963-FC5C-46DB-902D-1FEB971CADE6}">
      <dgm:prSet phldrT="[文本]" custT="1"/>
      <dgm:spPr/>
      <dgm:t>
        <a:bodyPr/>
        <a:lstStyle/>
        <a:p>
          <a:pPr algn="ctr"/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函数调用过程</a:t>
          </a:r>
        </a:p>
      </dgm:t>
    </dgm:pt>
    <dgm:pt modelId="{970F65A5-48D5-42A5-8F17-D436E4C78F7F}" type="par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00E7413E-5DDF-40B5-A625-AAC9D8CA33CB}" type="sib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BA975364-6B17-458F-A8CD-F453D1D0278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、参数压入栈</a:t>
          </a:r>
        </a:p>
      </dgm:t>
    </dgm:pt>
    <dgm:pt modelId="{F6E5681C-1DE3-416E-9A10-302F8CD9E079}" type="parTrans" cxnId="{F35CFB23-C443-45E7-B76E-B29136FF9F3D}">
      <dgm:prSet/>
      <dgm:spPr/>
      <dgm:t>
        <a:bodyPr/>
        <a:lstStyle/>
        <a:p>
          <a:endParaRPr lang="zh-CN" altLang="en-US"/>
        </a:p>
      </dgm:t>
    </dgm:pt>
    <dgm:pt modelId="{CE10FCB4-2184-4F43-A554-D9B91408E338}" type="sibTrans" cxnId="{F35CFB23-C443-45E7-B76E-B29136FF9F3D}">
      <dgm:prSet/>
      <dgm:spPr/>
      <dgm:t>
        <a:bodyPr/>
        <a:lstStyle/>
        <a:p>
          <a:endParaRPr lang="zh-CN" altLang="en-US"/>
        </a:p>
      </dgm:t>
    </dgm:pt>
    <dgm:pt modelId="{F410BAEA-A19C-466E-861E-DCD6B5024BC5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gm:t>
    </dgm:pt>
    <dgm:pt modelId="{5E3352A1-DBCD-4DA2-AEF5-2525E2BA5CB2}" type="parTrans" cxnId="{80838106-AE1E-4F6A-975C-364C69A006EF}">
      <dgm:prSet/>
      <dgm:spPr/>
      <dgm:t>
        <a:bodyPr/>
        <a:lstStyle/>
        <a:p>
          <a:endParaRPr lang="zh-CN" altLang="en-US"/>
        </a:p>
      </dgm:t>
    </dgm:pt>
    <dgm:pt modelId="{E8962894-809C-4EBA-8C19-1F57F46FFA1C}" type="sibTrans" cxnId="{80838106-AE1E-4F6A-975C-364C69A006EF}">
      <dgm:prSet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ESP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拷贝给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A4247686-7D24-4AD7-9957-54E762637C80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函数局部变量入栈</a:t>
          </a:r>
          <a:endParaRPr lang="en-US" altLang="zh-CN" sz="20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82C842B-3E82-4359-8F27-F2531D02EED0}" type="par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4A0288A8-A93F-4F59-BB0F-2C67E5CA3C82}" type="sib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EB48462E-E3FE-48BE-BBB1-C1A790D87943}" type="pres">
      <dgm:prSet presAssocID="{78BE9963-FC5C-46DB-902D-1FEB971CADE6}" presName="parentLin" presStyleCnt="0"/>
      <dgm:spPr/>
    </dgm:pt>
    <dgm:pt modelId="{D6AE27B6-E6A7-4C08-A97F-4F2947D9CAAE}" type="pres">
      <dgm:prSet presAssocID="{78BE9963-FC5C-46DB-902D-1FEB971CADE6}" presName="parentLeftMargin" presStyleLbl="node1" presStyleIdx="0" presStyleCnt="6"/>
      <dgm:spPr/>
    </dgm:pt>
    <dgm:pt modelId="{730B502E-8E0E-4973-96EB-6DE0A82BE85B}" type="pres">
      <dgm:prSet presAssocID="{78BE9963-FC5C-46DB-902D-1FEB971CADE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7CFE273-4B73-4C17-A2B2-670ACE9DB204}" type="pres">
      <dgm:prSet presAssocID="{78BE9963-FC5C-46DB-902D-1FEB971CADE6}" presName="negativeSpace" presStyleCnt="0"/>
      <dgm:spPr/>
    </dgm:pt>
    <dgm:pt modelId="{02500505-D72A-4025-8FDD-8A46771C3C33}" type="pres">
      <dgm:prSet presAssocID="{78BE9963-FC5C-46DB-902D-1FEB971CADE6}" presName="childText" presStyleLbl="conFgAcc1" presStyleIdx="0" presStyleCnt="6">
        <dgm:presLayoutVars>
          <dgm:bulletEnabled val="1"/>
        </dgm:presLayoutVars>
      </dgm:prSet>
      <dgm:spPr/>
    </dgm:pt>
    <dgm:pt modelId="{1E1A0C77-AC71-46C6-BA46-699395727282}" type="pres">
      <dgm:prSet presAssocID="{00E7413E-5DDF-40B5-A625-AAC9D8CA33CB}" presName="spaceBetweenRectangles" presStyleCnt="0"/>
      <dgm:spPr/>
    </dgm:pt>
    <dgm:pt modelId="{9F8B7F90-0388-4858-A626-54712843EFEA}" type="pres">
      <dgm:prSet presAssocID="{BA975364-6B17-458F-A8CD-F453D1D0278D}" presName="parentLin" presStyleCnt="0"/>
      <dgm:spPr/>
    </dgm:pt>
    <dgm:pt modelId="{99DC2195-F586-4335-B801-CB07B3AA0473}" type="pres">
      <dgm:prSet presAssocID="{BA975364-6B17-458F-A8CD-F453D1D0278D}" presName="parentLeftMargin" presStyleLbl="node1" presStyleIdx="0" presStyleCnt="6"/>
      <dgm:spPr/>
    </dgm:pt>
    <dgm:pt modelId="{708F6D35-C146-42D4-803E-73FA62B1A492}" type="pres">
      <dgm:prSet presAssocID="{BA975364-6B17-458F-A8CD-F453D1D0278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5B20C79-6330-4035-9C1C-F80CBECB9E2E}" type="pres">
      <dgm:prSet presAssocID="{BA975364-6B17-458F-A8CD-F453D1D0278D}" presName="negativeSpace" presStyleCnt="0"/>
      <dgm:spPr/>
    </dgm:pt>
    <dgm:pt modelId="{31DC9EC9-A1C1-4252-885A-35F7CBACBA85}" type="pres">
      <dgm:prSet presAssocID="{BA975364-6B17-458F-A8CD-F453D1D0278D}" presName="childText" presStyleLbl="conFgAcc1" presStyleIdx="1" presStyleCnt="6">
        <dgm:presLayoutVars>
          <dgm:bulletEnabled val="1"/>
        </dgm:presLayoutVars>
      </dgm:prSet>
      <dgm:spPr/>
    </dgm:pt>
    <dgm:pt modelId="{91926718-14D3-441E-B83A-7822B0F9E888}" type="pres">
      <dgm:prSet presAssocID="{CE10FCB4-2184-4F43-A554-D9B91408E338}" presName="spaceBetweenRectangles" presStyleCnt="0"/>
      <dgm:spPr/>
    </dgm:pt>
    <dgm:pt modelId="{D2E2C969-1B10-4314-B2AB-A09FD6947ECD}" type="pres">
      <dgm:prSet presAssocID="{F410BAEA-A19C-466E-861E-DCD6B5024BC5}" presName="parentLin" presStyleCnt="0"/>
      <dgm:spPr/>
    </dgm:pt>
    <dgm:pt modelId="{A1B40227-3E25-4D3B-9161-1B0B47D7BE44}" type="pres">
      <dgm:prSet presAssocID="{F410BAEA-A19C-466E-861E-DCD6B5024BC5}" presName="parentLeftMargin" presStyleLbl="node1" presStyleIdx="1" presStyleCnt="6"/>
      <dgm:spPr/>
    </dgm:pt>
    <dgm:pt modelId="{F6A1C5F9-4E54-4604-A535-1D67FB787C6E}" type="pres">
      <dgm:prSet presAssocID="{F410BAEA-A19C-466E-861E-DCD6B5024BC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789A7BE-0972-4B5F-92C7-4C91F4B5DAF9}" type="pres">
      <dgm:prSet presAssocID="{F410BAEA-A19C-466E-861E-DCD6B5024BC5}" presName="negativeSpace" presStyleCnt="0"/>
      <dgm:spPr/>
    </dgm:pt>
    <dgm:pt modelId="{C2656F51-7CAB-44AD-974F-F98340DC9760}" type="pres">
      <dgm:prSet presAssocID="{F410BAEA-A19C-466E-861E-DCD6B5024BC5}" presName="childText" presStyleLbl="conFgAcc1" presStyleIdx="2" presStyleCnt="6">
        <dgm:presLayoutVars>
          <dgm:bulletEnabled val="1"/>
        </dgm:presLayoutVars>
      </dgm:prSet>
      <dgm:spPr/>
    </dgm:pt>
    <dgm:pt modelId="{16ACFDBB-DC4B-42CF-B5F4-D66230B7CFBB}" type="pres">
      <dgm:prSet presAssocID="{E8962894-809C-4EBA-8C19-1F57F46FFA1C}" presName="spaceBetweenRectangles" presStyleCnt="0"/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2" presStyleCnt="6"/>
      <dgm:spPr/>
    </dgm:pt>
    <dgm:pt modelId="{224AE4A0-6A37-4649-ADCA-13A53CF2B5EA}" type="pres">
      <dgm:prSet presAssocID="{55B72F63-54A2-416A-9F4A-42621C03A43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3" presStyleCnt="6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3" presStyleCnt="6"/>
      <dgm:spPr/>
    </dgm:pt>
    <dgm:pt modelId="{57B4AFD2-DD9B-45E9-ABDF-BA2D42455870}" type="pres">
      <dgm:prSet presAssocID="{A3311C7C-16A8-4653-96C1-7573B0048A4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4" presStyleCnt="6">
        <dgm:presLayoutVars>
          <dgm:bulletEnabled val="1"/>
        </dgm:presLayoutVars>
      </dgm:prSet>
      <dgm:spPr/>
    </dgm:pt>
    <dgm:pt modelId="{FEA96B9F-841E-418F-B1DD-AEEF6C66C4BC}" type="pres">
      <dgm:prSet presAssocID="{E28C6E41-1ADA-440D-8D22-6B9D7E73E898}" presName="spaceBetweenRectangles" presStyleCnt="0"/>
      <dgm:spPr/>
    </dgm:pt>
    <dgm:pt modelId="{5D8C6452-BCB3-4760-B006-A7EF9E6AECEC}" type="pres">
      <dgm:prSet presAssocID="{A4247686-7D24-4AD7-9957-54E762637C80}" presName="parentLin" presStyleCnt="0"/>
      <dgm:spPr/>
    </dgm:pt>
    <dgm:pt modelId="{86C05DD5-9B90-49D0-8263-4311ECB9BD73}" type="pres">
      <dgm:prSet presAssocID="{A4247686-7D24-4AD7-9957-54E762637C80}" presName="parentLeftMargin" presStyleLbl="node1" presStyleIdx="4" presStyleCnt="6"/>
      <dgm:spPr/>
    </dgm:pt>
    <dgm:pt modelId="{E6892619-2CAF-4459-9B59-DB9019322B9A}" type="pres">
      <dgm:prSet presAssocID="{A4247686-7D24-4AD7-9957-54E762637C80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C9DA5A2-9F39-459A-AA85-843BECBCF29C}" type="pres">
      <dgm:prSet presAssocID="{A4247686-7D24-4AD7-9957-54E762637C80}" presName="negativeSpace" presStyleCnt="0"/>
      <dgm:spPr/>
    </dgm:pt>
    <dgm:pt modelId="{D53BD508-EBAF-4DAF-9211-34315C44EA46}" type="pres">
      <dgm:prSet presAssocID="{A4247686-7D24-4AD7-9957-54E762637C80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80838106-AE1E-4F6A-975C-364C69A006EF}" srcId="{8B27CBBE-2B3C-4DF9-96E0-9B7FF528E1C5}" destId="{F410BAEA-A19C-466E-861E-DCD6B5024BC5}" srcOrd="2" destOrd="0" parTransId="{5E3352A1-DBCD-4DA2-AEF5-2525E2BA5CB2}" sibTransId="{E8962894-809C-4EBA-8C19-1F57F46FFA1C}"/>
    <dgm:cxn modelId="{7554A306-2032-4D7E-A745-3A3FCDDDABBA}" type="presOf" srcId="{78BE9963-FC5C-46DB-902D-1FEB971CADE6}" destId="{730B502E-8E0E-4973-96EB-6DE0A82BE85B}" srcOrd="1" destOrd="0" presId="urn:microsoft.com/office/officeart/2005/8/layout/list1"/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F35CFB23-C443-45E7-B76E-B29136FF9F3D}" srcId="{8B27CBBE-2B3C-4DF9-96E0-9B7FF528E1C5}" destId="{BA975364-6B17-458F-A8CD-F453D1D0278D}" srcOrd="1" destOrd="0" parTransId="{F6E5681C-1DE3-416E-9A10-302F8CD9E079}" sibTransId="{CE10FCB4-2184-4F43-A554-D9B91408E338}"/>
    <dgm:cxn modelId="{BED5AF2C-B452-4BAA-ACE6-1DE8E6DC9324}" srcId="{8B27CBBE-2B3C-4DF9-96E0-9B7FF528E1C5}" destId="{55B72F63-54A2-416A-9F4A-42621C03A43D}" srcOrd="3" destOrd="0" parTransId="{FFEE04FB-F5C2-4165-A7C2-5D6BAA587982}" sibTransId="{7C795C86-9CD1-4E8D-9307-AFB345A2438E}"/>
    <dgm:cxn modelId="{B1CEB337-601D-4156-9258-9C06C2023985}" type="presOf" srcId="{BA975364-6B17-458F-A8CD-F453D1D0278D}" destId="{99DC2195-F586-4335-B801-CB07B3AA0473}" srcOrd="0" destOrd="0" presId="urn:microsoft.com/office/officeart/2005/8/layout/list1"/>
    <dgm:cxn modelId="{5F407160-49AC-474D-A8A4-568A2B18B0AB}" type="presOf" srcId="{F410BAEA-A19C-466E-861E-DCD6B5024BC5}" destId="{F6A1C5F9-4E54-4604-A535-1D67FB787C6E}" srcOrd="1" destOrd="0" presId="urn:microsoft.com/office/officeart/2005/8/layout/list1"/>
    <dgm:cxn modelId="{B9A1DC49-7390-4008-9020-CDE1B878AAD7}" srcId="{8B27CBBE-2B3C-4DF9-96E0-9B7FF528E1C5}" destId="{78BE9963-FC5C-46DB-902D-1FEB971CADE6}" srcOrd="0" destOrd="0" parTransId="{970F65A5-48D5-42A5-8F17-D436E4C78F7F}" sibTransId="{00E7413E-5DDF-40B5-A625-AAC9D8CA33CB}"/>
    <dgm:cxn modelId="{08977F6C-5068-4B9D-BBEE-1CD971A18C2B}" type="presOf" srcId="{BA975364-6B17-458F-A8CD-F453D1D0278D}" destId="{708F6D35-C146-42D4-803E-73FA62B1A492}" srcOrd="1" destOrd="0" presId="urn:microsoft.com/office/officeart/2005/8/layout/list1"/>
    <dgm:cxn modelId="{23184C95-0376-490E-A7D2-A2CB4C62E653}" type="presOf" srcId="{78BE9963-FC5C-46DB-902D-1FEB971CADE6}" destId="{D6AE27B6-E6A7-4C08-A97F-4F2947D9CAAE}" srcOrd="0" destOrd="0" presId="urn:microsoft.com/office/officeart/2005/8/layout/list1"/>
    <dgm:cxn modelId="{77D2F899-441E-48D2-9EC1-BC41AAA28FC5}" type="presOf" srcId="{A4247686-7D24-4AD7-9957-54E762637C80}" destId="{E6892619-2CAF-4459-9B59-DB9019322B9A}" srcOrd="1" destOrd="0" presId="urn:microsoft.com/office/officeart/2005/8/layout/list1"/>
    <dgm:cxn modelId="{920D3DAF-2B69-44C1-AE53-CD99E0A7F857}" type="presOf" srcId="{F410BAEA-A19C-466E-861E-DCD6B5024BC5}" destId="{A1B40227-3E25-4D3B-9161-1B0B47D7BE44}" srcOrd="0" destOrd="0" presId="urn:microsoft.com/office/officeart/2005/8/layout/list1"/>
    <dgm:cxn modelId="{781907B8-B46B-433C-B775-0DAD75825550}" srcId="{8B27CBBE-2B3C-4DF9-96E0-9B7FF528E1C5}" destId="{A3311C7C-16A8-4653-96C1-7573B0048A4D}" srcOrd="4" destOrd="0" parTransId="{0BCF4B4D-9451-4317-8269-C7F355B79813}" sibTransId="{E28C6E41-1ADA-440D-8D22-6B9D7E73E898}"/>
    <dgm:cxn modelId="{3F30D5BC-9D27-4C43-9053-A3EA4F7262E5}" type="presOf" srcId="{A4247686-7D24-4AD7-9957-54E762637C80}" destId="{86C05DD5-9B90-49D0-8263-4311ECB9BD73}" srcOrd="0" destOrd="0" presId="urn:microsoft.com/office/officeart/2005/8/layout/list1"/>
    <dgm:cxn modelId="{7D4124BE-EDAF-42C9-9869-B13DF3243ABC}" srcId="{8B27CBBE-2B3C-4DF9-96E0-9B7FF528E1C5}" destId="{A4247686-7D24-4AD7-9957-54E762637C80}" srcOrd="5" destOrd="0" parTransId="{882C842B-3E82-4359-8F27-F2531D02EED0}" sibTransId="{4A0288A8-A93F-4F59-BB0F-2C67E5CA3C82}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2180B123-7461-498C-86BB-0EFDFC435F1B}" type="presParOf" srcId="{27B5C5EF-A621-43B1-9E5F-F745CF055896}" destId="{EB48462E-E3FE-48BE-BBB1-C1A790D87943}" srcOrd="0" destOrd="0" presId="urn:microsoft.com/office/officeart/2005/8/layout/list1"/>
    <dgm:cxn modelId="{20A7FCD9-0833-4379-ACAB-44A9901D2FC0}" type="presParOf" srcId="{EB48462E-E3FE-48BE-BBB1-C1A790D87943}" destId="{D6AE27B6-E6A7-4C08-A97F-4F2947D9CAAE}" srcOrd="0" destOrd="0" presId="urn:microsoft.com/office/officeart/2005/8/layout/list1"/>
    <dgm:cxn modelId="{C02AD688-B598-4AA2-BFD7-65BFAB4070AB}" type="presParOf" srcId="{EB48462E-E3FE-48BE-BBB1-C1A790D87943}" destId="{730B502E-8E0E-4973-96EB-6DE0A82BE85B}" srcOrd="1" destOrd="0" presId="urn:microsoft.com/office/officeart/2005/8/layout/list1"/>
    <dgm:cxn modelId="{AC48EE2A-A8ED-4566-8802-1C19D3EB79B3}" type="presParOf" srcId="{27B5C5EF-A621-43B1-9E5F-F745CF055896}" destId="{77CFE273-4B73-4C17-A2B2-670ACE9DB204}" srcOrd="1" destOrd="0" presId="urn:microsoft.com/office/officeart/2005/8/layout/list1"/>
    <dgm:cxn modelId="{DD1559C0-FAB5-4804-9CC1-B77F77746F92}" type="presParOf" srcId="{27B5C5EF-A621-43B1-9E5F-F745CF055896}" destId="{02500505-D72A-4025-8FDD-8A46771C3C33}" srcOrd="2" destOrd="0" presId="urn:microsoft.com/office/officeart/2005/8/layout/list1"/>
    <dgm:cxn modelId="{E481887A-654D-4D5E-90F4-D7329223FB38}" type="presParOf" srcId="{27B5C5EF-A621-43B1-9E5F-F745CF055896}" destId="{1E1A0C77-AC71-46C6-BA46-699395727282}" srcOrd="3" destOrd="0" presId="urn:microsoft.com/office/officeart/2005/8/layout/list1"/>
    <dgm:cxn modelId="{B64511C9-FCBB-4BC9-A4E7-3A080E8CE958}" type="presParOf" srcId="{27B5C5EF-A621-43B1-9E5F-F745CF055896}" destId="{9F8B7F90-0388-4858-A626-54712843EFEA}" srcOrd="4" destOrd="0" presId="urn:microsoft.com/office/officeart/2005/8/layout/list1"/>
    <dgm:cxn modelId="{304E6FCF-D9DE-424D-AE20-8DC448B3E49B}" type="presParOf" srcId="{9F8B7F90-0388-4858-A626-54712843EFEA}" destId="{99DC2195-F586-4335-B801-CB07B3AA0473}" srcOrd="0" destOrd="0" presId="urn:microsoft.com/office/officeart/2005/8/layout/list1"/>
    <dgm:cxn modelId="{2AB955BD-7B3E-4720-B384-DFFE528A92F9}" type="presParOf" srcId="{9F8B7F90-0388-4858-A626-54712843EFEA}" destId="{708F6D35-C146-42D4-803E-73FA62B1A492}" srcOrd="1" destOrd="0" presId="urn:microsoft.com/office/officeart/2005/8/layout/list1"/>
    <dgm:cxn modelId="{292100FD-99CA-40F5-9F9B-9FB201D58F89}" type="presParOf" srcId="{27B5C5EF-A621-43B1-9E5F-F745CF055896}" destId="{D5B20C79-6330-4035-9C1C-F80CBECB9E2E}" srcOrd="5" destOrd="0" presId="urn:microsoft.com/office/officeart/2005/8/layout/list1"/>
    <dgm:cxn modelId="{C119A51D-7A4F-4D61-BE1E-D0B5C5111252}" type="presParOf" srcId="{27B5C5EF-A621-43B1-9E5F-F745CF055896}" destId="{31DC9EC9-A1C1-4252-885A-35F7CBACBA85}" srcOrd="6" destOrd="0" presId="urn:microsoft.com/office/officeart/2005/8/layout/list1"/>
    <dgm:cxn modelId="{00E86A85-CF9A-4241-BC0F-CE2655FC5888}" type="presParOf" srcId="{27B5C5EF-A621-43B1-9E5F-F745CF055896}" destId="{91926718-14D3-441E-B83A-7822B0F9E888}" srcOrd="7" destOrd="0" presId="urn:microsoft.com/office/officeart/2005/8/layout/list1"/>
    <dgm:cxn modelId="{64777F7B-9F6B-43EB-844B-98799A299DE2}" type="presParOf" srcId="{27B5C5EF-A621-43B1-9E5F-F745CF055896}" destId="{D2E2C969-1B10-4314-B2AB-A09FD6947ECD}" srcOrd="8" destOrd="0" presId="urn:microsoft.com/office/officeart/2005/8/layout/list1"/>
    <dgm:cxn modelId="{CBF67140-8DA3-410B-9573-0F7776C0A852}" type="presParOf" srcId="{D2E2C969-1B10-4314-B2AB-A09FD6947ECD}" destId="{A1B40227-3E25-4D3B-9161-1B0B47D7BE44}" srcOrd="0" destOrd="0" presId="urn:microsoft.com/office/officeart/2005/8/layout/list1"/>
    <dgm:cxn modelId="{60BD4111-94B7-488A-8C59-66514B4825F2}" type="presParOf" srcId="{D2E2C969-1B10-4314-B2AB-A09FD6947ECD}" destId="{F6A1C5F9-4E54-4604-A535-1D67FB787C6E}" srcOrd="1" destOrd="0" presId="urn:microsoft.com/office/officeart/2005/8/layout/list1"/>
    <dgm:cxn modelId="{ECDCD9A0-F30D-4396-BB5A-23A6D64BBCB2}" type="presParOf" srcId="{27B5C5EF-A621-43B1-9E5F-F745CF055896}" destId="{6789A7BE-0972-4B5F-92C7-4C91F4B5DAF9}" srcOrd="9" destOrd="0" presId="urn:microsoft.com/office/officeart/2005/8/layout/list1"/>
    <dgm:cxn modelId="{876D7FDA-FEF4-4C67-987E-64D27ED7B3E8}" type="presParOf" srcId="{27B5C5EF-A621-43B1-9E5F-F745CF055896}" destId="{C2656F51-7CAB-44AD-974F-F98340DC9760}" srcOrd="10" destOrd="0" presId="urn:microsoft.com/office/officeart/2005/8/layout/list1"/>
    <dgm:cxn modelId="{7544509A-21AD-43EE-BD9C-9CA1F7295C96}" type="presParOf" srcId="{27B5C5EF-A621-43B1-9E5F-F745CF055896}" destId="{16ACFDBB-DC4B-42CF-B5F4-D66230B7CFBB}" srcOrd="11" destOrd="0" presId="urn:microsoft.com/office/officeart/2005/8/layout/list1"/>
    <dgm:cxn modelId="{291C472B-9820-436C-9D26-5C2BE99E3C17}" type="presParOf" srcId="{27B5C5EF-A621-43B1-9E5F-F745CF055896}" destId="{A8C315FE-D977-45CB-8335-B1666F3CBA4F}" srcOrd="12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13" destOrd="0" presId="urn:microsoft.com/office/officeart/2005/8/layout/list1"/>
    <dgm:cxn modelId="{3423F980-4DAF-4752-B2AC-A423716FD695}" type="presParOf" srcId="{27B5C5EF-A621-43B1-9E5F-F745CF055896}" destId="{29D67E7E-6A42-414D-9B9B-0E645D728C18}" srcOrd="14" destOrd="0" presId="urn:microsoft.com/office/officeart/2005/8/layout/list1"/>
    <dgm:cxn modelId="{5B4A46DA-ED08-473F-AE9B-0F3E509AE742}" type="presParOf" srcId="{27B5C5EF-A621-43B1-9E5F-F745CF055896}" destId="{92332D43-8816-4D84-AE79-C3EAFC84FBC8}" srcOrd="15" destOrd="0" presId="urn:microsoft.com/office/officeart/2005/8/layout/list1"/>
    <dgm:cxn modelId="{C5F299F8-7566-41CA-B099-00C27BE95C0A}" type="presParOf" srcId="{27B5C5EF-A621-43B1-9E5F-F745CF055896}" destId="{FDCEB285-12B9-42A6-86DD-55B35C1EAACF}" srcOrd="16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17" destOrd="0" presId="urn:microsoft.com/office/officeart/2005/8/layout/list1"/>
    <dgm:cxn modelId="{62B28229-48F9-4874-952B-AA4483E156FA}" type="presParOf" srcId="{27B5C5EF-A621-43B1-9E5F-F745CF055896}" destId="{26F0A34E-ED2F-4684-85B5-5591642C3C24}" srcOrd="18" destOrd="0" presId="urn:microsoft.com/office/officeart/2005/8/layout/list1"/>
    <dgm:cxn modelId="{2FDF2259-3668-4C9E-9488-91C4EC4BF091}" type="presParOf" srcId="{27B5C5EF-A621-43B1-9E5F-F745CF055896}" destId="{FEA96B9F-841E-418F-B1DD-AEEF6C66C4BC}" srcOrd="19" destOrd="0" presId="urn:microsoft.com/office/officeart/2005/8/layout/list1"/>
    <dgm:cxn modelId="{0705562C-B398-4125-8190-EA6A9EA2B6C5}" type="presParOf" srcId="{27B5C5EF-A621-43B1-9E5F-F745CF055896}" destId="{5D8C6452-BCB3-4760-B006-A7EF9E6AECEC}" srcOrd="20" destOrd="0" presId="urn:microsoft.com/office/officeart/2005/8/layout/list1"/>
    <dgm:cxn modelId="{4DD7C4AF-0D41-4D6A-8EBA-E01B4396BCFB}" type="presParOf" srcId="{5D8C6452-BCB3-4760-B006-A7EF9E6AECEC}" destId="{86C05DD5-9B90-49D0-8263-4311ECB9BD73}" srcOrd="0" destOrd="0" presId="urn:microsoft.com/office/officeart/2005/8/layout/list1"/>
    <dgm:cxn modelId="{85C19A42-05A1-4B94-A118-132142E7228A}" type="presParOf" srcId="{5D8C6452-BCB3-4760-B006-A7EF9E6AECEC}" destId="{E6892619-2CAF-4459-9B59-DB9019322B9A}" srcOrd="1" destOrd="0" presId="urn:microsoft.com/office/officeart/2005/8/layout/list1"/>
    <dgm:cxn modelId="{2F585F2E-2D85-4254-B5A5-FF981A01FE17}" type="presParOf" srcId="{27B5C5EF-A621-43B1-9E5F-F745CF055896}" destId="{2C9DA5A2-9F39-459A-AA85-843BECBCF29C}" srcOrd="21" destOrd="0" presId="urn:microsoft.com/office/officeart/2005/8/layout/list1"/>
    <dgm:cxn modelId="{C449B149-1D06-4EC1-97AF-0191639BDB67}" type="presParOf" srcId="{27B5C5EF-A621-43B1-9E5F-F745CF055896}" destId="{D53BD508-EBAF-4DAF-9211-34315C44EA46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zh-CN" altLang="en-US"/>
        </a:p>
      </dgm:t>
    </dgm:pt>
    <dgm:pt modelId="{78BE9963-FC5C-46DB-902D-1FEB971CADE6}">
      <dgm:prSet phldrT="[文本]" custT="1"/>
      <dgm:spPr/>
      <dgm:t>
        <a:bodyPr/>
        <a:lstStyle/>
        <a:p>
          <a:pPr algn="ctr"/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函数调用过程</a:t>
          </a:r>
        </a:p>
      </dgm:t>
    </dgm:pt>
    <dgm:pt modelId="{970F65A5-48D5-42A5-8F17-D436E4C78F7F}" type="par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00E7413E-5DDF-40B5-A625-AAC9D8CA33CB}" type="sib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BA975364-6B17-458F-A8CD-F453D1D0278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、参数压入栈</a:t>
          </a:r>
        </a:p>
      </dgm:t>
    </dgm:pt>
    <dgm:pt modelId="{F6E5681C-1DE3-416E-9A10-302F8CD9E079}" type="parTrans" cxnId="{F35CFB23-C443-45E7-B76E-B29136FF9F3D}">
      <dgm:prSet/>
      <dgm:spPr/>
      <dgm:t>
        <a:bodyPr/>
        <a:lstStyle/>
        <a:p>
          <a:endParaRPr lang="zh-CN" altLang="en-US"/>
        </a:p>
      </dgm:t>
    </dgm:pt>
    <dgm:pt modelId="{CE10FCB4-2184-4F43-A554-D9B91408E338}" type="sibTrans" cxnId="{F35CFB23-C443-45E7-B76E-B29136FF9F3D}">
      <dgm:prSet/>
      <dgm:spPr/>
      <dgm:t>
        <a:bodyPr/>
        <a:lstStyle/>
        <a:p>
          <a:endParaRPr lang="zh-CN" altLang="en-US"/>
        </a:p>
      </dgm:t>
    </dgm:pt>
    <dgm:pt modelId="{F410BAEA-A19C-466E-861E-DCD6B5024BC5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gm:t>
    </dgm:pt>
    <dgm:pt modelId="{5E3352A1-DBCD-4DA2-AEF5-2525E2BA5CB2}" type="parTrans" cxnId="{80838106-AE1E-4F6A-975C-364C69A006EF}">
      <dgm:prSet/>
      <dgm:spPr/>
      <dgm:t>
        <a:bodyPr/>
        <a:lstStyle/>
        <a:p>
          <a:endParaRPr lang="zh-CN" altLang="en-US"/>
        </a:p>
      </dgm:t>
    </dgm:pt>
    <dgm:pt modelId="{E8962894-809C-4EBA-8C19-1F57F46FFA1C}" type="sibTrans" cxnId="{80838106-AE1E-4F6A-975C-364C69A006EF}">
      <dgm:prSet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ESP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拷贝给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A4247686-7D24-4AD7-9957-54E762637C80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函数局部变量入栈</a:t>
          </a:r>
          <a:endParaRPr lang="en-US" altLang="zh-CN" sz="20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82C842B-3E82-4359-8F27-F2531D02EED0}" type="par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4A0288A8-A93F-4F59-BB0F-2C67E5CA3C82}" type="sib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EB48462E-E3FE-48BE-BBB1-C1A790D87943}" type="pres">
      <dgm:prSet presAssocID="{78BE9963-FC5C-46DB-902D-1FEB971CADE6}" presName="parentLin" presStyleCnt="0"/>
      <dgm:spPr/>
    </dgm:pt>
    <dgm:pt modelId="{D6AE27B6-E6A7-4C08-A97F-4F2947D9CAAE}" type="pres">
      <dgm:prSet presAssocID="{78BE9963-FC5C-46DB-902D-1FEB971CADE6}" presName="parentLeftMargin" presStyleLbl="node1" presStyleIdx="0" presStyleCnt="6"/>
      <dgm:spPr/>
    </dgm:pt>
    <dgm:pt modelId="{730B502E-8E0E-4973-96EB-6DE0A82BE85B}" type="pres">
      <dgm:prSet presAssocID="{78BE9963-FC5C-46DB-902D-1FEB971CADE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7CFE273-4B73-4C17-A2B2-670ACE9DB204}" type="pres">
      <dgm:prSet presAssocID="{78BE9963-FC5C-46DB-902D-1FEB971CADE6}" presName="negativeSpace" presStyleCnt="0"/>
      <dgm:spPr/>
    </dgm:pt>
    <dgm:pt modelId="{02500505-D72A-4025-8FDD-8A46771C3C33}" type="pres">
      <dgm:prSet presAssocID="{78BE9963-FC5C-46DB-902D-1FEB971CADE6}" presName="childText" presStyleLbl="conFgAcc1" presStyleIdx="0" presStyleCnt="6">
        <dgm:presLayoutVars>
          <dgm:bulletEnabled val="1"/>
        </dgm:presLayoutVars>
      </dgm:prSet>
      <dgm:spPr/>
    </dgm:pt>
    <dgm:pt modelId="{1E1A0C77-AC71-46C6-BA46-699395727282}" type="pres">
      <dgm:prSet presAssocID="{00E7413E-5DDF-40B5-A625-AAC9D8CA33CB}" presName="spaceBetweenRectangles" presStyleCnt="0"/>
      <dgm:spPr/>
    </dgm:pt>
    <dgm:pt modelId="{9F8B7F90-0388-4858-A626-54712843EFEA}" type="pres">
      <dgm:prSet presAssocID="{BA975364-6B17-458F-A8CD-F453D1D0278D}" presName="parentLin" presStyleCnt="0"/>
      <dgm:spPr/>
    </dgm:pt>
    <dgm:pt modelId="{99DC2195-F586-4335-B801-CB07B3AA0473}" type="pres">
      <dgm:prSet presAssocID="{BA975364-6B17-458F-A8CD-F453D1D0278D}" presName="parentLeftMargin" presStyleLbl="node1" presStyleIdx="0" presStyleCnt="6"/>
      <dgm:spPr/>
    </dgm:pt>
    <dgm:pt modelId="{708F6D35-C146-42D4-803E-73FA62B1A492}" type="pres">
      <dgm:prSet presAssocID="{BA975364-6B17-458F-A8CD-F453D1D0278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5B20C79-6330-4035-9C1C-F80CBECB9E2E}" type="pres">
      <dgm:prSet presAssocID="{BA975364-6B17-458F-A8CD-F453D1D0278D}" presName="negativeSpace" presStyleCnt="0"/>
      <dgm:spPr/>
    </dgm:pt>
    <dgm:pt modelId="{31DC9EC9-A1C1-4252-885A-35F7CBACBA85}" type="pres">
      <dgm:prSet presAssocID="{BA975364-6B17-458F-A8CD-F453D1D0278D}" presName="childText" presStyleLbl="conFgAcc1" presStyleIdx="1" presStyleCnt="6">
        <dgm:presLayoutVars>
          <dgm:bulletEnabled val="1"/>
        </dgm:presLayoutVars>
      </dgm:prSet>
      <dgm:spPr/>
    </dgm:pt>
    <dgm:pt modelId="{91926718-14D3-441E-B83A-7822B0F9E888}" type="pres">
      <dgm:prSet presAssocID="{CE10FCB4-2184-4F43-A554-D9B91408E338}" presName="spaceBetweenRectangles" presStyleCnt="0"/>
      <dgm:spPr/>
    </dgm:pt>
    <dgm:pt modelId="{D2E2C969-1B10-4314-B2AB-A09FD6947ECD}" type="pres">
      <dgm:prSet presAssocID="{F410BAEA-A19C-466E-861E-DCD6B5024BC5}" presName="parentLin" presStyleCnt="0"/>
      <dgm:spPr/>
    </dgm:pt>
    <dgm:pt modelId="{A1B40227-3E25-4D3B-9161-1B0B47D7BE44}" type="pres">
      <dgm:prSet presAssocID="{F410BAEA-A19C-466E-861E-DCD6B5024BC5}" presName="parentLeftMargin" presStyleLbl="node1" presStyleIdx="1" presStyleCnt="6"/>
      <dgm:spPr/>
    </dgm:pt>
    <dgm:pt modelId="{F6A1C5F9-4E54-4604-A535-1D67FB787C6E}" type="pres">
      <dgm:prSet presAssocID="{F410BAEA-A19C-466E-861E-DCD6B5024BC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789A7BE-0972-4B5F-92C7-4C91F4B5DAF9}" type="pres">
      <dgm:prSet presAssocID="{F410BAEA-A19C-466E-861E-DCD6B5024BC5}" presName="negativeSpace" presStyleCnt="0"/>
      <dgm:spPr/>
    </dgm:pt>
    <dgm:pt modelId="{C2656F51-7CAB-44AD-974F-F98340DC9760}" type="pres">
      <dgm:prSet presAssocID="{F410BAEA-A19C-466E-861E-DCD6B5024BC5}" presName="childText" presStyleLbl="conFgAcc1" presStyleIdx="2" presStyleCnt="6">
        <dgm:presLayoutVars>
          <dgm:bulletEnabled val="1"/>
        </dgm:presLayoutVars>
      </dgm:prSet>
      <dgm:spPr/>
    </dgm:pt>
    <dgm:pt modelId="{16ACFDBB-DC4B-42CF-B5F4-D66230B7CFBB}" type="pres">
      <dgm:prSet presAssocID="{E8962894-809C-4EBA-8C19-1F57F46FFA1C}" presName="spaceBetweenRectangles" presStyleCnt="0"/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2" presStyleCnt="6"/>
      <dgm:spPr/>
    </dgm:pt>
    <dgm:pt modelId="{224AE4A0-6A37-4649-ADCA-13A53CF2B5EA}" type="pres">
      <dgm:prSet presAssocID="{55B72F63-54A2-416A-9F4A-42621C03A43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3" presStyleCnt="6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3" presStyleCnt="6"/>
      <dgm:spPr/>
    </dgm:pt>
    <dgm:pt modelId="{57B4AFD2-DD9B-45E9-ABDF-BA2D42455870}" type="pres">
      <dgm:prSet presAssocID="{A3311C7C-16A8-4653-96C1-7573B0048A4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4" presStyleCnt="6">
        <dgm:presLayoutVars>
          <dgm:bulletEnabled val="1"/>
        </dgm:presLayoutVars>
      </dgm:prSet>
      <dgm:spPr/>
    </dgm:pt>
    <dgm:pt modelId="{FEA96B9F-841E-418F-B1DD-AEEF6C66C4BC}" type="pres">
      <dgm:prSet presAssocID="{E28C6E41-1ADA-440D-8D22-6B9D7E73E898}" presName="spaceBetweenRectangles" presStyleCnt="0"/>
      <dgm:spPr/>
    </dgm:pt>
    <dgm:pt modelId="{5D8C6452-BCB3-4760-B006-A7EF9E6AECEC}" type="pres">
      <dgm:prSet presAssocID="{A4247686-7D24-4AD7-9957-54E762637C80}" presName="parentLin" presStyleCnt="0"/>
      <dgm:spPr/>
    </dgm:pt>
    <dgm:pt modelId="{86C05DD5-9B90-49D0-8263-4311ECB9BD73}" type="pres">
      <dgm:prSet presAssocID="{A4247686-7D24-4AD7-9957-54E762637C80}" presName="parentLeftMargin" presStyleLbl="node1" presStyleIdx="4" presStyleCnt="6"/>
      <dgm:spPr/>
    </dgm:pt>
    <dgm:pt modelId="{E6892619-2CAF-4459-9B59-DB9019322B9A}" type="pres">
      <dgm:prSet presAssocID="{A4247686-7D24-4AD7-9957-54E762637C80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C9DA5A2-9F39-459A-AA85-843BECBCF29C}" type="pres">
      <dgm:prSet presAssocID="{A4247686-7D24-4AD7-9957-54E762637C80}" presName="negativeSpace" presStyleCnt="0"/>
      <dgm:spPr/>
    </dgm:pt>
    <dgm:pt modelId="{D53BD508-EBAF-4DAF-9211-34315C44EA46}" type="pres">
      <dgm:prSet presAssocID="{A4247686-7D24-4AD7-9957-54E762637C80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80838106-AE1E-4F6A-975C-364C69A006EF}" srcId="{8B27CBBE-2B3C-4DF9-96E0-9B7FF528E1C5}" destId="{F410BAEA-A19C-466E-861E-DCD6B5024BC5}" srcOrd="2" destOrd="0" parTransId="{5E3352A1-DBCD-4DA2-AEF5-2525E2BA5CB2}" sibTransId="{E8962894-809C-4EBA-8C19-1F57F46FFA1C}"/>
    <dgm:cxn modelId="{7554A306-2032-4D7E-A745-3A3FCDDDABBA}" type="presOf" srcId="{78BE9963-FC5C-46DB-902D-1FEB971CADE6}" destId="{730B502E-8E0E-4973-96EB-6DE0A82BE85B}" srcOrd="1" destOrd="0" presId="urn:microsoft.com/office/officeart/2005/8/layout/list1"/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F35CFB23-C443-45E7-B76E-B29136FF9F3D}" srcId="{8B27CBBE-2B3C-4DF9-96E0-9B7FF528E1C5}" destId="{BA975364-6B17-458F-A8CD-F453D1D0278D}" srcOrd="1" destOrd="0" parTransId="{F6E5681C-1DE3-416E-9A10-302F8CD9E079}" sibTransId="{CE10FCB4-2184-4F43-A554-D9B91408E338}"/>
    <dgm:cxn modelId="{BED5AF2C-B452-4BAA-ACE6-1DE8E6DC9324}" srcId="{8B27CBBE-2B3C-4DF9-96E0-9B7FF528E1C5}" destId="{55B72F63-54A2-416A-9F4A-42621C03A43D}" srcOrd="3" destOrd="0" parTransId="{FFEE04FB-F5C2-4165-A7C2-5D6BAA587982}" sibTransId="{7C795C86-9CD1-4E8D-9307-AFB345A2438E}"/>
    <dgm:cxn modelId="{B1CEB337-601D-4156-9258-9C06C2023985}" type="presOf" srcId="{BA975364-6B17-458F-A8CD-F453D1D0278D}" destId="{99DC2195-F586-4335-B801-CB07B3AA0473}" srcOrd="0" destOrd="0" presId="urn:microsoft.com/office/officeart/2005/8/layout/list1"/>
    <dgm:cxn modelId="{5F407160-49AC-474D-A8A4-568A2B18B0AB}" type="presOf" srcId="{F410BAEA-A19C-466E-861E-DCD6B5024BC5}" destId="{F6A1C5F9-4E54-4604-A535-1D67FB787C6E}" srcOrd="1" destOrd="0" presId="urn:microsoft.com/office/officeart/2005/8/layout/list1"/>
    <dgm:cxn modelId="{B9A1DC49-7390-4008-9020-CDE1B878AAD7}" srcId="{8B27CBBE-2B3C-4DF9-96E0-9B7FF528E1C5}" destId="{78BE9963-FC5C-46DB-902D-1FEB971CADE6}" srcOrd="0" destOrd="0" parTransId="{970F65A5-48D5-42A5-8F17-D436E4C78F7F}" sibTransId="{00E7413E-5DDF-40B5-A625-AAC9D8CA33CB}"/>
    <dgm:cxn modelId="{08977F6C-5068-4B9D-BBEE-1CD971A18C2B}" type="presOf" srcId="{BA975364-6B17-458F-A8CD-F453D1D0278D}" destId="{708F6D35-C146-42D4-803E-73FA62B1A492}" srcOrd="1" destOrd="0" presId="urn:microsoft.com/office/officeart/2005/8/layout/list1"/>
    <dgm:cxn modelId="{23184C95-0376-490E-A7D2-A2CB4C62E653}" type="presOf" srcId="{78BE9963-FC5C-46DB-902D-1FEB971CADE6}" destId="{D6AE27B6-E6A7-4C08-A97F-4F2947D9CAAE}" srcOrd="0" destOrd="0" presId="urn:microsoft.com/office/officeart/2005/8/layout/list1"/>
    <dgm:cxn modelId="{77D2F899-441E-48D2-9EC1-BC41AAA28FC5}" type="presOf" srcId="{A4247686-7D24-4AD7-9957-54E762637C80}" destId="{E6892619-2CAF-4459-9B59-DB9019322B9A}" srcOrd="1" destOrd="0" presId="urn:microsoft.com/office/officeart/2005/8/layout/list1"/>
    <dgm:cxn modelId="{920D3DAF-2B69-44C1-AE53-CD99E0A7F857}" type="presOf" srcId="{F410BAEA-A19C-466E-861E-DCD6B5024BC5}" destId="{A1B40227-3E25-4D3B-9161-1B0B47D7BE44}" srcOrd="0" destOrd="0" presId="urn:microsoft.com/office/officeart/2005/8/layout/list1"/>
    <dgm:cxn modelId="{781907B8-B46B-433C-B775-0DAD75825550}" srcId="{8B27CBBE-2B3C-4DF9-96E0-9B7FF528E1C5}" destId="{A3311C7C-16A8-4653-96C1-7573B0048A4D}" srcOrd="4" destOrd="0" parTransId="{0BCF4B4D-9451-4317-8269-C7F355B79813}" sibTransId="{E28C6E41-1ADA-440D-8D22-6B9D7E73E898}"/>
    <dgm:cxn modelId="{3F30D5BC-9D27-4C43-9053-A3EA4F7262E5}" type="presOf" srcId="{A4247686-7D24-4AD7-9957-54E762637C80}" destId="{86C05DD5-9B90-49D0-8263-4311ECB9BD73}" srcOrd="0" destOrd="0" presId="urn:microsoft.com/office/officeart/2005/8/layout/list1"/>
    <dgm:cxn modelId="{7D4124BE-EDAF-42C9-9869-B13DF3243ABC}" srcId="{8B27CBBE-2B3C-4DF9-96E0-9B7FF528E1C5}" destId="{A4247686-7D24-4AD7-9957-54E762637C80}" srcOrd="5" destOrd="0" parTransId="{882C842B-3E82-4359-8F27-F2531D02EED0}" sibTransId="{4A0288A8-A93F-4F59-BB0F-2C67E5CA3C82}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2180B123-7461-498C-86BB-0EFDFC435F1B}" type="presParOf" srcId="{27B5C5EF-A621-43B1-9E5F-F745CF055896}" destId="{EB48462E-E3FE-48BE-BBB1-C1A790D87943}" srcOrd="0" destOrd="0" presId="urn:microsoft.com/office/officeart/2005/8/layout/list1"/>
    <dgm:cxn modelId="{20A7FCD9-0833-4379-ACAB-44A9901D2FC0}" type="presParOf" srcId="{EB48462E-E3FE-48BE-BBB1-C1A790D87943}" destId="{D6AE27B6-E6A7-4C08-A97F-4F2947D9CAAE}" srcOrd="0" destOrd="0" presId="urn:microsoft.com/office/officeart/2005/8/layout/list1"/>
    <dgm:cxn modelId="{C02AD688-B598-4AA2-BFD7-65BFAB4070AB}" type="presParOf" srcId="{EB48462E-E3FE-48BE-BBB1-C1A790D87943}" destId="{730B502E-8E0E-4973-96EB-6DE0A82BE85B}" srcOrd="1" destOrd="0" presId="urn:microsoft.com/office/officeart/2005/8/layout/list1"/>
    <dgm:cxn modelId="{AC48EE2A-A8ED-4566-8802-1C19D3EB79B3}" type="presParOf" srcId="{27B5C5EF-A621-43B1-9E5F-F745CF055896}" destId="{77CFE273-4B73-4C17-A2B2-670ACE9DB204}" srcOrd="1" destOrd="0" presId="urn:microsoft.com/office/officeart/2005/8/layout/list1"/>
    <dgm:cxn modelId="{DD1559C0-FAB5-4804-9CC1-B77F77746F92}" type="presParOf" srcId="{27B5C5EF-A621-43B1-9E5F-F745CF055896}" destId="{02500505-D72A-4025-8FDD-8A46771C3C33}" srcOrd="2" destOrd="0" presId="urn:microsoft.com/office/officeart/2005/8/layout/list1"/>
    <dgm:cxn modelId="{E481887A-654D-4D5E-90F4-D7329223FB38}" type="presParOf" srcId="{27B5C5EF-A621-43B1-9E5F-F745CF055896}" destId="{1E1A0C77-AC71-46C6-BA46-699395727282}" srcOrd="3" destOrd="0" presId="urn:microsoft.com/office/officeart/2005/8/layout/list1"/>
    <dgm:cxn modelId="{B64511C9-FCBB-4BC9-A4E7-3A080E8CE958}" type="presParOf" srcId="{27B5C5EF-A621-43B1-9E5F-F745CF055896}" destId="{9F8B7F90-0388-4858-A626-54712843EFEA}" srcOrd="4" destOrd="0" presId="urn:microsoft.com/office/officeart/2005/8/layout/list1"/>
    <dgm:cxn modelId="{304E6FCF-D9DE-424D-AE20-8DC448B3E49B}" type="presParOf" srcId="{9F8B7F90-0388-4858-A626-54712843EFEA}" destId="{99DC2195-F586-4335-B801-CB07B3AA0473}" srcOrd="0" destOrd="0" presId="urn:microsoft.com/office/officeart/2005/8/layout/list1"/>
    <dgm:cxn modelId="{2AB955BD-7B3E-4720-B384-DFFE528A92F9}" type="presParOf" srcId="{9F8B7F90-0388-4858-A626-54712843EFEA}" destId="{708F6D35-C146-42D4-803E-73FA62B1A492}" srcOrd="1" destOrd="0" presId="urn:microsoft.com/office/officeart/2005/8/layout/list1"/>
    <dgm:cxn modelId="{292100FD-99CA-40F5-9F9B-9FB201D58F89}" type="presParOf" srcId="{27B5C5EF-A621-43B1-9E5F-F745CF055896}" destId="{D5B20C79-6330-4035-9C1C-F80CBECB9E2E}" srcOrd="5" destOrd="0" presId="urn:microsoft.com/office/officeart/2005/8/layout/list1"/>
    <dgm:cxn modelId="{C119A51D-7A4F-4D61-BE1E-D0B5C5111252}" type="presParOf" srcId="{27B5C5EF-A621-43B1-9E5F-F745CF055896}" destId="{31DC9EC9-A1C1-4252-885A-35F7CBACBA85}" srcOrd="6" destOrd="0" presId="urn:microsoft.com/office/officeart/2005/8/layout/list1"/>
    <dgm:cxn modelId="{00E86A85-CF9A-4241-BC0F-CE2655FC5888}" type="presParOf" srcId="{27B5C5EF-A621-43B1-9E5F-F745CF055896}" destId="{91926718-14D3-441E-B83A-7822B0F9E888}" srcOrd="7" destOrd="0" presId="urn:microsoft.com/office/officeart/2005/8/layout/list1"/>
    <dgm:cxn modelId="{64777F7B-9F6B-43EB-844B-98799A299DE2}" type="presParOf" srcId="{27B5C5EF-A621-43B1-9E5F-F745CF055896}" destId="{D2E2C969-1B10-4314-B2AB-A09FD6947ECD}" srcOrd="8" destOrd="0" presId="urn:microsoft.com/office/officeart/2005/8/layout/list1"/>
    <dgm:cxn modelId="{CBF67140-8DA3-410B-9573-0F7776C0A852}" type="presParOf" srcId="{D2E2C969-1B10-4314-B2AB-A09FD6947ECD}" destId="{A1B40227-3E25-4D3B-9161-1B0B47D7BE44}" srcOrd="0" destOrd="0" presId="urn:microsoft.com/office/officeart/2005/8/layout/list1"/>
    <dgm:cxn modelId="{60BD4111-94B7-488A-8C59-66514B4825F2}" type="presParOf" srcId="{D2E2C969-1B10-4314-B2AB-A09FD6947ECD}" destId="{F6A1C5F9-4E54-4604-A535-1D67FB787C6E}" srcOrd="1" destOrd="0" presId="urn:microsoft.com/office/officeart/2005/8/layout/list1"/>
    <dgm:cxn modelId="{ECDCD9A0-F30D-4396-BB5A-23A6D64BBCB2}" type="presParOf" srcId="{27B5C5EF-A621-43B1-9E5F-F745CF055896}" destId="{6789A7BE-0972-4B5F-92C7-4C91F4B5DAF9}" srcOrd="9" destOrd="0" presId="urn:microsoft.com/office/officeart/2005/8/layout/list1"/>
    <dgm:cxn modelId="{876D7FDA-FEF4-4C67-987E-64D27ED7B3E8}" type="presParOf" srcId="{27B5C5EF-A621-43B1-9E5F-F745CF055896}" destId="{C2656F51-7CAB-44AD-974F-F98340DC9760}" srcOrd="10" destOrd="0" presId="urn:microsoft.com/office/officeart/2005/8/layout/list1"/>
    <dgm:cxn modelId="{7544509A-21AD-43EE-BD9C-9CA1F7295C96}" type="presParOf" srcId="{27B5C5EF-A621-43B1-9E5F-F745CF055896}" destId="{16ACFDBB-DC4B-42CF-B5F4-D66230B7CFBB}" srcOrd="11" destOrd="0" presId="urn:microsoft.com/office/officeart/2005/8/layout/list1"/>
    <dgm:cxn modelId="{291C472B-9820-436C-9D26-5C2BE99E3C17}" type="presParOf" srcId="{27B5C5EF-A621-43B1-9E5F-F745CF055896}" destId="{A8C315FE-D977-45CB-8335-B1666F3CBA4F}" srcOrd="12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13" destOrd="0" presId="urn:microsoft.com/office/officeart/2005/8/layout/list1"/>
    <dgm:cxn modelId="{3423F980-4DAF-4752-B2AC-A423716FD695}" type="presParOf" srcId="{27B5C5EF-A621-43B1-9E5F-F745CF055896}" destId="{29D67E7E-6A42-414D-9B9B-0E645D728C18}" srcOrd="14" destOrd="0" presId="urn:microsoft.com/office/officeart/2005/8/layout/list1"/>
    <dgm:cxn modelId="{5B4A46DA-ED08-473F-AE9B-0F3E509AE742}" type="presParOf" srcId="{27B5C5EF-A621-43B1-9E5F-F745CF055896}" destId="{92332D43-8816-4D84-AE79-C3EAFC84FBC8}" srcOrd="15" destOrd="0" presId="urn:microsoft.com/office/officeart/2005/8/layout/list1"/>
    <dgm:cxn modelId="{C5F299F8-7566-41CA-B099-00C27BE95C0A}" type="presParOf" srcId="{27B5C5EF-A621-43B1-9E5F-F745CF055896}" destId="{FDCEB285-12B9-42A6-86DD-55B35C1EAACF}" srcOrd="16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17" destOrd="0" presId="urn:microsoft.com/office/officeart/2005/8/layout/list1"/>
    <dgm:cxn modelId="{62B28229-48F9-4874-952B-AA4483E156FA}" type="presParOf" srcId="{27B5C5EF-A621-43B1-9E5F-F745CF055896}" destId="{26F0A34E-ED2F-4684-85B5-5591642C3C24}" srcOrd="18" destOrd="0" presId="urn:microsoft.com/office/officeart/2005/8/layout/list1"/>
    <dgm:cxn modelId="{2FDF2259-3668-4C9E-9488-91C4EC4BF091}" type="presParOf" srcId="{27B5C5EF-A621-43B1-9E5F-F745CF055896}" destId="{FEA96B9F-841E-418F-B1DD-AEEF6C66C4BC}" srcOrd="19" destOrd="0" presId="urn:microsoft.com/office/officeart/2005/8/layout/list1"/>
    <dgm:cxn modelId="{0705562C-B398-4125-8190-EA6A9EA2B6C5}" type="presParOf" srcId="{27B5C5EF-A621-43B1-9E5F-F745CF055896}" destId="{5D8C6452-BCB3-4760-B006-A7EF9E6AECEC}" srcOrd="20" destOrd="0" presId="urn:microsoft.com/office/officeart/2005/8/layout/list1"/>
    <dgm:cxn modelId="{4DD7C4AF-0D41-4D6A-8EBA-E01B4396BCFB}" type="presParOf" srcId="{5D8C6452-BCB3-4760-B006-A7EF9E6AECEC}" destId="{86C05DD5-9B90-49D0-8263-4311ECB9BD73}" srcOrd="0" destOrd="0" presId="urn:microsoft.com/office/officeart/2005/8/layout/list1"/>
    <dgm:cxn modelId="{85C19A42-05A1-4B94-A118-132142E7228A}" type="presParOf" srcId="{5D8C6452-BCB3-4760-B006-A7EF9E6AECEC}" destId="{E6892619-2CAF-4459-9B59-DB9019322B9A}" srcOrd="1" destOrd="0" presId="urn:microsoft.com/office/officeart/2005/8/layout/list1"/>
    <dgm:cxn modelId="{2F585F2E-2D85-4254-B5A5-FF981A01FE17}" type="presParOf" srcId="{27B5C5EF-A621-43B1-9E5F-F745CF055896}" destId="{2C9DA5A2-9F39-459A-AA85-843BECBCF29C}" srcOrd="21" destOrd="0" presId="urn:microsoft.com/office/officeart/2005/8/layout/list1"/>
    <dgm:cxn modelId="{C449B149-1D06-4EC1-97AF-0191639BDB67}" type="presParOf" srcId="{27B5C5EF-A621-43B1-9E5F-F745CF055896}" destId="{D53BD508-EBAF-4DAF-9211-34315C44EA46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zh-CN" altLang="en-US"/>
        </a:p>
      </dgm:t>
    </dgm:pt>
    <dgm:pt modelId="{78BE9963-FC5C-46DB-902D-1FEB971CADE6}">
      <dgm:prSet phldrT="[文本]" custT="1"/>
      <dgm:spPr/>
      <dgm:t>
        <a:bodyPr/>
        <a:lstStyle/>
        <a:p>
          <a:pPr algn="ctr"/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函数调用过程</a:t>
          </a:r>
        </a:p>
      </dgm:t>
    </dgm:pt>
    <dgm:pt modelId="{970F65A5-48D5-42A5-8F17-D436E4C78F7F}" type="par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00E7413E-5DDF-40B5-A625-AAC9D8CA33CB}" type="sib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BA975364-6B17-458F-A8CD-F453D1D0278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、参数压入栈</a:t>
          </a:r>
        </a:p>
      </dgm:t>
    </dgm:pt>
    <dgm:pt modelId="{F6E5681C-1DE3-416E-9A10-302F8CD9E079}" type="parTrans" cxnId="{F35CFB23-C443-45E7-B76E-B29136FF9F3D}">
      <dgm:prSet/>
      <dgm:spPr/>
      <dgm:t>
        <a:bodyPr/>
        <a:lstStyle/>
        <a:p>
          <a:endParaRPr lang="zh-CN" altLang="en-US"/>
        </a:p>
      </dgm:t>
    </dgm:pt>
    <dgm:pt modelId="{CE10FCB4-2184-4F43-A554-D9B91408E338}" type="sibTrans" cxnId="{F35CFB23-C443-45E7-B76E-B29136FF9F3D}">
      <dgm:prSet/>
      <dgm:spPr/>
      <dgm:t>
        <a:bodyPr/>
        <a:lstStyle/>
        <a:p>
          <a:endParaRPr lang="zh-CN" altLang="en-US"/>
        </a:p>
      </dgm:t>
    </dgm:pt>
    <dgm:pt modelId="{F410BAEA-A19C-466E-861E-DCD6B5024BC5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gm:t>
    </dgm:pt>
    <dgm:pt modelId="{5E3352A1-DBCD-4DA2-AEF5-2525E2BA5CB2}" type="parTrans" cxnId="{80838106-AE1E-4F6A-975C-364C69A006EF}">
      <dgm:prSet/>
      <dgm:spPr/>
      <dgm:t>
        <a:bodyPr/>
        <a:lstStyle/>
        <a:p>
          <a:endParaRPr lang="zh-CN" altLang="en-US"/>
        </a:p>
      </dgm:t>
    </dgm:pt>
    <dgm:pt modelId="{E8962894-809C-4EBA-8C19-1F57F46FFA1C}" type="sibTrans" cxnId="{80838106-AE1E-4F6A-975C-364C69A006EF}">
      <dgm:prSet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ESP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拷贝给</a:t>
          </a:r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A4247686-7D24-4AD7-9957-54E762637C80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预留缓冲区</a:t>
          </a:r>
          <a:endParaRPr lang="en-US" altLang="zh-CN" sz="20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82C842B-3E82-4359-8F27-F2531D02EED0}" type="par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4A0288A8-A93F-4F59-BB0F-2C67E5CA3C82}" type="sib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EB48462E-E3FE-48BE-BBB1-C1A790D87943}" type="pres">
      <dgm:prSet presAssocID="{78BE9963-FC5C-46DB-902D-1FEB971CADE6}" presName="parentLin" presStyleCnt="0"/>
      <dgm:spPr/>
    </dgm:pt>
    <dgm:pt modelId="{D6AE27B6-E6A7-4C08-A97F-4F2947D9CAAE}" type="pres">
      <dgm:prSet presAssocID="{78BE9963-FC5C-46DB-902D-1FEB971CADE6}" presName="parentLeftMargin" presStyleLbl="node1" presStyleIdx="0" presStyleCnt="6"/>
      <dgm:spPr/>
    </dgm:pt>
    <dgm:pt modelId="{730B502E-8E0E-4973-96EB-6DE0A82BE85B}" type="pres">
      <dgm:prSet presAssocID="{78BE9963-FC5C-46DB-902D-1FEB971CADE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7CFE273-4B73-4C17-A2B2-670ACE9DB204}" type="pres">
      <dgm:prSet presAssocID="{78BE9963-FC5C-46DB-902D-1FEB971CADE6}" presName="negativeSpace" presStyleCnt="0"/>
      <dgm:spPr/>
    </dgm:pt>
    <dgm:pt modelId="{02500505-D72A-4025-8FDD-8A46771C3C33}" type="pres">
      <dgm:prSet presAssocID="{78BE9963-FC5C-46DB-902D-1FEB971CADE6}" presName="childText" presStyleLbl="conFgAcc1" presStyleIdx="0" presStyleCnt="6">
        <dgm:presLayoutVars>
          <dgm:bulletEnabled val="1"/>
        </dgm:presLayoutVars>
      </dgm:prSet>
      <dgm:spPr/>
    </dgm:pt>
    <dgm:pt modelId="{1E1A0C77-AC71-46C6-BA46-699395727282}" type="pres">
      <dgm:prSet presAssocID="{00E7413E-5DDF-40B5-A625-AAC9D8CA33CB}" presName="spaceBetweenRectangles" presStyleCnt="0"/>
      <dgm:spPr/>
    </dgm:pt>
    <dgm:pt modelId="{9F8B7F90-0388-4858-A626-54712843EFEA}" type="pres">
      <dgm:prSet presAssocID="{BA975364-6B17-458F-A8CD-F453D1D0278D}" presName="parentLin" presStyleCnt="0"/>
      <dgm:spPr/>
    </dgm:pt>
    <dgm:pt modelId="{99DC2195-F586-4335-B801-CB07B3AA0473}" type="pres">
      <dgm:prSet presAssocID="{BA975364-6B17-458F-A8CD-F453D1D0278D}" presName="parentLeftMargin" presStyleLbl="node1" presStyleIdx="0" presStyleCnt="6"/>
      <dgm:spPr/>
    </dgm:pt>
    <dgm:pt modelId="{708F6D35-C146-42D4-803E-73FA62B1A492}" type="pres">
      <dgm:prSet presAssocID="{BA975364-6B17-458F-A8CD-F453D1D0278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5B20C79-6330-4035-9C1C-F80CBECB9E2E}" type="pres">
      <dgm:prSet presAssocID="{BA975364-6B17-458F-A8CD-F453D1D0278D}" presName="negativeSpace" presStyleCnt="0"/>
      <dgm:spPr/>
    </dgm:pt>
    <dgm:pt modelId="{31DC9EC9-A1C1-4252-885A-35F7CBACBA85}" type="pres">
      <dgm:prSet presAssocID="{BA975364-6B17-458F-A8CD-F453D1D0278D}" presName="childText" presStyleLbl="conFgAcc1" presStyleIdx="1" presStyleCnt="6">
        <dgm:presLayoutVars>
          <dgm:bulletEnabled val="1"/>
        </dgm:presLayoutVars>
      </dgm:prSet>
      <dgm:spPr/>
    </dgm:pt>
    <dgm:pt modelId="{91926718-14D3-441E-B83A-7822B0F9E888}" type="pres">
      <dgm:prSet presAssocID="{CE10FCB4-2184-4F43-A554-D9B91408E338}" presName="spaceBetweenRectangles" presStyleCnt="0"/>
      <dgm:spPr/>
    </dgm:pt>
    <dgm:pt modelId="{D2E2C969-1B10-4314-B2AB-A09FD6947ECD}" type="pres">
      <dgm:prSet presAssocID="{F410BAEA-A19C-466E-861E-DCD6B5024BC5}" presName="parentLin" presStyleCnt="0"/>
      <dgm:spPr/>
    </dgm:pt>
    <dgm:pt modelId="{A1B40227-3E25-4D3B-9161-1B0B47D7BE44}" type="pres">
      <dgm:prSet presAssocID="{F410BAEA-A19C-466E-861E-DCD6B5024BC5}" presName="parentLeftMargin" presStyleLbl="node1" presStyleIdx="1" presStyleCnt="6"/>
      <dgm:spPr/>
    </dgm:pt>
    <dgm:pt modelId="{F6A1C5F9-4E54-4604-A535-1D67FB787C6E}" type="pres">
      <dgm:prSet presAssocID="{F410BAEA-A19C-466E-861E-DCD6B5024BC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789A7BE-0972-4B5F-92C7-4C91F4B5DAF9}" type="pres">
      <dgm:prSet presAssocID="{F410BAEA-A19C-466E-861E-DCD6B5024BC5}" presName="negativeSpace" presStyleCnt="0"/>
      <dgm:spPr/>
    </dgm:pt>
    <dgm:pt modelId="{C2656F51-7CAB-44AD-974F-F98340DC9760}" type="pres">
      <dgm:prSet presAssocID="{F410BAEA-A19C-466E-861E-DCD6B5024BC5}" presName="childText" presStyleLbl="conFgAcc1" presStyleIdx="2" presStyleCnt="6">
        <dgm:presLayoutVars>
          <dgm:bulletEnabled val="1"/>
        </dgm:presLayoutVars>
      </dgm:prSet>
      <dgm:spPr/>
    </dgm:pt>
    <dgm:pt modelId="{16ACFDBB-DC4B-42CF-B5F4-D66230B7CFBB}" type="pres">
      <dgm:prSet presAssocID="{E8962894-809C-4EBA-8C19-1F57F46FFA1C}" presName="spaceBetweenRectangles" presStyleCnt="0"/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2" presStyleCnt="6"/>
      <dgm:spPr/>
    </dgm:pt>
    <dgm:pt modelId="{224AE4A0-6A37-4649-ADCA-13A53CF2B5EA}" type="pres">
      <dgm:prSet presAssocID="{55B72F63-54A2-416A-9F4A-42621C03A43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3" presStyleCnt="6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3" presStyleCnt="6"/>
      <dgm:spPr/>
    </dgm:pt>
    <dgm:pt modelId="{57B4AFD2-DD9B-45E9-ABDF-BA2D42455870}" type="pres">
      <dgm:prSet presAssocID="{A3311C7C-16A8-4653-96C1-7573B0048A4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4" presStyleCnt="6">
        <dgm:presLayoutVars>
          <dgm:bulletEnabled val="1"/>
        </dgm:presLayoutVars>
      </dgm:prSet>
      <dgm:spPr/>
    </dgm:pt>
    <dgm:pt modelId="{FEA96B9F-841E-418F-B1DD-AEEF6C66C4BC}" type="pres">
      <dgm:prSet presAssocID="{E28C6E41-1ADA-440D-8D22-6B9D7E73E898}" presName="spaceBetweenRectangles" presStyleCnt="0"/>
      <dgm:spPr/>
    </dgm:pt>
    <dgm:pt modelId="{5D8C6452-BCB3-4760-B006-A7EF9E6AECEC}" type="pres">
      <dgm:prSet presAssocID="{A4247686-7D24-4AD7-9957-54E762637C80}" presName="parentLin" presStyleCnt="0"/>
      <dgm:spPr/>
    </dgm:pt>
    <dgm:pt modelId="{86C05DD5-9B90-49D0-8263-4311ECB9BD73}" type="pres">
      <dgm:prSet presAssocID="{A4247686-7D24-4AD7-9957-54E762637C80}" presName="parentLeftMargin" presStyleLbl="node1" presStyleIdx="4" presStyleCnt="6"/>
      <dgm:spPr/>
    </dgm:pt>
    <dgm:pt modelId="{E6892619-2CAF-4459-9B59-DB9019322B9A}" type="pres">
      <dgm:prSet presAssocID="{A4247686-7D24-4AD7-9957-54E762637C80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C9DA5A2-9F39-459A-AA85-843BECBCF29C}" type="pres">
      <dgm:prSet presAssocID="{A4247686-7D24-4AD7-9957-54E762637C80}" presName="negativeSpace" presStyleCnt="0"/>
      <dgm:spPr/>
    </dgm:pt>
    <dgm:pt modelId="{D53BD508-EBAF-4DAF-9211-34315C44EA46}" type="pres">
      <dgm:prSet presAssocID="{A4247686-7D24-4AD7-9957-54E762637C80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80838106-AE1E-4F6A-975C-364C69A006EF}" srcId="{8B27CBBE-2B3C-4DF9-96E0-9B7FF528E1C5}" destId="{F410BAEA-A19C-466E-861E-DCD6B5024BC5}" srcOrd="2" destOrd="0" parTransId="{5E3352A1-DBCD-4DA2-AEF5-2525E2BA5CB2}" sibTransId="{E8962894-809C-4EBA-8C19-1F57F46FFA1C}"/>
    <dgm:cxn modelId="{7554A306-2032-4D7E-A745-3A3FCDDDABBA}" type="presOf" srcId="{78BE9963-FC5C-46DB-902D-1FEB971CADE6}" destId="{730B502E-8E0E-4973-96EB-6DE0A82BE85B}" srcOrd="1" destOrd="0" presId="urn:microsoft.com/office/officeart/2005/8/layout/list1"/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F35CFB23-C443-45E7-B76E-B29136FF9F3D}" srcId="{8B27CBBE-2B3C-4DF9-96E0-9B7FF528E1C5}" destId="{BA975364-6B17-458F-A8CD-F453D1D0278D}" srcOrd="1" destOrd="0" parTransId="{F6E5681C-1DE3-416E-9A10-302F8CD9E079}" sibTransId="{CE10FCB4-2184-4F43-A554-D9B91408E338}"/>
    <dgm:cxn modelId="{BED5AF2C-B452-4BAA-ACE6-1DE8E6DC9324}" srcId="{8B27CBBE-2B3C-4DF9-96E0-9B7FF528E1C5}" destId="{55B72F63-54A2-416A-9F4A-42621C03A43D}" srcOrd="3" destOrd="0" parTransId="{FFEE04FB-F5C2-4165-A7C2-5D6BAA587982}" sibTransId="{7C795C86-9CD1-4E8D-9307-AFB345A2438E}"/>
    <dgm:cxn modelId="{B1CEB337-601D-4156-9258-9C06C2023985}" type="presOf" srcId="{BA975364-6B17-458F-A8CD-F453D1D0278D}" destId="{99DC2195-F586-4335-B801-CB07B3AA0473}" srcOrd="0" destOrd="0" presId="urn:microsoft.com/office/officeart/2005/8/layout/list1"/>
    <dgm:cxn modelId="{5F407160-49AC-474D-A8A4-568A2B18B0AB}" type="presOf" srcId="{F410BAEA-A19C-466E-861E-DCD6B5024BC5}" destId="{F6A1C5F9-4E54-4604-A535-1D67FB787C6E}" srcOrd="1" destOrd="0" presId="urn:microsoft.com/office/officeart/2005/8/layout/list1"/>
    <dgm:cxn modelId="{B9A1DC49-7390-4008-9020-CDE1B878AAD7}" srcId="{8B27CBBE-2B3C-4DF9-96E0-9B7FF528E1C5}" destId="{78BE9963-FC5C-46DB-902D-1FEB971CADE6}" srcOrd="0" destOrd="0" parTransId="{970F65A5-48D5-42A5-8F17-D436E4C78F7F}" sibTransId="{00E7413E-5DDF-40B5-A625-AAC9D8CA33CB}"/>
    <dgm:cxn modelId="{08977F6C-5068-4B9D-BBEE-1CD971A18C2B}" type="presOf" srcId="{BA975364-6B17-458F-A8CD-F453D1D0278D}" destId="{708F6D35-C146-42D4-803E-73FA62B1A492}" srcOrd="1" destOrd="0" presId="urn:microsoft.com/office/officeart/2005/8/layout/list1"/>
    <dgm:cxn modelId="{23184C95-0376-490E-A7D2-A2CB4C62E653}" type="presOf" srcId="{78BE9963-FC5C-46DB-902D-1FEB971CADE6}" destId="{D6AE27B6-E6A7-4C08-A97F-4F2947D9CAAE}" srcOrd="0" destOrd="0" presId="urn:microsoft.com/office/officeart/2005/8/layout/list1"/>
    <dgm:cxn modelId="{77D2F899-441E-48D2-9EC1-BC41AAA28FC5}" type="presOf" srcId="{A4247686-7D24-4AD7-9957-54E762637C80}" destId="{E6892619-2CAF-4459-9B59-DB9019322B9A}" srcOrd="1" destOrd="0" presId="urn:microsoft.com/office/officeart/2005/8/layout/list1"/>
    <dgm:cxn modelId="{920D3DAF-2B69-44C1-AE53-CD99E0A7F857}" type="presOf" srcId="{F410BAEA-A19C-466E-861E-DCD6B5024BC5}" destId="{A1B40227-3E25-4D3B-9161-1B0B47D7BE44}" srcOrd="0" destOrd="0" presId="urn:microsoft.com/office/officeart/2005/8/layout/list1"/>
    <dgm:cxn modelId="{781907B8-B46B-433C-B775-0DAD75825550}" srcId="{8B27CBBE-2B3C-4DF9-96E0-9B7FF528E1C5}" destId="{A3311C7C-16A8-4653-96C1-7573B0048A4D}" srcOrd="4" destOrd="0" parTransId="{0BCF4B4D-9451-4317-8269-C7F355B79813}" sibTransId="{E28C6E41-1ADA-440D-8D22-6B9D7E73E898}"/>
    <dgm:cxn modelId="{3F30D5BC-9D27-4C43-9053-A3EA4F7262E5}" type="presOf" srcId="{A4247686-7D24-4AD7-9957-54E762637C80}" destId="{86C05DD5-9B90-49D0-8263-4311ECB9BD73}" srcOrd="0" destOrd="0" presId="urn:microsoft.com/office/officeart/2005/8/layout/list1"/>
    <dgm:cxn modelId="{7D4124BE-EDAF-42C9-9869-B13DF3243ABC}" srcId="{8B27CBBE-2B3C-4DF9-96E0-9B7FF528E1C5}" destId="{A4247686-7D24-4AD7-9957-54E762637C80}" srcOrd="5" destOrd="0" parTransId="{882C842B-3E82-4359-8F27-F2531D02EED0}" sibTransId="{4A0288A8-A93F-4F59-BB0F-2C67E5CA3C82}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2180B123-7461-498C-86BB-0EFDFC435F1B}" type="presParOf" srcId="{27B5C5EF-A621-43B1-9E5F-F745CF055896}" destId="{EB48462E-E3FE-48BE-BBB1-C1A790D87943}" srcOrd="0" destOrd="0" presId="urn:microsoft.com/office/officeart/2005/8/layout/list1"/>
    <dgm:cxn modelId="{20A7FCD9-0833-4379-ACAB-44A9901D2FC0}" type="presParOf" srcId="{EB48462E-E3FE-48BE-BBB1-C1A790D87943}" destId="{D6AE27B6-E6A7-4C08-A97F-4F2947D9CAAE}" srcOrd="0" destOrd="0" presId="urn:microsoft.com/office/officeart/2005/8/layout/list1"/>
    <dgm:cxn modelId="{C02AD688-B598-4AA2-BFD7-65BFAB4070AB}" type="presParOf" srcId="{EB48462E-E3FE-48BE-BBB1-C1A790D87943}" destId="{730B502E-8E0E-4973-96EB-6DE0A82BE85B}" srcOrd="1" destOrd="0" presId="urn:microsoft.com/office/officeart/2005/8/layout/list1"/>
    <dgm:cxn modelId="{AC48EE2A-A8ED-4566-8802-1C19D3EB79B3}" type="presParOf" srcId="{27B5C5EF-A621-43B1-9E5F-F745CF055896}" destId="{77CFE273-4B73-4C17-A2B2-670ACE9DB204}" srcOrd="1" destOrd="0" presId="urn:microsoft.com/office/officeart/2005/8/layout/list1"/>
    <dgm:cxn modelId="{DD1559C0-FAB5-4804-9CC1-B77F77746F92}" type="presParOf" srcId="{27B5C5EF-A621-43B1-9E5F-F745CF055896}" destId="{02500505-D72A-4025-8FDD-8A46771C3C33}" srcOrd="2" destOrd="0" presId="urn:microsoft.com/office/officeart/2005/8/layout/list1"/>
    <dgm:cxn modelId="{E481887A-654D-4D5E-90F4-D7329223FB38}" type="presParOf" srcId="{27B5C5EF-A621-43B1-9E5F-F745CF055896}" destId="{1E1A0C77-AC71-46C6-BA46-699395727282}" srcOrd="3" destOrd="0" presId="urn:microsoft.com/office/officeart/2005/8/layout/list1"/>
    <dgm:cxn modelId="{B64511C9-FCBB-4BC9-A4E7-3A080E8CE958}" type="presParOf" srcId="{27B5C5EF-A621-43B1-9E5F-F745CF055896}" destId="{9F8B7F90-0388-4858-A626-54712843EFEA}" srcOrd="4" destOrd="0" presId="urn:microsoft.com/office/officeart/2005/8/layout/list1"/>
    <dgm:cxn modelId="{304E6FCF-D9DE-424D-AE20-8DC448B3E49B}" type="presParOf" srcId="{9F8B7F90-0388-4858-A626-54712843EFEA}" destId="{99DC2195-F586-4335-B801-CB07B3AA0473}" srcOrd="0" destOrd="0" presId="urn:microsoft.com/office/officeart/2005/8/layout/list1"/>
    <dgm:cxn modelId="{2AB955BD-7B3E-4720-B384-DFFE528A92F9}" type="presParOf" srcId="{9F8B7F90-0388-4858-A626-54712843EFEA}" destId="{708F6D35-C146-42D4-803E-73FA62B1A492}" srcOrd="1" destOrd="0" presId="urn:microsoft.com/office/officeart/2005/8/layout/list1"/>
    <dgm:cxn modelId="{292100FD-99CA-40F5-9F9B-9FB201D58F89}" type="presParOf" srcId="{27B5C5EF-A621-43B1-9E5F-F745CF055896}" destId="{D5B20C79-6330-4035-9C1C-F80CBECB9E2E}" srcOrd="5" destOrd="0" presId="urn:microsoft.com/office/officeart/2005/8/layout/list1"/>
    <dgm:cxn modelId="{C119A51D-7A4F-4D61-BE1E-D0B5C5111252}" type="presParOf" srcId="{27B5C5EF-A621-43B1-9E5F-F745CF055896}" destId="{31DC9EC9-A1C1-4252-885A-35F7CBACBA85}" srcOrd="6" destOrd="0" presId="urn:microsoft.com/office/officeart/2005/8/layout/list1"/>
    <dgm:cxn modelId="{00E86A85-CF9A-4241-BC0F-CE2655FC5888}" type="presParOf" srcId="{27B5C5EF-A621-43B1-9E5F-F745CF055896}" destId="{91926718-14D3-441E-B83A-7822B0F9E888}" srcOrd="7" destOrd="0" presId="urn:microsoft.com/office/officeart/2005/8/layout/list1"/>
    <dgm:cxn modelId="{64777F7B-9F6B-43EB-844B-98799A299DE2}" type="presParOf" srcId="{27B5C5EF-A621-43B1-9E5F-F745CF055896}" destId="{D2E2C969-1B10-4314-B2AB-A09FD6947ECD}" srcOrd="8" destOrd="0" presId="urn:microsoft.com/office/officeart/2005/8/layout/list1"/>
    <dgm:cxn modelId="{CBF67140-8DA3-410B-9573-0F7776C0A852}" type="presParOf" srcId="{D2E2C969-1B10-4314-B2AB-A09FD6947ECD}" destId="{A1B40227-3E25-4D3B-9161-1B0B47D7BE44}" srcOrd="0" destOrd="0" presId="urn:microsoft.com/office/officeart/2005/8/layout/list1"/>
    <dgm:cxn modelId="{60BD4111-94B7-488A-8C59-66514B4825F2}" type="presParOf" srcId="{D2E2C969-1B10-4314-B2AB-A09FD6947ECD}" destId="{F6A1C5F9-4E54-4604-A535-1D67FB787C6E}" srcOrd="1" destOrd="0" presId="urn:microsoft.com/office/officeart/2005/8/layout/list1"/>
    <dgm:cxn modelId="{ECDCD9A0-F30D-4396-BB5A-23A6D64BBCB2}" type="presParOf" srcId="{27B5C5EF-A621-43B1-9E5F-F745CF055896}" destId="{6789A7BE-0972-4B5F-92C7-4C91F4B5DAF9}" srcOrd="9" destOrd="0" presId="urn:microsoft.com/office/officeart/2005/8/layout/list1"/>
    <dgm:cxn modelId="{876D7FDA-FEF4-4C67-987E-64D27ED7B3E8}" type="presParOf" srcId="{27B5C5EF-A621-43B1-9E5F-F745CF055896}" destId="{C2656F51-7CAB-44AD-974F-F98340DC9760}" srcOrd="10" destOrd="0" presId="urn:microsoft.com/office/officeart/2005/8/layout/list1"/>
    <dgm:cxn modelId="{7544509A-21AD-43EE-BD9C-9CA1F7295C96}" type="presParOf" srcId="{27B5C5EF-A621-43B1-9E5F-F745CF055896}" destId="{16ACFDBB-DC4B-42CF-B5F4-D66230B7CFBB}" srcOrd="11" destOrd="0" presId="urn:microsoft.com/office/officeart/2005/8/layout/list1"/>
    <dgm:cxn modelId="{291C472B-9820-436C-9D26-5C2BE99E3C17}" type="presParOf" srcId="{27B5C5EF-A621-43B1-9E5F-F745CF055896}" destId="{A8C315FE-D977-45CB-8335-B1666F3CBA4F}" srcOrd="12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13" destOrd="0" presId="urn:microsoft.com/office/officeart/2005/8/layout/list1"/>
    <dgm:cxn modelId="{3423F980-4DAF-4752-B2AC-A423716FD695}" type="presParOf" srcId="{27B5C5EF-A621-43B1-9E5F-F745CF055896}" destId="{29D67E7E-6A42-414D-9B9B-0E645D728C18}" srcOrd="14" destOrd="0" presId="urn:microsoft.com/office/officeart/2005/8/layout/list1"/>
    <dgm:cxn modelId="{5B4A46DA-ED08-473F-AE9B-0F3E509AE742}" type="presParOf" srcId="{27B5C5EF-A621-43B1-9E5F-F745CF055896}" destId="{92332D43-8816-4D84-AE79-C3EAFC84FBC8}" srcOrd="15" destOrd="0" presId="urn:microsoft.com/office/officeart/2005/8/layout/list1"/>
    <dgm:cxn modelId="{C5F299F8-7566-41CA-B099-00C27BE95C0A}" type="presParOf" srcId="{27B5C5EF-A621-43B1-9E5F-F745CF055896}" destId="{FDCEB285-12B9-42A6-86DD-55B35C1EAACF}" srcOrd="16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17" destOrd="0" presId="urn:microsoft.com/office/officeart/2005/8/layout/list1"/>
    <dgm:cxn modelId="{62B28229-48F9-4874-952B-AA4483E156FA}" type="presParOf" srcId="{27B5C5EF-A621-43B1-9E5F-F745CF055896}" destId="{26F0A34E-ED2F-4684-85B5-5591642C3C24}" srcOrd="18" destOrd="0" presId="urn:microsoft.com/office/officeart/2005/8/layout/list1"/>
    <dgm:cxn modelId="{2FDF2259-3668-4C9E-9488-91C4EC4BF091}" type="presParOf" srcId="{27B5C5EF-A621-43B1-9E5F-F745CF055896}" destId="{FEA96B9F-841E-418F-B1DD-AEEF6C66C4BC}" srcOrd="19" destOrd="0" presId="urn:microsoft.com/office/officeart/2005/8/layout/list1"/>
    <dgm:cxn modelId="{0705562C-B398-4125-8190-EA6A9EA2B6C5}" type="presParOf" srcId="{27B5C5EF-A621-43B1-9E5F-F745CF055896}" destId="{5D8C6452-BCB3-4760-B006-A7EF9E6AECEC}" srcOrd="20" destOrd="0" presId="urn:microsoft.com/office/officeart/2005/8/layout/list1"/>
    <dgm:cxn modelId="{4DD7C4AF-0D41-4D6A-8EBA-E01B4396BCFB}" type="presParOf" srcId="{5D8C6452-BCB3-4760-B006-A7EF9E6AECEC}" destId="{86C05DD5-9B90-49D0-8263-4311ECB9BD73}" srcOrd="0" destOrd="0" presId="urn:microsoft.com/office/officeart/2005/8/layout/list1"/>
    <dgm:cxn modelId="{85C19A42-05A1-4B94-A118-132142E7228A}" type="presParOf" srcId="{5D8C6452-BCB3-4760-B006-A7EF9E6AECEC}" destId="{E6892619-2CAF-4459-9B59-DB9019322B9A}" srcOrd="1" destOrd="0" presId="urn:microsoft.com/office/officeart/2005/8/layout/list1"/>
    <dgm:cxn modelId="{2F585F2E-2D85-4254-B5A5-FF981A01FE17}" type="presParOf" srcId="{27B5C5EF-A621-43B1-9E5F-F745CF055896}" destId="{2C9DA5A2-9F39-459A-AA85-843BECBCF29C}" srcOrd="21" destOrd="0" presId="urn:microsoft.com/office/officeart/2005/8/layout/list1"/>
    <dgm:cxn modelId="{C449B149-1D06-4EC1-97AF-0191639BDB67}" type="presParOf" srcId="{27B5C5EF-A621-43B1-9E5F-F745CF055896}" destId="{D53BD508-EBAF-4DAF-9211-34315C44EA46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zh-CN" altLang="en-US"/>
        </a:p>
      </dgm:t>
    </dgm:pt>
    <dgm:pt modelId="{78BE9963-FC5C-46DB-902D-1FEB971CADE6}">
      <dgm:prSet phldrT="[文本]" custT="1"/>
      <dgm:spPr/>
      <dgm:t>
        <a:bodyPr/>
        <a:lstStyle/>
        <a:p>
          <a:pPr algn="ctr"/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函数调用过程</a:t>
          </a:r>
        </a:p>
      </dgm:t>
    </dgm:pt>
    <dgm:pt modelId="{970F65A5-48D5-42A5-8F17-D436E4C78F7F}" type="par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00E7413E-5DDF-40B5-A625-AAC9D8CA33CB}" type="sib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BA975364-6B17-458F-A8CD-F453D1D0278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、参数压入栈</a:t>
          </a:r>
        </a:p>
      </dgm:t>
    </dgm:pt>
    <dgm:pt modelId="{F6E5681C-1DE3-416E-9A10-302F8CD9E079}" type="parTrans" cxnId="{F35CFB23-C443-45E7-B76E-B29136FF9F3D}">
      <dgm:prSet/>
      <dgm:spPr/>
      <dgm:t>
        <a:bodyPr/>
        <a:lstStyle/>
        <a:p>
          <a:endParaRPr lang="zh-CN" altLang="en-US"/>
        </a:p>
      </dgm:t>
    </dgm:pt>
    <dgm:pt modelId="{CE10FCB4-2184-4F43-A554-D9B91408E338}" type="sibTrans" cxnId="{F35CFB23-C443-45E7-B76E-B29136FF9F3D}">
      <dgm:prSet/>
      <dgm:spPr/>
      <dgm:t>
        <a:bodyPr/>
        <a:lstStyle/>
        <a:p>
          <a:endParaRPr lang="zh-CN" altLang="en-US"/>
        </a:p>
      </dgm:t>
    </dgm:pt>
    <dgm:pt modelId="{F410BAEA-A19C-466E-861E-DCD6B5024BC5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gm:t>
    </dgm:pt>
    <dgm:pt modelId="{5E3352A1-DBCD-4DA2-AEF5-2525E2BA5CB2}" type="parTrans" cxnId="{80838106-AE1E-4F6A-975C-364C69A006EF}">
      <dgm:prSet/>
      <dgm:spPr/>
      <dgm:t>
        <a:bodyPr/>
        <a:lstStyle/>
        <a:p>
          <a:endParaRPr lang="zh-CN" altLang="en-US"/>
        </a:p>
      </dgm:t>
    </dgm:pt>
    <dgm:pt modelId="{E8962894-809C-4EBA-8C19-1F57F46FFA1C}" type="sibTrans" cxnId="{80838106-AE1E-4F6A-975C-364C69A006EF}">
      <dgm:prSet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ESP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拷贝给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A4247686-7D24-4AD7-9957-54E762637C80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、预留缓冲区</a:t>
          </a:r>
          <a:endParaRPr lang="en-US" altLang="zh-CN" sz="20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82C842B-3E82-4359-8F27-F2531D02EED0}" type="par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4A0288A8-A93F-4F59-BB0F-2C67E5CA3C82}" type="sib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EB48462E-E3FE-48BE-BBB1-C1A790D87943}" type="pres">
      <dgm:prSet presAssocID="{78BE9963-FC5C-46DB-902D-1FEB971CADE6}" presName="parentLin" presStyleCnt="0"/>
      <dgm:spPr/>
    </dgm:pt>
    <dgm:pt modelId="{D6AE27B6-E6A7-4C08-A97F-4F2947D9CAAE}" type="pres">
      <dgm:prSet presAssocID="{78BE9963-FC5C-46DB-902D-1FEB971CADE6}" presName="parentLeftMargin" presStyleLbl="node1" presStyleIdx="0" presStyleCnt="6"/>
      <dgm:spPr/>
    </dgm:pt>
    <dgm:pt modelId="{730B502E-8E0E-4973-96EB-6DE0A82BE85B}" type="pres">
      <dgm:prSet presAssocID="{78BE9963-FC5C-46DB-902D-1FEB971CADE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7CFE273-4B73-4C17-A2B2-670ACE9DB204}" type="pres">
      <dgm:prSet presAssocID="{78BE9963-FC5C-46DB-902D-1FEB971CADE6}" presName="negativeSpace" presStyleCnt="0"/>
      <dgm:spPr/>
    </dgm:pt>
    <dgm:pt modelId="{02500505-D72A-4025-8FDD-8A46771C3C33}" type="pres">
      <dgm:prSet presAssocID="{78BE9963-FC5C-46DB-902D-1FEB971CADE6}" presName="childText" presStyleLbl="conFgAcc1" presStyleIdx="0" presStyleCnt="6">
        <dgm:presLayoutVars>
          <dgm:bulletEnabled val="1"/>
        </dgm:presLayoutVars>
      </dgm:prSet>
      <dgm:spPr/>
    </dgm:pt>
    <dgm:pt modelId="{1E1A0C77-AC71-46C6-BA46-699395727282}" type="pres">
      <dgm:prSet presAssocID="{00E7413E-5DDF-40B5-A625-AAC9D8CA33CB}" presName="spaceBetweenRectangles" presStyleCnt="0"/>
      <dgm:spPr/>
    </dgm:pt>
    <dgm:pt modelId="{9F8B7F90-0388-4858-A626-54712843EFEA}" type="pres">
      <dgm:prSet presAssocID="{BA975364-6B17-458F-A8CD-F453D1D0278D}" presName="parentLin" presStyleCnt="0"/>
      <dgm:spPr/>
    </dgm:pt>
    <dgm:pt modelId="{99DC2195-F586-4335-B801-CB07B3AA0473}" type="pres">
      <dgm:prSet presAssocID="{BA975364-6B17-458F-A8CD-F453D1D0278D}" presName="parentLeftMargin" presStyleLbl="node1" presStyleIdx="0" presStyleCnt="6"/>
      <dgm:spPr/>
    </dgm:pt>
    <dgm:pt modelId="{708F6D35-C146-42D4-803E-73FA62B1A492}" type="pres">
      <dgm:prSet presAssocID="{BA975364-6B17-458F-A8CD-F453D1D0278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5B20C79-6330-4035-9C1C-F80CBECB9E2E}" type="pres">
      <dgm:prSet presAssocID="{BA975364-6B17-458F-A8CD-F453D1D0278D}" presName="negativeSpace" presStyleCnt="0"/>
      <dgm:spPr/>
    </dgm:pt>
    <dgm:pt modelId="{31DC9EC9-A1C1-4252-885A-35F7CBACBA85}" type="pres">
      <dgm:prSet presAssocID="{BA975364-6B17-458F-A8CD-F453D1D0278D}" presName="childText" presStyleLbl="conFgAcc1" presStyleIdx="1" presStyleCnt="6">
        <dgm:presLayoutVars>
          <dgm:bulletEnabled val="1"/>
        </dgm:presLayoutVars>
      </dgm:prSet>
      <dgm:spPr/>
    </dgm:pt>
    <dgm:pt modelId="{91926718-14D3-441E-B83A-7822B0F9E888}" type="pres">
      <dgm:prSet presAssocID="{CE10FCB4-2184-4F43-A554-D9B91408E338}" presName="spaceBetweenRectangles" presStyleCnt="0"/>
      <dgm:spPr/>
    </dgm:pt>
    <dgm:pt modelId="{D2E2C969-1B10-4314-B2AB-A09FD6947ECD}" type="pres">
      <dgm:prSet presAssocID="{F410BAEA-A19C-466E-861E-DCD6B5024BC5}" presName="parentLin" presStyleCnt="0"/>
      <dgm:spPr/>
    </dgm:pt>
    <dgm:pt modelId="{A1B40227-3E25-4D3B-9161-1B0B47D7BE44}" type="pres">
      <dgm:prSet presAssocID="{F410BAEA-A19C-466E-861E-DCD6B5024BC5}" presName="parentLeftMargin" presStyleLbl="node1" presStyleIdx="1" presStyleCnt="6"/>
      <dgm:spPr/>
    </dgm:pt>
    <dgm:pt modelId="{F6A1C5F9-4E54-4604-A535-1D67FB787C6E}" type="pres">
      <dgm:prSet presAssocID="{F410BAEA-A19C-466E-861E-DCD6B5024BC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789A7BE-0972-4B5F-92C7-4C91F4B5DAF9}" type="pres">
      <dgm:prSet presAssocID="{F410BAEA-A19C-466E-861E-DCD6B5024BC5}" presName="negativeSpace" presStyleCnt="0"/>
      <dgm:spPr/>
    </dgm:pt>
    <dgm:pt modelId="{C2656F51-7CAB-44AD-974F-F98340DC9760}" type="pres">
      <dgm:prSet presAssocID="{F410BAEA-A19C-466E-861E-DCD6B5024BC5}" presName="childText" presStyleLbl="conFgAcc1" presStyleIdx="2" presStyleCnt="6">
        <dgm:presLayoutVars>
          <dgm:bulletEnabled val="1"/>
        </dgm:presLayoutVars>
      </dgm:prSet>
      <dgm:spPr/>
    </dgm:pt>
    <dgm:pt modelId="{16ACFDBB-DC4B-42CF-B5F4-D66230B7CFBB}" type="pres">
      <dgm:prSet presAssocID="{E8962894-809C-4EBA-8C19-1F57F46FFA1C}" presName="spaceBetweenRectangles" presStyleCnt="0"/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2" presStyleCnt="6"/>
      <dgm:spPr/>
    </dgm:pt>
    <dgm:pt modelId="{224AE4A0-6A37-4649-ADCA-13A53CF2B5EA}" type="pres">
      <dgm:prSet presAssocID="{55B72F63-54A2-416A-9F4A-42621C03A43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3" presStyleCnt="6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3" presStyleCnt="6"/>
      <dgm:spPr/>
    </dgm:pt>
    <dgm:pt modelId="{57B4AFD2-DD9B-45E9-ABDF-BA2D42455870}" type="pres">
      <dgm:prSet presAssocID="{A3311C7C-16A8-4653-96C1-7573B0048A4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4" presStyleCnt="6">
        <dgm:presLayoutVars>
          <dgm:bulletEnabled val="1"/>
        </dgm:presLayoutVars>
      </dgm:prSet>
      <dgm:spPr/>
    </dgm:pt>
    <dgm:pt modelId="{FEA96B9F-841E-418F-B1DD-AEEF6C66C4BC}" type="pres">
      <dgm:prSet presAssocID="{E28C6E41-1ADA-440D-8D22-6B9D7E73E898}" presName="spaceBetweenRectangles" presStyleCnt="0"/>
      <dgm:spPr/>
    </dgm:pt>
    <dgm:pt modelId="{5D8C6452-BCB3-4760-B006-A7EF9E6AECEC}" type="pres">
      <dgm:prSet presAssocID="{A4247686-7D24-4AD7-9957-54E762637C80}" presName="parentLin" presStyleCnt="0"/>
      <dgm:spPr/>
    </dgm:pt>
    <dgm:pt modelId="{86C05DD5-9B90-49D0-8263-4311ECB9BD73}" type="pres">
      <dgm:prSet presAssocID="{A4247686-7D24-4AD7-9957-54E762637C80}" presName="parentLeftMargin" presStyleLbl="node1" presStyleIdx="4" presStyleCnt="6"/>
      <dgm:spPr/>
    </dgm:pt>
    <dgm:pt modelId="{E6892619-2CAF-4459-9B59-DB9019322B9A}" type="pres">
      <dgm:prSet presAssocID="{A4247686-7D24-4AD7-9957-54E762637C80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C9DA5A2-9F39-459A-AA85-843BECBCF29C}" type="pres">
      <dgm:prSet presAssocID="{A4247686-7D24-4AD7-9957-54E762637C80}" presName="negativeSpace" presStyleCnt="0"/>
      <dgm:spPr/>
    </dgm:pt>
    <dgm:pt modelId="{D53BD508-EBAF-4DAF-9211-34315C44EA46}" type="pres">
      <dgm:prSet presAssocID="{A4247686-7D24-4AD7-9957-54E762637C80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80838106-AE1E-4F6A-975C-364C69A006EF}" srcId="{8B27CBBE-2B3C-4DF9-96E0-9B7FF528E1C5}" destId="{F410BAEA-A19C-466E-861E-DCD6B5024BC5}" srcOrd="2" destOrd="0" parTransId="{5E3352A1-DBCD-4DA2-AEF5-2525E2BA5CB2}" sibTransId="{E8962894-809C-4EBA-8C19-1F57F46FFA1C}"/>
    <dgm:cxn modelId="{7554A306-2032-4D7E-A745-3A3FCDDDABBA}" type="presOf" srcId="{78BE9963-FC5C-46DB-902D-1FEB971CADE6}" destId="{730B502E-8E0E-4973-96EB-6DE0A82BE85B}" srcOrd="1" destOrd="0" presId="urn:microsoft.com/office/officeart/2005/8/layout/list1"/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F35CFB23-C443-45E7-B76E-B29136FF9F3D}" srcId="{8B27CBBE-2B3C-4DF9-96E0-9B7FF528E1C5}" destId="{BA975364-6B17-458F-A8CD-F453D1D0278D}" srcOrd="1" destOrd="0" parTransId="{F6E5681C-1DE3-416E-9A10-302F8CD9E079}" sibTransId="{CE10FCB4-2184-4F43-A554-D9B91408E338}"/>
    <dgm:cxn modelId="{BED5AF2C-B452-4BAA-ACE6-1DE8E6DC9324}" srcId="{8B27CBBE-2B3C-4DF9-96E0-9B7FF528E1C5}" destId="{55B72F63-54A2-416A-9F4A-42621C03A43D}" srcOrd="3" destOrd="0" parTransId="{FFEE04FB-F5C2-4165-A7C2-5D6BAA587982}" sibTransId="{7C795C86-9CD1-4E8D-9307-AFB345A2438E}"/>
    <dgm:cxn modelId="{B1CEB337-601D-4156-9258-9C06C2023985}" type="presOf" srcId="{BA975364-6B17-458F-A8CD-F453D1D0278D}" destId="{99DC2195-F586-4335-B801-CB07B3AA0473}" srcOrd="0" destOrd="0" presId="urn:microsoft.com/office/officeart/2005/8/layout/list1"/>
    <dgm:cxn modelId="{5F407160-49AC-474D-A8A4-568A2B18B0AB}" type="presOf" srcId="{F410BAEA-A19C-466E-861E-DCD6B5024BC5}" destId="{F6A1C5F9-4E54-4604-A535-1D67FB787C6E}" srcOrd="1" destOrd="0" presId="urn:microsoft.com/office/officeart/2005/8/layout/list1"/>
    <dgm:cxn modelId="{B9A1DC49-7390-4008-9020-CDE1B878AAD7}" srcId="{8B27CBBE-2B3C-4DF9-96E0-9B7FF528E1C5}" destId="{78BE9963-FC5C-46DB-902D-1FEB971CADE6}" srcOrd="0" destOrd="0" parTransId="{970F65A5-48D5-42A5-8F17-D436E4C78F7F}" sibTransId="{00E7413E-5DDF-40B5-A625-AAC9D8CA33CB}"/>
    <dgm:cxn modelId="{08977F6C-5068-4B9D-BBEE-1CD971A18C2B}" type="presOf" srcId="{BA975364-6B17-458F-A8CD-F453D1D0278D}" destId="{708F6D35-C146-42D4-803E-73FA62B1A492}" srcOrd="1" destOrd="0" presId="urn:microsoft.com/office/officeart/2005/8/layout/list1"/>
    <dgm:cxn modelId="{23184C95-0376-490E-A7D2-A2CB4C62E653}" type="presOf" srcId="{78BE9963-FC5C-46DB-902D-1FEB971CADE6}" destId="{D6AE27B6-E6A7-4C08-A97F-4F2947D9CAAE}" srcOrd="0" destOrd="0" presId="urn:microsoft.com/office/officeart/2005/8/layout/list1"/>
    <dgm:cxn modelId="{77D2F899-441E-48D2-9EC1-BC41AAA28FC5}" type="presOf" srcId="{A4247686-7D24-4AD7-9957-54E762637C80}" destId="{E6892619-2CAF-4459-9B59-DB9019322B9A}" srcOrd="1" destOrd="0" presId="urn:microsoft.com/office/officeart/2005/8/layout/list1"/>
    <dgm:cxn modelId="{920D3DAF-2B69-44C1-AE53-CD99E0A7F857}" type="presOf" srcId="{F410BAEA-A19C-466E-861E-DCD6B5024BC5}" destId="{A1B40227-3E25-4D3B-9161-1B0B47D7BE44}" srcOrd="0" destOrd="0" presId="urn:microsoft.com/office/officeart/2005/8/layout/list1"/>
    <dgm:cxn modelId="{781907B8-B46B-433C-B775-0DAD75825550}" srcId="{8B27CBBE-2B3C-4DF9-96E0-9B7FF528E1C5}" destId="{A3311C7C-16A8-4653-96C1-7573B0048A4D}" srcOrd="4" destOrd="0" parTransId="{0BCF4B4D-9451-4317-8269-C7F355B79813}" sibTransId="{E28C6E41-1ADA-440D-8D22-6B9D7E73E898}"/>
    <dgm:cxn modelId="{3F30D5BC-9D27-4C43-9053-A3EA4F7262E5}" type="presOf" srcId="{A4247686-7D24-4AD7-9957-54E762637C80}" destId="{86C05DD5-9B90-49D0-8263-4311ECB9BD73}" srcOrd="0" destOrd="0" presId="urn:microsoft.com/office/officeart/2005/8/layout/list1"/>
    <dgm:cxn modelId="{7D4124BE-EDAF-42C9-9869-B13DF3243ABC}" srcId="{8B27CBBE-2B3C-4DF9-96E0-9B7FF528E1C5}" destId="{A4247686-7D24-4AD7-9957-54E762637C80}" srcOrd="5" destOrd="0" parTransId="{882C842B-3E82-4359-8F27-F2531D02EED0}" sibTransId="{4A0288A8-A93F-4F59-BB0F-2C67E5CA3C82}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2180B123-7461-498C-86BB-0EFDFC435F1B}" type="presParOf" srcId="{27B5C5EF-A621-43B1-9E5F-F745CF055896}" destId="{EB48462E-E3FE-48BE-BBB1-C1A790D87943}" srcOrd="0" destOrd="0" presId="urn:microsoft.com/office/officeart/2005/8/layout/list1"/>
    <dgm:cxn modelId="{20A7FCD9-0833-4379-ACAB-44A9901D2FC0}" type="presParOf" srcId="{EB48462E-E3FE-48BE-BBB1-C1A790D87943}" destId="{D6AE27B6-E6A7-4C08-A97F-4F2947D9CAAE}" srcOrd="0" destOrd="0" presId="urn:microsoft.com/office/officeart/2005/8/layout/list1"/>
    <dgm:cxn modelId="{C02AD688-B598-4AA2-BFD7-65BFAB4070AB}" type="presParOf" srcId="{EB48462E-E3FE-48BE-BBB1-C1A790D87943}" destId="{730B502E-8E0E-4973-96EB-6DE0A82BE85B}" srcOrd="1" destOrd="0" presId="urn:microsoft.com/office/officeart/2005/8/layout/list1"/>
    <dgm:cxn modelId="{AC48EE2A-A8ED-4566-8802-1C19D3EB79B3}" type="presParOf" srcId="{27B5C5EF-A621-43B1-9E5F-F745CF055896}" destId="{77CFE273-4B73-4C17-A2B2-670ACE9DB204}" srcOrd="1" destOrd="0" presId="urn:microsoft.com/office/officeart/2005/8/layout/list1"/>
    <dgm:cxn modelId="{DD1559C0-FAB5-4804-9CC1-B77F77746F92}" type="presParOf" srcId="{27B5C5EF-A621-43B1-9E5F-F745CF055896}" destId="{02500505-D72A-4025-8FDD-8A46771C3C33}" srcOrd="2" destOrd="0" presId="urn:microsoft.com/office/officeart/2005/8/layout/list1"/>
    <dgm:cxn modelId="{E481887A-654D-4D5E-90F4-D7329223FB38}" type="presParOf" srcId="{27B5C5EF-A621-43B1-9E5F-F745CF055896}" destId="{1E1A0C77-AC71-46C6-BA46-699395727282}" srcOrd="3" destOrd="0" presId="urn:microsoft.com/office/officeart/2005/8/layout/list1"/>
    <dgm:cxn modelId="{B64511C9-FCBB-4BC9-A4E7-3A080E8CE958}" type="presParOf" srcId="{27B5C5EF-A621-43B1-9E5F-F745CF055896}" destId="{9F8B7F90-0388-4858-A626-54712843EFEA}" srcOrd="4" destOrd="0" presId="urn:microsoft.com/office/officeart/2005/8/layout/list1"/>
    <dgm:cxn modelId="{304E6FCF-D9DE-424D-AE20-8DC448B3E49B}" type="presParOf" srcId="{9F8B7F90-0388-4858-A626-54712843EFEA}" destId="{99DC2195-F586-4335-B801-CB07B3AA0473}" srcOrd="0" destOrd="0" presId="urn:microsoft.com/office/officeart/2005/8/layout/list1"/>
    <dgm:cxn modelId="{2AB955BD-7B3E-4720-B384-DFFE528A92F9}" type="presParOf" srcId="{9F8B7F90-0388-4858-A626-54712843EFEA}" destId="{708F6D35-C146-42D4-803E-73FA62B1A492}" srcOrd="1" destOrd="0" presId="urn:microsoft.com/office/officeart/2005/8/layout/list1"/>
    <dgm:cxn modelId="{292100FD-99CA-40F5-9F9B-9FB201D58F89}" type="presParOf" srcId="{27B5C5EF-A621-43B1-9E5F-F745CF055896}" destId="{D5B20C79-6330-4035-9C1C-F80CBECB9E2E}" srcOrd="5" destOrd="0" presId="urn:microsoft.com/office/officeart/2005/8/layout/list1"/>
    <dgm:cxn modelId="{C119A51D-7A4F-4D61-BE1E-D0B5C5111252}" type="presParOf" srcId="{27B5C5EF-A621-43B1-9E5F-F745CF055896}" destId="{31DC9EC9-A1C1-4252-885A-35F7CBACBA85}" srcOrd="6" destOrd="0" presId="urn:microsoft.com/office/officeart/2005/8/layout/list1"/>
    <dgm:cxn modelId="{00E86A85-CF9A-4241-BC0F-CE2655FC5888}" type="presParOf" srcId="{27B5C5EF-A621-43B1-9E5F-F745CF055896}" destId="{91926718-14D3-441E-B83A-7822B0F9E888}" srcOrd="7" destOrd="0" presId="urn:microsoft.com/office/officeart/2005/8/layout/list1"/>
    <dgm:cxn modelId="{64777F7B-9F6B-43EB-844B-98799A299DE2}" type="presParOf" srcId="{27B5C5EF-A621-43B1-9E5F-F745CF055896}" destId="{D2E2C969-1B10-4314-B2AB-A09FD6947ECD}" srcOrd="8" destOrd="0" presId="urn:microsoft.com/office/officeart/2005/8/layout/list1"/>
    <dgm:cxn modelId="{CBF67140-8DA3-410B-9573-0F7776C0A852}" type="presParOf" srcId="{D2E2C969-1B10-4314-B2AB-A09FD6947ECD}" destId="{A1B40227-3E25-4D3B-9161-1B0B47D7BE44}" srcOrd="0" destOrd="0" presId="urn:microsoft.com/office/officeart/2005/8/layout/list1"/>
    <dgm:cxn modelId="{60BD4111-94B7-488A-8C59-66514B4825F2}" type="presParOf" srcId="{D2E2C969-1B10-4314-B2AB-A09FD6947ECD}" destId="{F6A1C5F9-4E54-4604-A535-1D67FB787C6E}" srcOrd="1" destOrd="0" presId="urn:microsoft.com/office/officeart/2005/8/layout/list1"/>
    <dgm:cxn modelId="{ECDCD9A0-F30D-4396-BB5A-23A6D64BBCB2}" type="presParOf" srcId="{27B5C5EF-A621-43B1-9E5F-F745CF055896}" destId="{6789A7BE-0972-4B5F-92C7-4C91F4B5DAF9}" srcOrd="9" destOrd="0" presId="urn:microsoft.com/office/officeart/2005/8/layout/list1"/>
    <dgm:cxn modelId="{876D7FDA-FEF4-4C67-987E-64D27ED7B3E8}" type="presParOf" srcId="{27B5C5EF-A621-43B1-9E5F-F745CF055896}" destId="{C2656F51-7CAB-44AD-974F-F98340DC9760}" srcOrd="10" destOrd="0" presId="urn:microsoft.com/office/officeart/2005/8/layout/list1"/>
    <dgm:cxn modelId="{7544509A-21AD-43EE-BD9C-9CA1F7295C96}" type="presParOf" srcId="{27B5C5EF-A621-43B1-9E5F-F745CF055896}" destId="{16ACFDBB-DC4B-42CF-B5F4-D66230B7CFBB}" srcOrd="11" destOrd="0" presId="urn:microsoft.com/office/officeart/2005/8/layout/list1"/>
    <dgm:cxn modelId="{291C472B-9820-436C-9D26-5C2BE99E3C17}" type="presParOf" srcId="{27B5C5EF-A621-43B1-9E5F-F745CF055896}" destId="{A8C315FE-D977-45CB-8335-B1666F3CBA4F}" srcOrd="12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13" destOrd="0" presId="urn:microsoft.com/office/officeart/2005/8/layout/list1"/>
    <dgm:cxn modelId="{3423F980-4DAF-4752-B2AC-A423716FD695}" type="presParOf" srcId="{27B5C5EF-A621-43B1-9E5F-F745CF055896}" destId="{29D67E7E-6A42-414D-9B9B-0E645D728C18}" srcOrd="14" destOrd="0" presId="urn:microsoft.com/office/officeart/2005/8/layout/list1"/>
    <dgm:cxn modelId="{5B4A46DA-ED08-473F-AE9B-0F3E509AE742}" type="presParOf" srcId="{27B5C5EF-A621-43B1-9E5F-F745CF055896}" destId="{92332D43-8816-4D84-AE79-C3EAFC84FBC8}" srcOrd="15" destOrd="0" presId="urn:microsoft.com/office/officeart/2005/8/layout/list1"/>
    <dgm:cxn modelId="{C5F299F8-7566-41CA-B099-00C27BE95C0A}" type="presParOf" srcId="{27B5C5EF-A621-43B1-9E5F-F745CF055896}" destId="{FDCEB285-12B9-42A6-86DD-55B35C1EAACF}" srcOrd="16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17" destOrd="0" presId="urn:microsoft.com/office/officeart/2005/8/layout/list1"/>
    <dgm:cxn modelId="{62B28229-48F9-4874-952B-AA4483E156FA}" type="presParOf" srcId="{27B5C5EF-A621-43B1-9E5F-F745CF055896}" destId="{26F0A34E-ED2F-4684-85B5-5591642C3C24}" srcOrd="18" destOrd="0" presId="urn:microsoft.com/office/officeart/2005/8/layout/list1"/>
    <dgm:cxn modelId="{2FDF2259-3668-4C9E-9488-91C4EC4BF091}" type="presParOf" srcId="{27B5C5EF-A621-43B1-9E5F-F745CF055896}" destId="{FEA96B9F-841E-418F-B1DD-AEEF6C66C4BC}" srcOrd="19" destOrd="0" presId="urn:microsoft.com/office/officeart/2005/8/layout/list1"/>
    <dgm:cxn modelId="{0705562C-B398-4125-8190-EA6A9EA2B6C5}" type="presParOf" srcId="{27B5C5EF-A621-43B1-9E5F-F745CF055896}" destId="{5D8C6452-BCB3-4760-B006-A7EF9E6AECEC}" srcOrd="20" destOrd="0" presId="urn:microsoft.com/office/officeart/2005/8/layout/list1"/>
    <dgm:cxn modelId="{4DD7C4AF-0D41-4D6A-8EBA-E01B4396BCFB}" type="presParOf" srcId="{5D8C6452-BCB3-4760-B006-A7EF9E6AECEC}" destId="{86C05DD5-9B90-49D0-8263-4311ECB9BD73}" srcOrd="0" destOrd="0" presId="urn:microsoft.com/office/officeart/2005/8/layout/list1"/>
    <dgm:cxn modelId="{85C19A42-05A1-4B94-A118-132142E7228A}" type="presParOf" srcId="{5D8C6452-BCB3-4760-B006-A7EF9E6AECEC}" destId="{E6892619-2CAF-4459-9B59-DB9019322B9A}" srcOrd="1" destOrd="0" presId="urn:microsoft.com/office/officeart/2005/8/layout/list1"/>
    <dgm:cxn modelId="{2F585F2E-2D85-4254-B5A5-FF981A01FE17}" type="presParOf" srcId="{27B5C5EF-A621-43B1-9E5F-F745CF055896}" destId="{2C9DA5A2-9F39-459A-AA85-843BECBCF29C}" srcOrd="21" destOrd="0" presId="urn:microsoft.com/office/officeart/2005/8/layout/list1"/>
    <dgm:cxn modelId="{C449B149-1D06-4EC1-97AF-0191639BDB67}" type="presParOf" srcId="{27B5C5EF-A621-43B1-9E5F-F745CF055896}" destId="{D53BD508-EBAF-4DAF-9211-34315C44EA46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zh-CN" altLang="en-US"/>
        </a:p>
      </dgm:t>
    </dgm:pt>
    <dgm:pt modelId="{78BE9963-FC5C-46DB-902D-1FEB971CADE6}">
      <dgm:prSet phldrT="[文本]" custT="1"/>
      <dgm:spPr/>
      <dgm:t>
        <a:bodyPr/>
        <a:lstStyle/>
        <a:p>
          <a:pPr algn="ctr"/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函数调用过程</a:t>
          </a:r>
        </a:p>
      </dgm:t>
    </dgm:pt>
    <dgm:pt modelId="{970F65A5-48D5-42A5-8F17-D436E4C78F7F}" type="par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00E7413E-5DDF-40B5-A625-AAC9D8CA33CB}" type="sib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BA975364-6B17-458F-A8CD-F453D1D0278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、参数压入栈</a:t>
          </a:r>
        </a:p>
      </dgm:t>
    </dgm:pt>
    <dgm:pt modelId="{F6E5681C-1DE3-416E-9A10-302F8CD9E079}" type="parTrans" cxnId="{F35CFB23-C443-45E7-B76E-B29136FF9F3D}">
      <dgm:prSet/>
      <dgm:spPr/>
      <dgm:t>
        <a:bodyPr/>
        <a:lstStyle/>
        <a:p>
          <a:endParaRPr lang="zh-CN" altLang="en-US"/>
        </a:p>
      </dgm:t>
    </dgm:pt>
    <dgm:pt modelId="{CE10FCB4-2184-4F43-A554-D9B91408E338}" type="sibTrans" cxnId="{F35CFB23-C443-45E7-B76E-B29136FF9F3D}">
      <dgm:prSet/>
      <dgm:spPr/>
      <dgm:t>
        <a:bodyPr/>
        <a:lstStyle/>
        <a:p>
          <a:endParaRPr lang="zh-CN" altLang="en-US"/>
        </a:p>
      </dgm:t>
    </dgm:pt>
    <dgm:pt modelId="{F410BAEA-A19C-466E-861E-DCD6B5024BC5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gm:t>
    </dgm:pt>
    <dgm:pt modelId="{5E3352A1-DBCD-4DA2-AEF5-2525E2BA5CB2}" type="parTrans" cxnId="{80838106-AE1E-4F6A-975C-364C69A006EF}">
      <dgm:prSet/>
      <dgm:spPr/>
      <dgm:t>
        <a:bodyPr/>
        <a:lstStyle/>
        <a:p>
          <a:endParaRPr lang="zh-CN" altLang="en-US"/>
        </a:p>
      </dgm:t>
    </dgm:pt>
    <dgm:pt modelId="{E8962894-809C-4EBA-8C19-1F57F46FFA1C}" type="sibTrans" cxnId="{80838106-AE1E-4F6A-975C-364C69A006EF}">
      <dgm:prSet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ESP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拷贝给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A4247686-7D24-4AD7-9957-54E762637C80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、预留缓冲区</a:t>
          </a:r>
          <a:endParaRPr lang="en-US" altLang="zh-CN" sz="20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82C842B-3E82-4359-8F27-F2531D02EED0}" type="par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4A0288A8-A93F-4F59-BB0F-2C67E5CA3C82}" type="sib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7C3F64BB-CE1D-4E45-939B-506BAA1E1643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6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、其他工作</a:t>
          </a:r>
          <a:endParaRPr lang="en-US" altLang="zh-CN" sz="20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3B36090-4BE0-41FA-8C84-DE43D023C286}" type="parTrans" cxnId="{2CDC5497-000F-48E3-BD2E-A835F0787D2D}">
      <dgm:prSet/>
      <dgm:spPr/>
      <dgm:t>
        <a:bodyPr/>
        <a:lstStyle/>
        <a:p>
          <a:endParaRPr lang="zh-CN" altLang="en-US"/>
        </a:p>
      </dgm:t>
    </dgm:pt>
    <dgm:pt modelId="{EE612371-5556-4DCE-AB99-41ED45EB2658}" type="sibTrans" cxnId="{2CDC5497-000F-48E3-BD2E-A835F0787D2D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EB48462E-E3FE-48BE-BBB1-C1A790D87943}" type="pres">
      <dgm:prSet presAssocID="{78BE9963-FC5C-46DB-902D-1FEB971CADE6}" presName="parentLin" presStyleCnt="0"/>
      <dgm:spPr/>
    </dgm:pt>
    <dgm:pt modelId="{D6AE27B6-E6A7-4C08-A97F-4F2947D9CAAE}" type="pres">
      <dgm:prSet presAssocID="{78BE9963-FC5C-46DB-902D-1FEB971CADE6}" presName="parentLeftMargin" presStyleLbl="node1" presStyleIdx="0" presStyleCnt="7"/>
      <dgm:spPr/>
    </dgm:pt>
    <dgm:pt modelId="{730B502E-8E0E-4973-96EB-6DE0A82BE85B}" type="pres">
      <dgm:prSet presAssocID="{78BE9963-FC5C-46DB-902D-1FEB971CADE6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7CFE273-4B73-4C17-A2B2-670ACE9DB204}" type="pres">
      <dgm:prSet presAssocID="{78BE9963-FC5C-46DB-902D-1FEB971CADE6}" presName="negativeSpace" presStyleCnt="0"/>
      <dgm:spPr/>
    </dgm:pt>
    <dgm:pt modelId="{02500505-D72A-4025-8FDD-8A46771C3C33}" type="pres">
      <dgm:prSet presAssocID="{78BE9963-FC5C-46DB-902D-1FEB971CADE6}" presName="childText" presStyleLbl="conFgAcc1" presStyleIdx="0" presStyleCnt="7">
        <dgm:presLayoutVars>
          <dgm:bulletEnabled val="1"/>
        </dgm:presLayoutVars>
      </dgm:prSet>
      <dgm:spPr/>
    </dgm:pt>
    <dgm:pt modelId="{1E1A0C77-AC71-46C6-BA46-699395727282}" type="pres">
      <dgm:prSet presAssocID="{00E7413E-5DDF-40B5-A625-AAC9D8CA33CB}" presName="spaceBetweenRectangles" presStyleCnt="0"/>
      <dgm:spPr/>
    </dgm:pt>
    <dgm:pt modelId="{9F8B7F90-0388-4858-A626-54712843EFEA}" type="pres">
      <dgm:prSet presAssocID="{BA975364-6B17-458F-A8CD-F453D1D0278D}" presName="parentLin" presStyleCnt="0"/>
      <dgm:spPr/>
    </dgm:pt>
    <dgm:pt modelId="{99DC2195-F586-4335-B801-CB07B3AA0473}" type="pres">
      <dgm:prSet presAssocID="{BA975364-6B17-458F-A8CD-F453D1D0278D}" presName="parentLeftMargin" presStyleLbl="node1" presStyleIdx="0" presStyleCnt="7"/>
      <dgm:spPr/>
    </dgm:pt>
    <dgm:pt modelId="{708F6D35-C146-42D4-803E-73FA62B1A492}" type="pres">
      <dgm:prSet presAssocID="{BA975364-6B17-458F-A8CD-F453D1D0278D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D5B20C79-6330-4035-9C1C-F80CBECB9E2E}" type="pres">
      <dgm:prSet presAssocID="{BA975364-6B17-458F-A8CD-F453D1D0278D}" presName="negativeSpace" presStyleCnt="0"/>
      <dgm:spPr/>
    </dgm:pt>
    <dgm:pt modelId="{31DC9EC9-A1C1-4252-885A-35F7CBACBA85}" type="pres">
      <dgm:prSet presAssocID="{BA975364-6B17-458F-A8CD-F453D1D0278D}" presName="childText" presStyleLbl="conFgAcc1" presStyleIdx="1" presStyleCnt="7">
        <dgm:presLayoutVars>
          <dgm:bulletEnabled val="1"/>
        </dgm:presLayoutVars>
      </dgm:prSet>
      <dgm:spPr/>
    </dgm:pt>
    <dgm:pt modelId="{91926718-14D3-441E-B83A-7822B0F9E888}" type="pres">
      <dgm:prSet presAssocID="{CE10FCB4-2184-4F43-A554-D9B91408E338}" presName="spaceBetweenRectangles" presStyleCnt="0"/>
      <dgm:spPr/>
    </dgm:pt>
    <dgm:pt modelId="{D2E2C969-1B10-4314-B2AB-A09FD6947ECD}" type="pres">
      <dgm:prSet presAssocID="{F410BAEA-A19C-466E-861E-DCD6B5024BC5}" presName="parentLin" presStyleCnt="0"/>
      <dgm:spPr/>
    </dgm:pt>
    <dgm:pt modelId="{A1B40227-3E25-4D3B-9161-1B0B47D7BE44}" type="pres">
      <dgm:prSet presAssocID="{F410BAEA-A19C-466E-861E-DCD6B5024BC5}" presName="parentLeftMargin" presStyleLbl="node1" presStyleIdx="1" presStyleCnt="7"/>
      <dgm:spPr/>
    </dgm:pt>
    <dgm:pt modelId="{F6A1C5F9-4E54-4604-A535-1D67FB787C6E}" type="pres">
      <dgm:prSet presAssocID="{F410BAEA-A19C-466E-861E-DCD6B5024BC5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789A7BE-0972-4B5F-92C7-4C91F4B5DAF9}" type="pres">
      <dgm:prSet presAssocID="{F410BAEA-A19C-466E-861E-DCD6B5024BC5}" presName="negativeSpace" presStyleCnt="0"/>
      <dgm:spPr/>
    </dgm:pt>
    <dgm:pt modelId="{C2656F51-7CAB-44AD-974F-F98340DC9760}" type="pres">
      <dgm:prSet presAssocID="{F410BAEA-A19C-466E-861E-DCD6B5024BC5}" presName="childText" presStyleLbl="conFgAcc1" presStyleIdx="2" presStyleCnt="7">
        <dgm:presLayoutVars>
          <dgm:bulletEnabled val="1"/>
        </dgm:presLayoutVars>
      </dgm:prSet>
      <dgm:spPr/>
    </dgm:pt>
    <dgm:pt modelId="{16ACFDBB-DC4B-42CF-B5F4-D66230B7CFBB}" type="pres">
      <dgm:prSet presAssocID="{E8962894-809C-4EBA-8C19-1F57F46FFA1C}" presName="spaceBetweenRectangles" presStyleCnt="0"/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2" presStyleCnt="7"/>
      <dgm:spPr/>
    </dgm:pt>
    <dgm:pt modelId="{224AE4A0-6A37-4649-ADCA-13A53CF2B5EA}" type="pres">
      <dgm:prSet presAssocID="{55B72F63-54A2-416A-9F4A-42621C03A43D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3" presStyleCnt="7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3" presStyleCnt="7"/>
      <dgm:spPr/>
    </dgm:pt>
    <dgm:pt modelId="{57B4AFD2-DD9B-45E9-ABDF-BA2D42455870}" type="pres">
      <dgm:prSet presAssocID="{A3311C7C-16A8-4653-96C1-7573B0048A4D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4" presStyleCnt="7">
        <dgm:presLayoutVars>
          <dgm:bulletEnabled val="1"/>
        </dgm:presLayoutVars>
      </dgm:prSet>
      <dgm:spPr/>
    </dgm:pt>
    <dgm:pt modelId="{FEA96B9F-841E-418F-B1DD-AEEF6C66C4BC}" type="pres">
      <dgm:prSet presAssocID="{E28C6E41-1ADA-440D-8D22-6B9D7E73E898}" presName="spaceBetweenRectangles" presStyleCnt="0"/>
      <dgm:spPr/>
    </dgm:pt>
    <dgm:pt modelId="{5D8C6452-BCB3-4760-B006-A7EF9E6AECEC}" type="pres">
      <dgm:prSet presAssocID="{A4247686-7D24-4AD7-9957-54E762637C80}" presName="parentLin" presStyleCnt="0"/>
      <dgm:spPr/>
    </dgm:pt>
    <dgm:pt modelId="{86C05DD5-9B90-49D0-8263-4311ECB9BD73}" type="pres">
      <dgm:prSet presAssocID="{A4247686-7D24-4AD7-9957-54E762637C80}" presName="parentLeftMargin" presStyleLbl="node1" presStyleIdx="4" presStyleCnt="7"/>
      <dgm:spPr/>
    </dgm:pt>
    <dgm:pt modelId="{E6892619-2CAF-4459-9B59-DB9019322B9A}" type="pres">
      <dgm:prSet presAssocID="{A4247686-7D24-4AD7-9957-54E762637C80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2C9DA5A2-9F39-459A-AA85-843BECBCF29C}" type="pres">
      <dgm:prSet presAssocID="{A4247686-7D24-4AD7-9957-54E762637C80}" presName="negativeSpace" presStyleCnt="0"/>
      <dgm:spPr/>
    </dgm:pt>
    <dgm:pt modelId="{D53BD508-EBAF-4DAF-9211-34315C44EA46}" type="pres">
      <dgm:prSet presAssocID="{A4247686-7D24-4AD7-9957-54E762637C80}" presName="childText" presStyleLbl="conFgAcc1" presStyleIdx="5" presStyleCnt="7">
        <dgm:presLayoutVars>
          <dgm:bulletEnabled val="1"/>
        </dgm:presLayoutVars>
      </dgm:prSet>
      <dgm:spPr/>
    </dgm:pt>
    <dgm:pt modelId="{4327C63E-3256-4A6D-BE93-399F033DA67C}" type="pres">
      <dgm:prSet presAssocID="{4A0288A8-A93F-4F59-BB0F-2C67E5CA3C82}" presName="spaceBetweenRectangles" presStyleCnt="0"/>
      <dgm:spPr/>
    </dgm:pt>
    <dgm:pt modelId="{9CC7F093-2392-4C32-AA80-59FCC73E6F6F}" type="pres">
      <dgm:prSet presAssocID="{7C3F64BB-CE1D-4E45-939B-506BAA1E1643}" presName="parentLin" presStyleCnt="0"/>
      <dgm:spPr/>
    </dgm:pt>
    <dgm:pt modelId="{CF2D9D9C-C70C-4CB7-97FD-E1D76DBC7A8E}" type="pres">
      <dgm:prSet presAssocID="{7C3F64BB-CE1D-4E45-939B-506BAA1E1643}" presName="parentLeftMargin" presStyleLbl="node1" presStyleIdx="5" presStyleCnt="7"/>
      <dgm:spPr/>
    </dgm:pt>
    <dgm:pt modelId="{930A27AD-47B1-4510-A25C-2ADBBFF6107C}" type="pres">
      <dgm:prSet presAssocID="{7C3F64BB-CE1D-4E45-939B-506BAA1E1643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A9C2E4FA-B3C5-43ED-88B0-0236CCB95558}" type="pres">
      <dgm:prSet presAssocID="{7C3F64BB-CE1D-4E45-939B-506BAA1E1643}" presName="negativeSpace" presStyleCnt="0"/>
      <dgm:spPr/>
    </dgm:pt>
    <dgm:pt modelId="{9E88EDBD-5462-4D66-BB42-4D5DCE3E30AA}" type="pres">
      <dgm:prSet presAssocID="{7C3F64BB-CE1D-4E45-939B-506BAA1E1643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80838106-AE1E-4F6A-975C-364C69A006EF}" srcId="{8B27CBBE-2B3C-4DF9-96E0-9B7FF528E1C5}" destId="{F410BAEA-A19C-466E-861E-DCD6B5024BC5}" srcOrd="2" destOrd="0" parTransId="{5E3352A1-DBCD-4DA2-AEF5-2525E2BA5CB2}" sibTransId="{E8962894-809C-4EBA-8C19-1F57F46FFA1C}"/>
    <dgm:cxn modelId="{7554A306-2032-4D7E-A745-3A3FCDDDABBA}" type="presOf" srcId="{78BE9963-FC5C-46DB-902D-1FEB971CADE6}" destId="{730B502E-8E0E-4973-96EB-6DE0A82BE85B}" srcOrd="1" destOrd="0" presId="urn:microsoft.com/office/officeart/2005/8/layout/list1"/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F35CFB23-C443-45E7-B76E-B29136FF9F3D}" srcId="{8B27CBBE-2B3C-4DF9-96E0-9B7FF528E1C5}" destId="{BA975364-6B17-458F-A8CD-F453D1D0278D}" srcOrd="1" destOrd="0" parTransId="{F6E5681C-1DE3-416E-9A10-302F8CD9E079}" sibTransId="{CE10FCB4-2184-4F43-A554-D9B91408E338}"/>
    <dgm:cxn modelId="{BED5AF2C-B452-4BAA-ACE6-1DE8E6DC9324}" srcId="{8B27CBBE-2B3C-4DF9-96E0-9B7FF528E1C5}" destId="{55B72F63-54A2-416A-9F4A-42621C03A43D}" srcOrd="3" destOrd="0" parTransId="{FFEE04FB-F5C2-4165-A7C2-5D6BAA587982}" sibTransId="{7C795C86-9CD1-4E8D-9307-AFB345A2438E}"/>
    <dgm:cxn modelId="{B1CEB337-601D-4156-9258-9C06C2023985}" type="presOf" srcId="{BA975364-6B17-458F-A8CD-F453D1D0278D}" destId="{99DC2195-F586-4335-B801-CB07B3AA0473}" srcOrd="0" destOrd="0" presId="urn:microsoft.com/office/officeart/2005/8/layout/list1"/>
    <dgm:cxn modelId="{5F407160-49AC-474D-A8A4-568A2B18B0AB}" type="presOf" srcId="{F410BAEA-A19C-466E-861E-DCD6B5024BC5}" destId="{F6A1C5F9-4E54-4604-A535-1D67FB787C6E}" srcOrd="1" destOrd="0" presId="urn:microsoft.com/office/officeart/2005/8/layout/list1"/>
    <dgm:cxn modelId="{B9A1DC49-7390-4008-9020-CDE1B878AAD7}" srcId="{8B27CBBE-2B3C-4DF9-96E0-9B7FF528E1C5}" destId="{78BE9963-FC5C-46DB-902D-1FEB971CADE6}" srcOrd="0" destOrd="0" parTransId="{970F65A5-48D5-42A5-8F17-D436E4C78F7F}" sibTransId="{00E7413E-5DDF-40B5-A625-AAC9D8CA33CB}"/>
    <dgm:cxn modelId="{08977F6C-5068-4B9D-BBEE-1CD971A18C2B}" type="presOf" srcId="{BA975364-6B17-458F-A8CD-F453D1D0278D}" destId="{708F6D35-C146-42D4-803E-73FA62B1A492}" srcOrd="1" destOrd="0" presId="urn:microsoft.com/office/officeart/2005/8/layout/list1"/>
    <dgm:cxn modelId="{23184C95-0376-490E-A7D2-A2CB4C62E653}" type="presOf" srcId="{78BE9963-FC5C-46DB-902D-1FEB971CADE6}" destId="{D6AE27B6-E6A7-4C08-A97F-4F2947D9CAAE}" srcOrd="0" destOrd="0" presId="urn:microsoft.com/office/officeart/2005/8/layout/list1"/>
    <dgm:cxn modelId="{2CDC5497-000F-48E3-BD2E-A835F0787D2D}" srcId="{8B27CBBE-2B3C-4DF9-96E0-9B7FF528E1C5}" destId="{7C3F64BB-CE1D-4E45-939B-506BAA1E1643}" srcOrd="6" destOrd="0" parTransId="{D3B36090-4BE0-41FA-8C84-DE43D023C286}" sibTransId="{EE612371-5556-4DCE-AB99-41ED45EB2658}"/>
    <dgm:cxn modelId="{77D2F899-441E-48D2-9EC1-BC41AAA28FC5}" type="presOf" srcId="{A4247686-7D24-4AD7-9957-54E762637C80}" destId="{E6892619-2CAF-4459-9B59-DB9019322B9A}" srcOrd="1" destOrd="0" presId="urn:microsoft.com/office/officeart/2005/8/layout/list1"/>
    <dgm:cxn modelId="{920D3DAF-2B69-44C1-AE53-CD99E0A7F857}" type="presOf" srcId="{F410BAEA-A19C-466E-861E-DCD6B5024BC5}" destId="{A1B40227-3E25-4D3B-9161-1B0B47D7BE44}" srcOrd="0" destOrd="0" presId="urn:microsoft.com/office/officeart/2005/8/layout/list1"/>
    <dgm:cxn modelId="{781907B8-B46B-433C-B775-0DAD75825550}" srcId="{8B27CBBE-2B3C-4DF9-96E0-9B7FF528E1C5}" destId="{A3311C7C-16A8-4653-96C1-7573B0048A4D}" srcOrd="4" destOrd="0" parTransId="{0BCF4B4D-9451-4317-8269-C7F355B79813}" sibTransId="{E28C6E41-1ADA-440D-8D22-6B9D7E73E898}"/>
    <dgm:cxn modelId="{914A0DBB-5590-440A-A634-BC3904CFF8B4}" type="presOf" srcId="{7C3F64BB-CE1D-4E45-939B-506BAA1E1643}" destId="{CF2D9D9C-C70C-4CB7-97FD-E1D76DBC7A8E}" srcOrd="0" destOrd="0" presId="urn:microsoft.com/office/officeart/2005/8/layout/list1"/>
    <dgm:cxn modelId="{3F30D5BC-9D27-4C43-9053-A3EA4F7262E5}" type="presOf" srcId="{A4247686-7D24-4AD7-9957-54E762637C80}" destId="{86C05DD5-9B90-49D0-8263-4311ECB9BD73}" srcOrd="0" destOrd="0" presId="urn:microsoft.com/office/officeart/2005/8/layout/list1"/>
    <dgm:cxn modelId="{7D4124BE-EDAF-42C9-9869-B13DF3243ABC}" srcId="{8B27CBBE-2B3C-4DF9-96E0-9B7FF528E1C5}" destId="{A4247686-7D24-4AD7-9957-54E762637C80}" srcOrd="5" destOrd="0" parTransId="{882C842B-3E82-4359-8F27-F2531D02EED0}" sibTransId="{4A0288A8-A93F-4F59-BB0F-2C67E5CA3C82}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BB65B3D5-FFB7-4D1E-912B-3854001565A3}" type="presOf" srcId="{7C3F64BB-CE1D-4E45-939B-506BAA1E1643}" destId="{930A27AD-47B1-4510-A25C-2ADBBFF6107C}" srcOrd="1" destOrd="0" presId="urn:microsoft.com/office/officeart/2005/8/layout/list1"/>
    <dgm:cxn modelId="{2180B123-7461-498C-86BB-0EFDFC435F1B}" type="presParOf" srcId="{27B5C5EF-A621-43B1-9E5F-F745CF055896}" destId="{EB48462E-E3FE-48BE-BBB1-C1A790D87943}" srcOrd="0" destOrd="0" presId="urn:microsoft.com/office/officeart/2005/8/layout/list1"/>
    <dgm:cxn modelId="{20A7FCD9-0833-4379-ACAB-44A9901D2FC0}" type="presParOf" srcId="{EB48462E-E3FE-48BE-BBB1-C1A790D87943}" destId="{D6AE27B6-E6A7-4C08-A97F-4F2947D9CAAE}" srcOrd="0" destOrd="0" presId="urn:microsoft.com/office/officeart/2005/8/layout/list1"/>
    <dgm:cxn modelId="{C02AD688-B598-4AA2-BFD7-65BFAB4070AB}" type="presParOf" srcId="{EB48462E-E3FE-48BE-BBB1-C1A790D87943}" destId="{730B502E-8E0E-4973-96EB-6DE0A82BE85B}" srcOrd="1" destOrd="0" presId="urn:microsoft.com/office/officeart/2005/8/layout/list1"/>
    <dgm:cxn modelId="{AC48EE2A-A8ED-4566-8802-1C19D3EB79B3}" type="presParOf" srcId="{27B5C5EF-A621-43B1-9E5F-F745CF055896}" destId="{77CFE273-4B73-4C17-A2B2-670ACE9DB204}" srcOrd="1" destOrd="0" presId="urn:microsoft.com/office/officeart/2005/8/layout/list1"/>
    <dgm:cxn modelId="{DD1559C0-FAB5-4804-9CC1-B77F77746F92}" type="presParOf" srcId="{27B5C5EF-A621-43B1-9E5F-F745CF055896}" destId="{02500505-D72A-4025-8FDD-8A46771C3C33}" srcOrd="2" destOrd="0" presId="urn:microsoft.com/office/officeart/2005/8/layout/list1"/>
    <dgm:cxn modelId="{E481887A-654D-4D5E-90F4-D7329223FB38}" type="presParOf" srcId="{27B5C5EF-A621-43B1-9E5F-F745CF055896}" destId="{1E1A0C77-AC71-46C6-BA46-699395727282}" srcOrd="3" destOrd="0" presId="urn:microsoft.com/office/officeart/2005/8/layout/list1"/>
    <dgm:cxn modelId="{B64511C9-FCBB-4BC9-A4E7-3A080E8CE958}" type="presParOf" srcId="{27B5C5EF-A621-43B1-9E5F-F745CF055896}" destId="{9F8B7F90-0388-4858-A626-54712843EFEA}" srcOrd="4" destOrd="0" presId="urn:microsoft.com/office/officeart/2005/8/layout/list1"/>
    <dgm:cxn modelId="{304E6FCF-D9DE-424D-AE20-8DC448B3E49B}" type="presParOf" srcId="{9F8B7F90-0388-4858-A626-54712843EFEA}" destId="{99DC2195-F586-4335-B801-CB07B3AA0473}" srcOrd="0" destOrd="0" presId="urn:microsoft.com/office/officeart/2005/8/layout/list1"/>
    <dgm:cxn modelId="{2AB955BD-7B3E-4720-B384-DFFE528A92F9}" type="presParOf" srcId="{9F8B7F90-0388-4858-A626-54712843EFEA}" destId="{708F6D35-C146-42D4-803E-73FA62B1A492}" srcOrd="1" destOrd="0" presId="urn:microsoft.com/office/officeart/2005/8/layout/list1"/>
    <dgm:cxn modelId="{292100FD-99CA-40F5-9F9B-9FB201D58F89}" type="presParOf" srcId="{27B5C5EF-A621-43B1-9E5F-F745CF055896}" destId="{D5B20C79-6330-4035-9C1C-F80CBECB9E2E}" srcOrd="5" destOrd="0" presId="urn:microsoft.com/office/officeart/2005/8/layout/list1"/>
    <dgm:cxn modelId="{C119A51D-7A4F-4D61-BE1E-D0B5C5111252}" type="presParOf" srcId="{27B5C5EF-A621-43B1-9E5F-F745CF055896}" destId="{31DC9EC9-A1C1-4252-885A-35F7CBACBA85}" srcOrd="6" destOrd="0" presId="urn:microsoft.com/office/officeart/2005/8/layout/list1"/>
    <dgm:cxn modelId="{00E86A85-CF9A-4241-BC0F-CE2655FC5888}" type="presParOf" srcId="{27B5C5EF-A621-43B1-9E5F-F745CF055896}" destId="{91926718-14D3-441E-B83A-7822B0F9E888}" srcOrd="7" destOrd="0" presId="urn:microsoft.com/office/officeart/2005/8/layout/list1"/>
    <dgm:cxn modelId="{64777F7B-9F6B-43EB-844B-98799A299DE2}" type="presParOf" srcId="{27B5C5EF-A621-43B1-9E5F-F745CF055896}" destId="{D2E2C969-1B10-4314-B2AB-A09FD6947ECD}" srcOrd="8" destOrd="0" presId="urn:microsoft.com/office/officeart/2005/8/layout/list1"/>
    <dgm:cxn modelId="{CBF67140-8DA3-410B-9573-0F7776C0A852}" type="presParOf" srcId="{D2E2C969-1B10-4314-B2AB-A09FD6947ECD}" destId="{A1B40227-3E25-4D3B-9161-1B0B47D7BE44}" srcOrd="0" destOrd="0" presId="urn:microsoft.com/office/officeart/2005/8/layout/list1"/>
    <dgm:cxn modelId="{60BD4111-94B7-488A-8C59-66514B4825F2}" type="presParOf" srcId="{D2E2C969-1B10-4314-B2AB-A09FD6947ECD}" destId="{F6A1C5F9-4E54-4604-A535-1D67FB787C6E}" srcOrd="1" destOrd="0" presId="urn:microsoft.com/office/officeart/2005/8/layout/list1"/>
    <dgm:cxn modelId="{ECDCD9A0-F30D-4396-BB5A-23A6D64BBCB2}" type="presParOf" srcId="{27B5C5EF-A621-43B1-9E5F-F745CF055896}" destId="{6789A7BE-0972-4B5F-92C7-4C91F4B5DAF9}" srcOrd="9" destOrd="0" presId="urn:microsoft.com/office/officeart/2005/8/layout/list1"/>
    <dgm:cxn modelId="{876D7FDA-FEF4-4C67-987E-64D27ED7B3E8}" type="presParOf" srcId="{27B5C5EF-A621-43B1-9E5F-F745CF055896}" destId="{C2656F51-7CAB-44AD-974F-F98340DC9760}" srcOrd="10" destOrd="0" presId="urn:microsoft.com/office/officeart/2005/8/layout/list1"/>
    <dgm:cxn modelId="{7544509A-21AD-43EE-BD9C-9CA1F7295C96}" type="presParOf" srcId="{27B5C5EF-A621-43B1-9E5F-F745CF055896}" destId="{16ACFDBB-DC4B-42CF-B5F4-D66230B7CFBB}" srcOrd="11" destOrd="0" presId="urn:microsoft.com/office/officeart/2005/8/layout/list1"/>
    <dgm:cxn modelId="{291C472B-9820-436C-9D26-5C2BE99E3C17}" type="presParOf" srcId="{27B5C5EF-A621-43B1-9E5F-F745CF055896}" destId="{A8C315FE-D977-45CB-8335-B1666F3CBA4F}" srcOrd="12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13" destOrd="0" presId="urn:microsoft.com/office/officeart/2005/8/layout/list1"/>
    <dgm:cxn modelId="{3423F980-4DAF-4752-B2AC-A423716FD695}" type="presParOf" srcId="{27B5C5EF-A621-43B1-9E5F-F745CF055896}" destId="{29D67E7E-6A42-414D-9B9B-0E645D728C18}" srcOrd="14" destOrd="0" presId="urn:microsoft.com/office/officeart/2005/8/layout/list1"/>
    <dgm:cxn modelId="{5B4A46DA-ED08-473F-AE9B-0F3E509AE742}" type="presParOf" srcId="{27B5C5EF-A621-43B1-9E5F-F745CF055896}" destId="{92332D43-8816-4D84-AE79-C3EAFC84FBC8}" srcOrd="15" destOrd="0" presId="urn:microsoft.com/office/officeart/2005/8/layout/list1"/>
    <dgm:cxn modelId="{C5F299F8-7566-41CA-B099-00C27BE95C0A}" type="presParOf" srcId="{27B5C5EF-A621-43B1-9E5F-F745CF055896}" destId="{FDCEB285-12B9-42A6-86DD-55B35C1EAACF}" srcOrd="16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17" destOrd="0" presId="urn:microsoft.com/office/officeart/2005/8/layout/list1"/>
    <dgm:cxn modelId="{62B28229-48F9-4874-952B-AA4483E156FA}" type="presParOf" srcId="{27B5C5EF-A621-43B1-9E5F-F745CF055896}" destId="{26F0A34E-ED2F-4684-85B5-5591642C3C24}" srcOrd="18" destOrd="0" presId="urn:microsoft.com/office/officeart/2005/8/layout/list1"/>
    <dgm:cxn modelId="{2FDF2259-3668-4C9E-9488-91C4EC4BF091}" type="presParOf" srcId="{27B5C5EF-A621-43B1-9E5F-F745CF055896}" destId="{FEA96B9F-841E-418F-B1DD-AEEF6C66C4BC}" srcOrd="19" destOrd="0" presId="urn:microsoft.com/office/officeart/2005/8/layout/list1"/>
    <dgm:cxn modelId="{0705562C-B398-4125-8190-EA6A9EA2B6C5}" type="presParOf" srcId="{27B5C5EF-A621-43B1-9E5F-F745CF055896}" destId="{5D8C6452-BCB3-4760-B006-A7EF9E6AECEC}" srcOrd="20" destOrd="0" presId="urn:microsoft.com/office/officeart/2005/8/layout/list1"/>
    <dgm:cxn modelId="{4DD7C4AF-0D41-4D6A-8EBA-E01B4396BCFB}" type="presParOf" srcId="{5D8C6452-BCB3-4760-B006-A7EF9E6AECEC}" destId="{86C05DD5-9B90-49D0-8263-4311ECB9BD73}" srcOrd="0" destOrd="0" presId="urn:microsoft.com/office/officeart/2005/8/layout/list1"/>
    <dgm:cxn modelId="{85C19A42-05A1-4B94-A118-132142E7228A}" type="presParOf" srcId="{5D8C6452-BCB3-4760-B006-A7EF9E6AECEC}" destId="{E6892619-2CAF-4459-9B59-DB9019322B9A}" srcOrd="1" destOrd="0" presId="urn:microsoft.com/office/officeart/2005/8/layout/list1"/>
    <dgm:cxn modelId="{2F585F2E-2D85-4254-B5A5-FF981A01FE17}" type="presParOf" srcId="{27B5C5EF-A621-43B1-9E5F-F745CF055896}" destId="{2C9DA5A2-9F39-459A-AA85-843BECBCF29C}" srcOrd="21" destOrd="0" presId="urn:microsoft.com/office/officeart/2005/8/layout/list1"/>
    <dgm:cxn modelId="{C449B149-1D06-4EC1-97AF-0191639BDB67}" type="presParOf" srcId="{27B5C5EF-A621-43B1-9E5F-F745CF055896}" destId="{D53BD508-EBAF-4DAF-9211-34315C44EA46}" srcOrd="22" destOrd="0" presId="urn:microsoft.com/office/officeart/2005/8/layout/list1"/>
    <dgm:cxn modelId="{2AEEB2C1-D4E3-419B-A831-1048DCE78703}" type="presParOf" srcId="{27B5C5EF-A621-43B1-9E5F-F745CF055896}" destId="{4327C63E-3256-4A6D-BE93-399F033DA67C}" srcOrd="23" destOrd="0" presId="urn:microsoft.com/office/officeart/2005/8/layout/list1"/>
    <dgm:cxn modelId="{00B25326-5011-436F-865B-B26556B30483}" type="presParOf" srcId="{27B5C5EF-A621-43B1-9E5F-F745CF055896}" destId="{9CC7F093-2392-4C32-AA80-59FCC73E6F6F}" srcOrd="24" destOrd="0" presId="urn:microsoft.com/office/officeart/2005/8/layout/list1"/>
    <dgm:cxn modelId="{016BC685-1648-4944-9D35-F706CB65416E}" type="presParOf" srcId="{9CC7F093-2392-4C32-AA80-59FCC73E6F6F}" destId="{CF2D9D9C-C70C-4CB7-97FD-E1D76DBC7A8E}" srcOrd="0" destOrd="0" presId="urn:microsoft.com/office/officeart/2005/8/layout/list1"/>
    <dgm:cxn modelId="{5C10A039-3906-4D78-9E0F-2B6D46609DC8}" type="presParOf" srcId="{9CC7F093-2392-4C32-AA80-59FCC73E6F6F}" destId="{930A27AD-47B1-4510-A25C-2ADBBFF6107C}" srcOrd="1" destOrd="0" presId="urn:microsoft.com/office/officeart/2005/8/layout/list1"/>
    <dgm:cxn modelId="{4385F115-06F7-4E22-A31E-4FC6FC8ED5F0}" type="presParOf" srcId="{27B5C5EF-A621-43B1-9E5F-F745CF055896}" destId="{A9C2E4FA-B3C5-43ED-88B0-0236CCB95558}" srcOrd="25" destOrd="0" presId="urn:microsoft.com/office/officeart/2005/8/layout/list1"/>
    <dgm:cxn modelId="{EC900147-BACA-49C8-B65E-A4C34D311408}" type="presParOf" srcId="{27B5C5EF-A621-43B1-9E5F-F745CF055896}" destId="{9E88EDBD-5462-4D66-BB42-4D5DCE3E30AA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zh-CN" altLang="en-US"/>
        </a:p>
      </dgm:t>
    </dgm:pt>
    <dgm:pt modelId="{78BE9963-FC5C-46DB-902D-1FEB971CADE6}">
      <dgm:prSet phldrT="[文本]" custT="1"/>
      <dgm:spPr/>
      <dgm:t>
        <a:bodyPr/>
        <a:lstStyle/>
        <a:p>
          <a:pPr algn="ctr"/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函数返回过程</a:t>
          </a:r>
        </a:p>
      </dgm:t>
    </dgm:pt>
    <dgm:pt modelId="{970F65A5-48D5-42A5-8F17-D436E4C78F7F}" type="par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00E7413E-5DDF-40B5-A625-AAC9D8CA33CB}" type="sib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BA975364-6B17-458F-A8CD-F453D1D0278D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弹出恢复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  <a:endParaRPr lang="zh-CN" altLang="en-US" sz="20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6E5681C-1DE3-416E-9A10-302F8CD9E079}" type="parTrans" cxnId="{F35CFB23-C443-45E7-B76E-B29136FF9F3D}">
      <dgm:prSet/>
      <dgm:spPr/>
      <dgm:t>
        <a:bodyPr/>
        <a:lstStyle/>
        <a:p>
          <a:endParaRPr lang="zh-CN" altLang="en-US"/>
        </a:p>
      </dgm:t>
    </dgm:pt>
    <dgm:pt modelId="{CE10FCB4-2184-4F43-A554-D9B91408E338}" type="sibTrans" cxnId="{F35CFB23-C443-45E7-B76E-B29136FF9F3D}">
      <dgm:prSet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弹出恢复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endParaRPr lang="zh-CN" altLang="en-US" sz="20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843C204A-CACD-47ED-AC04-8CE319B5D080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执行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指向的指令</a:t>
          </a:r>
          <a:endParaRPr lang="en-US" altLang="zh-CN" sz="20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A7B520D-F8FB-4DCC-9AE2-C80B3C74A419}" type="parTrans" cxnId="{16C68987-1FAD-4C4D-837C-CB4A90800B08}">
      <dgm:prSet/>
      <dgm:spPr/>
      <dgm:t>
        <a:bodyPr/>
        <a:lstStyle/>
        <a:p>
          <a:endParaRPr lang="zh-CN" altLang="en-US"/>
        </a:p>
      </dgm:t>
    </dgm:pt>
    <dgm:pt modelId="{1AB19436-38ED-42CE-A9A0-F35E8FD677A0}" type="sibTrans" cxnId="{16C68987-1FAD-4C4D-837C-CB4A90800B08}">
      <dgm:prSet/>
      <dgm:spPr/>
      <dgm:t>
        <a:bodyPr/>
        <a:lstStyle/>
        <a:p>
          <a:endParaRPr lang="zh-CN" altLang="en-US"/>
        </a:p>
      </dgm:t>
    </dgm:pt>
    <dgm:pt modelId="{5D5DC936-9E4E-4CFA-A672-F355E38C01C8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弹出通用寄存器</a:t>
          </a:r>
        </a:p>
      </dgm:t>
    </dgm:pt>
    <dgm:pt modelId="{8E8B266B-4D50-430C-B595-F7CB91451FA6}" type="parTrans" cxnId="{A7413736-CA9E-4C58-B75D-A872EE869A95}">
      <dgm:prSet/>
      <dgm:spPr/>
      <dgm:t>
        <a:bodyPr/>
        <a:lstStyle/>
        <a:p>
          <a:endParaRPr lang="zh-CN" altLang="en-US"/>
        </a:p>
      </dgm:t>
    </dgm:pt>
    <dgm:pt modelId="{1188942A-5EAB-4785-9063-6AE391A49788}" type="sibTrans" cxnId="{A7413736-CA9E-4C58-B75D-A872EE869A95}">
      <dgm:prSet/>
      <dgm:spPr/>
      <dgm:t>
        <a:bodyPr/>
        <a:lstStyle/>
        <a:p>
          <a:endParaRPr lang="zh-CN" altLang="en-US"/>
        </a:p>
      </dgm:t>
    </dgm:pt>
    <dgm:pt modelId="{C9F080B4-236F-4A33-A9C5-39631BDEC67F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释放缓冲区</a:t>
          </a:r>
        </a:p>
      </dgm:t>
    </dgm:pt>
    <dgm:pt modelId="{B3BB5F78-609B-4A68-850C-58BAC5C06C48}" type="parTrans" cxnId="{DCFFAB9D-279B-404A-B163-F728EE0432F9}">
      <dgm:prSet/>
      <dgm:spPr/>
      <dgm:t>
        <a:bodyPr/>
        <a:lstStyle/>
        <a:p>
          <a:endParaRPr lang="zh-CN" altLang="en-US"/>
        </a:p>
      </dgm:t>
    </dgm:pt>
    <dgm:pt modelId="{E3AC69DF-4FEF-4934-B54E-2BA7BA4F9645}" type="sibTrans" cxnId="{DCFFAB9D-279B-404A-B163-F728EE0432F9}">
      <dgm:prSet/>
      <dgm:spPr/>
      <dgm:t>
        <a:bodyPr/>
        <a:lstStyle/>
        <a:p>
          <a:endParaRPr lang="zh-CN" altLang="en-US"/>
        </a:p>
      </dgm:t>
    </dgm:pt>
    <dgm:pt modelId="{47698478-EED2-4C73-82DE-409C65DD5F85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弹出参数</a:t>
          </a:r>
        </a:p>
      </dgm:t>
    </dgm:pt>
    <dgm:pt modelId="{6DD28C65-39C4-48C3-B857-49861C8FC744}" type="parTrans" cxnId="{5564C392-C00F-44DC-9666-59B76BAF6EE9}">
      <dgm:prSet/>
      <dgm:spPr/>
      <dgm:t>
        <a:bodyPr/>
        <a:lstStyle/>
        <a:p>
          <a:endParaRPr lang="zh-CN" altLang="en-US"/>
        </a:p>
      </dgm:t>
    </dgm:pt>
    <dgm:pt modelId="{A190241C-4450-4E83-A3C5-6F4E18597615}" type="sibTrans" cxnId="{5564C392-C00F-44DC-9666-59B76BAF6EE9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EB48462E-E3FE-48BE-BBB1-C1A790D87943}" type="pres">
      <dgm:prSet presAssocID="{78BE9963-FC5C-46DB-902D-1FEB971CADE6}" presName="parentLin" presStyleCnt="0"/>
      <dgm:spPr/>
    </dgm:pt>
    <dgm:pt modelId="{D6AE27B6-E6A7-4C08-A97F-4F2947D9CAAE}" type="pres">
      <dgm:prSet presAssocID="{78BE9963-FC5C-46DB-902D-1FEB971CADE6}" presName="parentLeftMargin" presStyleLbl="node1" presStyleIdx="0" presStyleCnt="7"/>
      <dgm:spPr/>
    </dgm:pt>
    <dgm:pt modelId="{730B502E-8E0E-4973-96EB-6DE0A82BE85B}" type="pres">
      <dgm:prSet presAssocID="{78BE9963-FC5C-46DB-902D-1FEB971CADE6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77CFE273-4B73-4C17-A2B2-670ACE9DB204}" type="pres">
      <dgm:prSet presAssocID="{78BE9963-FC5C-46DB-902D-1FEB971CADE6}" presName="negativeSpace" presStyleCnt="0"/>
      <dgm:spPr/>
    </dgm:pt>
    <dgm:pt modelId="{02500505-D72A-4025-8FDD-8A46771C3C33}" type="pres">
      <dgm:prSet presAssocID="{78BE9963-FC5C-46DB-902D-1FEB971CADE6}" presName="childText" presStyleLbl="conFgAcc1" presStyleIdx="0" presStyleCnt="7">
        <dgm:presLayoutVars>
          <dgm:bulletEnabled val="1"/>
        </dgm:presLayoutVars>
      </dgm:prSet>
      <dgm:spPr/>
    </dgm:pt>
    <dgm:pt modelId="{1E1A0C77-AC71-46C6-BA46-699395727282}" type="pres">
      <dgm:prSet presAssocID="{00E7413E-5DDF-40B5-A625-AAC9D8CA33CB}" presName="spaceBetweenRectangles" presStyleCnt="0"/>
      <dgm:spPr/>
    </dgm:pt>
    <dgm:pt modelId="{A5EE261A-5F2C-40E6-BAF2-DBE589D53BC8}" type="pres">
      <dgm:prSet presAssocID="{5D5DC936-9E4E-4CFA-A672-F355E38C01C8}" presName="parentLin" presStyleCnt="0"/>
      <dgm:spPr/>
    </dgm:pt>
    <dgm:pt modelId="{246815A6-36C8-4EA5-A65C-5280270B220A}" type="pres">
      <dgm:prSet presAssocID="{5D5DC936-9E4E-4CFA-A672-F355E38C01C8}" presName="parentLeftMargin" presStyleLbl="node1" presStyleIdx="0" presStyleCnt="7"/>
      <dgm:spPr/>
    </dgm:pt>
    <dgm:pt modelId="{19CB7CC1-74E1-4AAE-9B3D-9C78048CE326}" type="pres">
      <dgm:prSet presAssocID="{5D5DC936-9E4E-4CFA-A672-F355E38C01C8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C89AEEB4-47DB-4779-A7B4-F7193429887D}" type="pres">
      <dgm:prSet presAssocID="{5D5DC936-9E4E-4CFA-A672-F355E38C01C8}" presName="negativeSpace" presStyleCnt="0"/>
      <dgm:spPr/>
    </dgm:pt>
    <dgm:pt modelId="{EBB8AE18-3C25-4F53-81D6-A2B9AC70DC95}" type="pres">
      <dgm:prSet presAssocID="{5D5DC936-9E4E-4CFA-A672-F355E38C01C8}" presName="childText" presStyleLbl="conFgAcc1" presStyleIdx="1" presStyleCnt="7">
        <dgm:presLayoutVars>
          <dgm:bulletEnabled val="1"/>
        </dgm:presLayoutVars>
      </dgm:prSet>
      <dgm:spPr/>
    </dgm:pt>
    <dgm:pt modelId="{EFF265C8-DB25-4FCB-B238-2926ED3CBD53}" type="pres">
      <dgm:prSet presAssocID="{1188942A-5EAB-4785-9063-6AE391A49788}" presName="spaceBetweenRectangles" presStyleCnt="0"/>
      <dgm:spPr/>
    </dgm:pt>
    <dgm:pt modelId="{B725E30F-9BB7-4B72-AEF8-96393F847BDE}" type="pres">
      <dgm:prSet presAssocID="{C9F080B4-236F-4A33-A9C5-39631BDEC67F}" presName="parentLin" presStyleCnt="0"/>
      <dgm:spPr/>
    </dgm:pt>
    <dgm:pt modelId="{BAD95A99-4C68-4B5A-B545-84D94C66E60F}" type="pres">
      <dgm:prSet presAssocID="{C9F080B4-236F-4A33-A9C5-39631BDEC67F}" presName="parentLeftMargin" presStyleLbl="node1" presStyleIdx="1" presStyleCnt="7"/>
      <dgm:spPr/>
    </dgm:pt>
    <dgm:pt modelId="{C53B8809-E4A5-4ED8-A703-8A2C0A39A2BE}" type="pres">
      <dgm:prSet presAssocID="{C9F080B4-236F-4A33-A9C5-39631BDEC67F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1F9B8E3D-B0E6-437D-9AEC-7CF523DFB582}" type="pres">
      <dgm:prSet presAssocID="{C9F080B4-236F-4A33-A9C5-39631BDEC67F}" presName="negativeSpace" presStyleCnt="0"/>
      <dgm:spPr/>
    </dgm:pt>
    <dgm:pt modelId="{A7945D03-F731-48A2-A54D-073A7A214021}" type="pres">
      <dgm:prSet presAssocID="{C9F080B4-236F-4A33-A9C5-39631BDEC67F}" presName="childText" presStyleLbl="conFgAcc1" presStyleIdx="2" presStyleCnt="7">
        <dgm:presLayoutVars>
          <dgm:bulletEnabled val="1"/>
        </dgm:presLayoutVars>
      </dgm:prSet>
      <dgm:spPr/>
    </dgm:pt>
    <dgm:pt modelId="{8EA7C481-EFCE-42B7-8069-7327A64384FB}" type="pres">
      <dgm:prSet presAssocID="{E3AC69DF-4FEF-4934-B54E-2BA7BA4F9645}" presName="spaceBetweenRectangles" presStyleCnt="0"/>
      <dgm:spPr/>
    </dgm:pt>
    <dgm:pt modelId="{9F8B7F90-0388-4858-A626-54712843EFEA}" type="pres">
      <dgm:prSet presAssocID="{BA975364-6B17-458F-A8CD-F453D1D0278D}" presName="parentLin" presStyleCnt="0"/>
      <dgm:spPr/>
    </dgm:pt>
    <dgm:pt modelId="{99DC2195-F586-4335-B801-CB07B3AA0473}" type="pres">
      <dgm:prSet presAssocID="{BA975364-6B17-458F-A8CD-F453D1D0278D}" presName="parentLeftMargin" presStyleLbl="node1" presStyleIdx="2" presStyleCnt="7"/>
      <dgm:spPr/>
    </dgm:pt>
    <dgm:pt modelId="{708F6D35-C146-42D4-803E-73FA62B1A492}" type="pres">
      <dgm:prSet presAssocID="{BA975364-6B17-458F-A8CD-F453D1D0278D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D5B20C79-6330-4035-9C1C-F80CBECB9E2E}" type="pres">
      <dgm:prSet presAssocID="{BA975364-6B17-458F-A8CD-F453D1D0278D}" presName="negativeSpace" presStyleCnt="0"/>
      <dgm:spPr/>
    </dgm:pt>
    <dgm:pt modelId="{31DC9EC9-A1C1-4252-885A-35F7CBACBA85}" type="pres">
      <dgm:prSet presAssocID="{BA975364-6B17-458F-A8CD-F453D1D0278D}" presName="childText" presStyleLbl="conFgAcc1" presStyleIdx="3" presStyleCnt="7">
        <dgm:presLayoutVars>
          <dgm:bulletEnabled val="1"/>
        </dgm:presLayoutVars>
      </dgm:prSet>
      <dgm:spPr/>
    </dgm:pt>
    <dgm:pt modelId="{91926718-14D3-441E-B83A-7822B0F9E888}" type="pres">
      <dgm:prSet presAssocID="{CE10FCB4-2184-4F43-A554-D9B91408E338}" presName="spaceBetweenRectangles" presStyleCnt="0"/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3" presStyleCnt="7"/>
      <dgm:spPr/>
    </dgm:pt>
    <dgm:pt modelId="{224AE4A0-6A37-4649-ADCA-13A53CF2B5EA}" type="pres">
      <dgm:prSet presAssocID="{55B72F63-54A2-416A-9F4A-42621C03A43D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4" presStyleCnt="7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928D48DC-DFC1-4CCA-8EA9-8BC6B5B76E6C}" type="pres">
      <dgm:prSet presAssocID="{47698478-EED2-4C73-82DE-409C65DD5F85}" presName="parentLin" presStyleCnt="0"/>
      <dgm:spPr/>
    </dgm:pt>
    <dgm:pt modelId="{DF589FCF-A0A8-4072-B52A-44799BFEC230}" type="pres">
      <dgm:prSet presAssocID="{47698478-EED2-4C73-82DE-409C65DD5F85}" presName="parentLeftMargin" presStyleLbl="node1" presStyleIdx="4" presStyleCnt="7"/>
      <dgm:spPr/>
    </dgm:pt>
    <dgm:pt modelId="{7E2A03A1-89F2-4255-9660-A1A6F9A3FD5A}" type="pres">
      <dgm:prSet presAssocID="{47698478-EED2-4C73-82DE-409C65DD5F85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2A3E5E7F-0281-4212-97E8-F495AC82E5DC}" type="pres">
      <dgm:prSet presAssocID="{47698478-EED2-4C73-82DE-409C65DD5F85}" presName="negativeSpace" presStyleCnt="0"/>
      <dgm:spPr/>
    </dgm:pt>
    <dgm:pt modelId="{17521BB4-D4C1-4928-ACBB-CC8342A1D4AF}" type="pres">
      <dgm:prSet presAssocID="{47698478-EED2-4C73-82DE-409C65DD5F85}" presName="childText" presStyleLbl="conFgAcc1" presStyleIdx="5" presStyleCnt="7">
        <dgm:presLayoutVars>
          <dgm:bulletEnabled val="1"/>
        </dgm:presLayoutVars>
      </dgm:prSet>
      <dgm:spPr/>
    </dgm:pt>
    <dgm:pt modelId="{14F0ECCD-3539-4C92-804E-F304034866FD}" type="pres">
      <dgm:prSet presAssocID="{A190241C-4450-4E83-A3C5-6F4E18597615}" presName="spaceBetweenRectangles" presStyleCnt="0"/>
      <dgm:spPr/>
    </dgm:pt>
    <dgm:pt modelId="{3A2E6404-6BBA-4F19-989A-38BBBBE3E05F}" type="pres">
      <dgm:prSet presAssocID="{843C204A-CACD-47ED-AC04-8CE319B5D080}" presName="parentLin" presStyleCnt="0"/>
      <dgm:spPr/>
    </dgm:pt>
    <dgm:pt modelId="{02134DB8-1B93-4E39-8332-2A6428BF8638}" type="pres">
      <dgm:prSet presAssocID="{843C204A-CACD-47ED-AC04-8CE319B5D080}" presName="parentLeftMargin" presStyleLbl="node1" presStyleIdx="5" presStyleCnt="7"/>
      <dgm:spPr/>
    </dgm:pt>
    <dgm:pt modelId="{264DF712-5FE6-4B02-9DB8-08D37BF58B5E}" type="pres">
      <dgm:prSet presAssocID="{843C204A-CACD-47ED-AC04-8CE319B5D080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D18650DD-21E4-4E6A-AC52-3FBA9D193B57}" type="pres">
      <dgm:prSet presAssocID="{843C204A-CACD-47ED-AC04-8CE319B5D080}" presName="negativeSpace" presStyleCnt="0"/>
      <dgm:spPr/>
    </dgm:pt>
    <dgm:pt modelId="{BFB598DD-DC2B-4105-AD6B-F72F52D8FD8B}" type="pres">
      <dgm:prSet presAssocID="{843C204A-CACD-47ED-AC04-8CE319B5D080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AD2C1B22-3D33-4C60-BF35-D4806A86BBD4}" type="presOf" srcId="{55B72F63-54A2-416A-9F4A-42621C03A43D}" destId="{224AE4A0-6A37-4649-ADCA-13A53CF2B5EA}" srcOrd="1" destOrd="0" presId="urn:microsoft.com/office/officeart/2005/8/layout/list1"/>
    <dgm:cxn modelId="{F35CFB23-C443-45E7-B76E-B29136FF9F3D}" srcId="{8B27CBBE-2B3C-4DF9-96E0-9B7FF528E1C5}" destId="{BA975364-6B17-458F-A8CD-F453D1D0278D}" srcOrd="3" destOrd="0" parTransId="{F6E5681C-1DE3-416E-9A10-302F8CD9E079}" sibTransId="{CE10FCB4-2184-4F43-A554-D9B91408E338}"/>
    <dgm:cxn modelId="{BED5AF2C-B452-4BAA-ACE6-1DE8E6DC9324}" srcId="{8B27CBBE-2B3C-4DF9-96E0-9B7FF528E1C5}" destId="{55B72F63-54A2-416A-9F4A-42621C03A43D}" srcOrd="4" destOrd="0" parTransId="{FFEE04FB-F5C2-4165-A7C2-5D6BAA587982}" sibTransId="{7C795C86-9CD1-4E8D-9307-AFB345A2438E}"/>
    <dgm:cxn modelId="{A7413736-CA9E-4C58-B75D-A872EE869A95}" srcId="{8B27CBBE-2B3C-4DF9-96E0-9B7FF528E1C5}" destId="{5D5DC936-9E4E-4CFA-A672-F355E38C01C8}" srcOrd="1" destOrd="0" parTransId="{8E8B266B-4D50-430C-B595-F7CB91451FA6}" sibTransId="{1188942A-5EAB-4785-9063-6AE391A49788}"/>
    <dgm:cxn modelId="{59990D5B-2C1C-46D2-875C-6FDD4FBA1AE7}" type="presOf" srcId="{55B72F63-54A2-416A-9F4A-42621C03A43D}" destId="{041FAF5D-FEAA-4730-BC94-1BF435A0AB9E}" srcOrd="0" destOrd="0" presId="urn:microsoft.com/office/officeart/2005/8/layout/list1"/>
    <dgm:cxn modelId="{0FF5E05F-55C9-4927-A68D-57695779E3EF}" type="presOf" srcId="{5D5DC936-9E4E-4CFA-A672-F355E38C01C8}" destId="{246815A6-36C8-4EA5-A65C-5280270B220A}" srcOrd="0" destOrd="0" presId="urn:microsoft.com/office/officeart/2005/8/layout/list1"/>
    <dgm:cxn modelId="{4C50E241-9D19-4765-B9EF-A7B7D684132F}" type="presOf" srcId="{843C204A-CACD-47ED-AC04-8CE319B5D080}" destId="{264DF712-5FE6-4B02-9DB8-08D37BF58B5E}" srcOrd="1" destOrd="0" presId="urn:microsoft.com/office/officeart/2005/8/layout/list1"/>
    <dgm:cxn modelId="{503C0D62-67B6-4376-95EA-2AC61B0164C2}" type="presOf" srcId="{BA975364-6B17-458F-A8CD-F453D1D0278D}" destId="{99DC2195-F586-4335-B801-CB07B3AA0473}" srcOrd="0" destOrd="0" presId="urn:microsoft.com/office/officeart/2005/8/layout/list1"/>
    <dgm:cxn modelId="{B9A1DC49-7390-4008-9020-CDE1B878AAD7}" srcId="{8B27CBBE-2B3C-4DF9-96E0-9B7FF528E1C5}" destId="{78BE9963-FC5C-46DB-902D-1FEB971CADE6}" srcOrd="0" destOrd="0" parTransId="{970F65A5-48D5-42A5-8F17-D436E4C78F7F}" sibTransId="{00E7413E-5DDF-40B5-A625-AAC9D8CA33CB}"/>
    <dgm:cxn modelId="{02EFC64B-2966-4D41-8902-0E30B1DBB709}" type="presOf" srcId="{78BE9963-FC5C-46DB-902D-1FEB971CADE6}" destId="{D6AE27B6-E6A7-4C08-A97F-4F2947D9CAAE}" srcOrd="0" destOrd="0" presId="urn:microsoft.com/office/officeart/2005/8/layout/list1"/>
    <dgm:cxn modelId="{484ACE4B-6AF7-4172-966F-0770EF2D11EC}" type="presOf" srcId="{BA975364-6B17-458F-A8CD-F453D1D0278D}" destId="{708F6D35-C146-42D4-803E-73FA62B1A492}" srcOrd="1" destOrd="0" presId="urn:microsoft.com/office/officeart/2005/8/layout/list1"/>
    <dgm:cxn modelId="{6EFC0F51-24DB-4067-A5A2-303F8EC07EDF}" type="presOf" srcId="{47698478-EED2-4C73-82DE-409C65DD5F85}" destId="{7E2A03A1-89F2-4255-9660-A1A6F9A3FD5A}" srcOrd="1" destOrd="0" presId="urn:microsoft.com/office/officeart/2005/8/layout/list1"/>
    <dgm:cxn modelId="{8A3F5678-2F5F-4500-8545-05AB9535F666}" type="presOf" srcId="{8B27CBBE-2B3C-4DF9-96E0-9B7FF528E1C5}" destId="{27B5C5EF-A621-43B1-9E5F-F745CF055896}" srcOrd="0" destOrd="0" presId="urn:microsoft.com/office/officeart/2005/8/layout/list1"/>
    <dgm:cxn modelId="{16C68987-1FAD-4C4D-837C-CB4A90800B08}" srcId="{8B27CBBE-2B3C-4DF9-96E0-9B7FF528E1C5}" destId="{843C204A-CACD-47ED-AC04-8CE319B5D080}" srcOrd="6" destOrd="0" parTransId="{8A7B520D-F8FB-4DCC-9AE2-C80B3C74A419}" sibTransId="{1AB19436-38ED-42CE-A9A0-F35E8FD677A0}"/>
    <dgm:cxn modelId="{5564C392-C00F-44DC-9666-59B76BAF6EE9}" srcId="{8B27CBBE-2B3C-4DF9-96E0-9B7FF528E1C5}" destId="{47698478-EED2-4C73-82DE-409C65DD5F85}" srcOrd="5" destOrd="0" parTransId="{6DD28C65-39C4-48C3-B857-49861C8FC744}" sibTransId="{A190241C-4450-4E83-A3C5-6F4E18597615}"/>
    <dgm:cxn modelId="{DCFFAB9D-279B-404A-B163-F728EE0432F9}" srcId="{8B27CBBE-2B3C-4DF9-96E0-9B7FF528E1C5}" destId="{C9F080B4-236F-4A33-A9C5-39631BDEC67F}" srcOrd="2" destOrd="0" parTransId="{B3BB5F78-609B-4A68-850C-58BAC5C06C48}" sibTransId="{E3AC69DF-4FEF-4934-B54E-2BA7BA4F9645}"/>
    <dgm:cxn modelId="{9EF4B8C3-6549-4103-A3B0-5DA3BB640A55}" type="presOf" srcId="{47698478-EED2-4C73-82DE-409C65DD5F85}" destId="{DF589FCF-A0A8-4072-B52A-44799BFEC230}" srcOrd="0" destOrd="0" presId="urn:microsoft.com/office/officeart/2005/8/layout/list1"/>
    <dgm:cxn modelId="{67D9F5C4-8966-42B9-9519-EC657587A6F1}" type="presOf" srcId="{843C204A-CACD-47ED-AC04-8CE319B5D080}" destId="{02134DB8-1B93-4E39-8332-2A6428BF8638}" srcOrd="0" destOrd="0" presId="urn:microsoft.com/office/officeart/2005/8/layout/list1"/>
    <dgm:cxn modelId="{0C675FCC-7E17-4044-8EE7-244E21F164D1}" type="presOf" srcId="{C9F080B4-236F-4A33-A9C5-39631BDEC67F}" destId="{C53B8809-E4A5-4ED8-A703-8A2C0A39A2BE}" srcOrd="1" destOrd="0" presId="urn:microsoft.com/office/officeart/2005/8/layout/list1"/>
    <dgm:cxn modelId="{EC5F2AD3-35A5-4074-8066-5F4FAA2E5478}" type="presOf" srcId="{78BE9963-FC5C-46DB-902D-1FEB971CADE6}" destId="{730B502E-8E0E-4973-96EB-6DE0A82BE85B}" srcOrd="1" destOrd="0" presId="urn:microsoft.com/office/officeart/2005/8/layout/list1"/>
    <dgm:cxn modelId="{890E39D6-16C4-4701-8A05-70F6B162A29E}" type="presOf" srcId="{5D5DC936-9E4E-4CFA-A672-F355E38C01C8}" destId="{19CB7CC1-74E1-4AAE-9B3D-9C78048CE326}" srcOrd="1" destOrd="0" presId="urn:microsoft.com/office/officeart/2005/8/layout/list1"/>
    <dgm:cxn modelId="{6B2C24DE-A0DF-4690-A0F2-B7A235A99100}" type="presOf" srcId="{C9F080B4-236F-4A33-A9C5-39631BDEC67F}" destId="{BAD95A99-4C68-4B5A-B545-84D94C66E60F}" srcOrd="0" destOrd="0" presId="urn:microsoft.com/office/officeart/2005/8/layout/list1"/>
    <dgm:cxn modelId="{EDF5C8A4-9AF8-4747-BAAA-5EC3C927C9AF}" type="presParOf" srcId="{27B5C5EF-A621-43B1-9E5F-F745CF055896}" destId="{EB48462E-E3FE-48BE-BBB1-C1A790D87943}" srcOrd="0" destOrd="0" presId="urn:microsoft.com/office/officeart/2005/8/layout/list1"/>
    <dgm:cxn modelId="{AFFA9D75-245E-4344-912A-CB8C72227456}" type="presParOf" srcId="{EB48462E-E3FE-48BE-BBB1-C1A790D87943}" destId="{D6AE27B6-E6A7-4C08-A97F-4F2947D9CAAE}" srcOrd="0" destOrd="0" presId="urn:microsoft.com/office/officeart/2005/8/layout/list1"/>
    <dgm:cxn modelId="{6A2B4A25-4671-4212-8844-E5662EF91918}" type="presParOf" srcId="{EB48462E-E3FE-48BE-BBB1-C1A790D87943}" destId="{730B502E-8E0E-4973-96EB-6DE0A82BE85B}" srcOrd="1" destOrd="0" presId="urn:microsoft.com/office/officeart/2005/8/layout/list1"/>
    <dgm:cxn modelId="{DEEFF093-8479-4F66-8A34-CFB587785746}" type="presParOf" srcId="{27B5C5EF-A621-43B1-9E5F-F745CF055896}" destId="{77CFE273-4B73-4C17-A2B2-670ACE9DB204}" srcOrd="1" destOrd="0" presId="urn:microsoft.com/office/officeart/2005/8/layout/list1"/>
    <dgm:cxn modelId="{2E4CA962-AEBB-4A08-A5C2-FFD7C1607795}" type="presParOf" srcId="{27B5C5EF-A621-43B1-9E5F-F745CF055896}" destId="{02500505-D72A-4025-8FDD-8A46771C3C33}" srcOrd="2" destOrd="0" presId="urn:microsoft.com/office/officeart/2005/8/layout/list1"/>
    <dgm:cxn modelId="{213688CB-7FF6-451E-BA10-F37CF65C7370}" type="presParOf" srcId="{27B5C5EF-A621-43B1-9E5F-F745CF055896}" destId="{1E1A0C77-AC71-46C6-BA46-699395727282}" srcOrd="3" destOrd="0" presId="urn:microsoft.com/office/officeart/2005/8/layout/list1"/>
    <dgm:cxn modelId="{248B53ED-EB39-4C05-B5B5-841C3A57C0AC}" type="presParOf" srcId="{27B5C5EF-A621-43B1-9E5F-F745CF055896}" destId="{A5EE261A-5F2C-40E6-BAF2-DBE589D53BC8}" srcOrd="4" destOrd="0" presId="urn:microsoft.com/office/officeart/2005/8/layout/list1"/>
    <dgm:cxn modelId="{E8AA4928-FF29-42C5-B694-9217927491C1}" type="presParOf" srcId="{A5EE261A-5F2C-40E6-BAF2-DBE589D53BC8}" destId="{246815A6-36C8-4EA5-A65C-5280270B220A}" srcOrd="0" destOrd="0" presId="urn:microsoft.com/office/officeart/2005/8/layout/list1"/>
    <dgm:cxn modelId="{AE352B02-B340-4566-A322-8B9FD930CCC7}" type="presParOf" srcId="{A5EE261A-5F2C-40E6-BAF2-DBE589D53BC8}" destId="{19CB7CC1-74E1-4AAE-9B3D-9C78048CE326}" srcOrd="1" destOrd="0" presId="urn:microsoft.com/office/officeart/2005/8/layout/list1"/>
    <dgm:cxn modelId="{694C7EED-C3BC-4241-AF4A-C9A5260E18F4}" type="presParOf" srcId="{27B5C5EF-A621-43B1-9E5F-F745CF055896}" destId="{C89AEEB4-47DB-4779-A7B4-F7193429887D}" srcOrd="5" destOrd="0" presId="urn:microsoft.com/office/officeart/2005/8/layout/list1"/>
    <dgm:cxn modelId="{36EA7FE7-C821-4973-8092-3070013DC972}" type="presParOf" srcId="{27B5C5EF-A621-43B1-9E5F-F745CF055896}" destId="{EBB8AE18-3C25-4F53-81D6-A2B9AC70DC95}" srcOrd="6" destOrd="0" presId="urn:microsoft.com/office/officeart/2005/8/layout/list1"/>
    <dgm:cxn modelId="{25ED24A2-ED46-4164-8F77-36471127E886}" type="presParOf" srcId="{27B5C5EF-A621-43B1-9E5F-F745CF055896}" destId="{EFF265C8-DB25-4FCB-B238-2926ED3CBD53}" srcOrd="7" destOrd="0" presId="urn:microsoft.com/office/officeart/2005/8/layout/list1"/>
    <dgm:cxn modelId="{C398A198-7A72-4A87-B744-6EC8E1600779}" type="presParOf" srcId="{27B5C5EF-A621-43B1-9E5F-F745CF055896}" destId="{B725E30F-9BB7-4B72-AEF8-96393F847BDE}" srcOrd="8" destOrd="0" presId="urn:microsoft.com/office/officeart/2005/8/layout/list1"/>
    <dgm:cxn modelId="{036F99DD-D154-48C0-913A-71F11BF6C8A5}" type="presParOf" srcId="{B725E30F-9BB7-4B72-AEF8-96393F847BDE}" destId="{BAD95A99-4C68-4B5A-B545-84D94C66E60F}" srcOrd="0" destOrd="0" presId="urn:microsoft.com/office/officeart/2005/8/layout/list1"/>
    <dgm:cxn modelId="{1906207B-B0A2-4434-BC69-D217ED388271}" type="presParOf" srcId="{B725E30F-9BB7-4B72-AEF8-96393F847BDE}" destId="{C53B8809-E4A5-4ED8-A703-8A2C0A39A2BE}" srcOrd="1" destOrd="0" presId="urn:microsoft.com/office/officeart/2005/8/layout/list1"/>
    <dgm:cxn modelId="{F2DD1546-E342-412E-9A33-4D3ABC31E7A8}" type="presParOf" srcId="{27B5C5EF-A621-43B1-9E5F-F745CF055896}" destId="{1F9B8E3D-B0E6-437D-9AEC-7CF523DFB582}" srcOrd="9" destOrd="0" presId="urn:microsoft.com/office/officeart/2005/8/layout/list1"/>
    <dgm:cxn modelId="{5333D65D-75FA-4FF6-8A2D-48D98C10FF18}" type="presParOf" srcId="{27B5C5EF-A621-43B1-9E5F-F745CF055896}" destId="{A7945D03-F731-48A2-A54D-073A7A214021}" srcOrd="10" destOrd="0" presId="urn:microsoft.com/office/officeart/2005/8/layout/list1"/>
    <dgm:cxn modelId="{899D4FE0-7EF8-462F-8262-3E6F9281E4F8}" type="presParOf" srcId="{27B5C5EF-A621-43B1-9E5F-F745CF055896}" destId="{8EA7C481-EFCE-42B7-8069-7327A64384FB}" srcOrd="11" destOrd="0" presId="urn:microsoft.com/office/officeart/2005/8/layout/list1"/>
    <dgm:cxn modelId="{72C2CB56-6836-45C9-AF30-668AE2C5E0ED}" type="presParOf" srcId="{27B5C5EF-A621-43B1-9E5F-F745CF055896}" destId="{9F8B7F90-0388-4858-A626-54712843EFEA}" srcOrd="12" destOrd="0" presId="urn:microsoft.com/office/officeart/2005/8/layout/list1"/>
    <dgm:cxn modelId="{529715BF-C515-4A4C-95A7-B71F248B9CD4}" type="presParOf" srcId="{9F8B7F90-0388-4858-A626-54712843EFEA}" destId="{99DC2195-F586-4335-B801-CB07B3AA0473}" srcOrd="0" destOrd="0" presId="urn:microsoft.com/office/officeart/2005/8/layout/list1"/>
    <dgm:cxn modelId="{248BAAF3-D372-4E6E-8778-350062F8490B}" type="presParOf" srcId="{9F8B7F90-0388-4858-A626-54712843EFEA}" destId="{708F6D35-C146-42D4-803E-73FA62B1A492}" srcOrd="1" destOrd="0" presId="urn:microsoft.com/office/officeart/2005/8/layout/list1"/>
    <dgm:cxn modelId="{2D672E9B-EF4C-42B7-AAF5-EBB1ADC805CF}" type="presParOf" srcId="{27B5C5EF-A621-43B1-9E5F-F745CF055896}" destId="{D5B20C79-6330-4035-9C1C-F80CBECB9E2E}" srcOrd="13" destOrd="0" presId="urn:microsoft.com/office/officeart/2005/8/layout/list1"/>
    <dgm:cxn modelId="{6C4D19E5-FD47-44E8-8229-7C34DF5A27B4}" type="presParOf" srcId="{27B5C5EF-A621-43B1-9E5F-F745CF055896}" destId="{31DC9EC9-A1C1-4252-885A-35F7CBACBA85}" srcOrd="14" destOrd="0" presId="urn:microsoft.com/office/officeart/2005/8/layout/list1"/>
    <dgm:cxn modelId="{09BEEEC2-E29E-4D06-8AF1-4AB1850BDCE9}" type="presParOf" srcId="{27B5C5EF-A621-43B1-9E5F-F745CF055896}" destId="{91926718-14D3-441E-B83A-7822B0F9E888}" srcOrd="15" destOrd="0" presId="urn:microsoft.com/office/officeart/2005/8/layout/list1"/>
    <dgm:cxn modelId="{7359DA13-22DA-4485-B7FC-E81AA3CAAB7C}" type="presParOf" srcId="{27B5C5EF-A621-43B1-9E5F-F745CF055896}" destId="{A8C315FE-D977-45CB-8335-B1666F3CBA4F}" srcOrd="16" destOrd="0" presId="urn:microsoft.com/office/officeart/2005/8/layout/list1"/>
    <dgm:cxn modelId="{FD08E2C2-AFB5-4681-9E06-C0F33BEBD837}" type="presParOf" srcId="{A8C315FE-D977-45CB-8335-B1666F3CBA4F}" destId="{041FAF5D-FEAA-4730-BC94-1BF435A0AB9E}" srcOrd="0" destOrd="0" presId="urn:microsoft.com/office/officeart/2005/8/layout/list1"/>
    <dgm:cxn modelId="{FC46FFDE-24B0-4519-856B-BFF4136101EE}" type="presParOf" srcId="{A8C315FE-D977-45CB-8335-B1666F3CBA4F}" destId="{224AE4A0-6A37-4649-ADCA-13A53CF2B5EA}" srcOrd="1" destOrd="0" presId="urn:microsoft.com/office/officeart/2005/8/layout/list1"/>
    <dgm:cxn modelId="{D7C98D08-7B59-46FF-B8BB-13EB4E6E46C6}" type="presParOf" srcId="{27B5C5EF-A621-43B1-9E5F-F745CF055896}" destId="{C99908F7-22A3-4396-8805-93594C2E72B3}" srcOrd="17" destOrd="0" presId="urn:microsoft.com/office/officeart/2005/8/layout/list1"/>
    <dgm:cxn modelId="{CAC42004-0801-4394-91D9-491BD2674388}" type="presParOf" srcId="{27B5C5EF-A621-43B1-9E5F-F745CF055896}" destId="{29D67E7E-6A42-414D-9B9B-0E645D728C18}" srcOrd="18" destOrd="0" presId="urn:microsoft.com/office/officeart/2005/8/layout/list1"/>
    <dgm:cxn modelId="{6EAEFCC4-98BC-4DFC-98BE-654910D51F36}" type="presParOf" srcId="{27B5C5EF-A621-43B1-9E5F-F745CF055896}" destId="{92332D43-8816-4D84-AE79-C3EAFC84FBC8}" srcOrd="19" destOrd="0" presId="urn:microsoft.com/office/officeart/2005/8/layout/list1"/>
    <dgm:cxn modelId="{B0E105E0-F44E-4714-944A-9B60627F734C}" type="presParOf" srcId="{27B5C5EF-A621-43B1-9E5F-F745CF055896}" destId="{928D48DC-DFC1-4CCA-8EA9-8BC6B5B76E6C}" srcOrd="20" destOrd="0" presId="urn:microsoft.com/office/officeart/2005/8/layout/list1"/>
    <dgm:cxn modelId="{E095BBE8-998A-4A4E-ABAF-922CAFA09856}" type="presParOf" srcId="{928D48DC-DFC1-4CCA-8EA9-8BC6B5B76E6C}" destId="{DF589FCF-A0A8-4072-B52A-44799BFEC230}" srcOrd="0" destOrd="0" presId="urn:microsoft.com/office/officeart/2005/8/layout/list1"/>
    <dgm:cxn modelId="{9C77BD81-F1B3-4047-BE62-0C68A177BA45}" type="presParOf" srcId="{928D48DC-DFC1-4CCA-8EA9-8BC6B5B76E6C}" destId="{7E2A03A1-89F2-4255-9660-A1A6F9A3FD5A}" srcOrd="1" destOrd="0" presId="urn:microsoft.com/office/officeart/2005/8/layout/list1"/>
    <dgm:cxn modelId="{AB04399D-011B-4E60-863A-20B9504CC218}" type="presParOf" srcId="{27B5C5EF-A621-43B1-9E5F-F745CF055896}" destId="{2A3E5E7F-0281-4212-97E8-F495AC82E5DC}" srcOrd="21" destOrd="0" presId="urn:microsoft.com/office/officeart/2005/8/layout/list1"/>
    <dgm:cxn modelId="{83C58954-6A98-45A7-A14D-300189258565}" type="presParOf" srcId="{27B5C5EF-A621-43B1-9E5F-F745CF055896}" destId="{17521BB4-D4C1-4928-ACBB-CC8342A1D4AF}" srcOrd="22" destOrd="0" presId="urn:microsoft.com/office/officeart/2005/8/layout/list1"/>
    <dgm:cxn modelId="{E83A14C4-E1AE-43CE-8C43-15B6EA826486}" type="presParOf" srcId="{27B5C5EF-A621-43B1-9E5F-F745CF055896}" destId="{14F0ECCD-3539-4C92-804E-F304034866FD}" srcOrd="23" destOrd="0" presId="urn:microsoft.com/office/officeart/2005/8/layout/list1"/>
    <dgm:cxn modelId="{811F3819-9FC2-4D9B-B115-88C48832B952}" type="presParOf" srcId="{27B5C5EF-A621-43B1-9E5F-F745CF055896}" destId="{3A2E6404-6BBA-4F19-989A-38BBBBE3E05F}" srcOrd="24" destOrd="0" presId="urn:microsoft.com/office/officeart/2005/8/layout/list1"/>
    <dgm:cxn modelId="{0F8511A4-283F-4D3D-BD6D-F92355A99D01}" type="presParOf" srcId="{3A2E6404-6BBA-4F19-989A-38BBBBE3E05F}" destId="{02134DB8-1B93-4E39-8332-2A6428BF8638}" srcOrd="0" destOrd="0" presId="urn:microsoft.com/office/officeart/2005/8/layout/list1"/>
    <dgm:cxn modelId="{76D2B6D4-A404-4C0E-B61C-74916EFF3D81}" type="presParOf" srcId="{3A2E6404-6BBA-4F19-989A-38BBBBE3E05F}" destId="{264DF712-5FE6-4B02-9DB8-08D37BF58B5E}" srcOrd="1" destOrd="0" presId="urn:microsoft.com/office/officeart/2005/8/layout/list1"/>
    <dgm:cxn modelId="{6B3C8358-ABDD-47F7-8720-03227B5E3C38}" type="presParOf" srcId="{27B5C5EF-A621-43B1-9E5F-F745CF055896}" destId="{D18650DD-21E4-4E6A-AC52-3FBA9D193B57}" srcOrd="25" destOrd="0" presId="urn:microsoft.com/office/officeart/2005/8/layout/list1"/>
    <dgm:cxn modelId="{93084888-99CB-4C7A-A852-5B2FD55773C9}" type="presParOf" srcId="{27B5C5EF-A621-43B1-9E5F-F745CF055896}" destId="{BFB598DD-DC2B-4105-AD6B-F72F52D8FD8B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zh-CN" altLang="en-US"/>
        </a:p>
      </dgm:t>
    </dgm:pt>
    <dgm:pt modelId="{78BE9963-FC5C-46DB-902D-1FEB971CADE6}">
      <dgm:prSet phldrT="[文本]" custT="1"/>
      <dgm:spPr/>
      <dgm:t>
        <a:bodyPr/>
        <a:lstStyle/>
        <a:p>
          <a:pPr algn="l"/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栈结构如右所示</a:t>
          </a:r>
        </a:p>
      </dgm:t>
    </dgm:pt>
    <dgm:pt modelId="{970F65A5-48D5-42A5-8F17-D436E4C78F7F}" type="par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00E7413E-5DDF-40B5-A625-AAC9D8CA33CB}" type="sib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关注：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入栈位置</a:t>
          </a: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也称为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返回地址</a:t>
          </a:r>
          <a:endParaRPr lang="en-US" altLang="zh-CN" sz="20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A4247686-7D24-4AD7-9957-54E762637C80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控制溢出，填充返回地址</a:t>
          </a:r>
          <a:endParaRPr lang="en-US" altLang="zh-CN" sz="20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82C842B-3E82-4359-8F27-F2531D02EED0}" type="par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4A0288A8-A93F-4F59-BB0F-2C67E5CA3C82}" type="sib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EB48462E-E3FE-48BE-BBB1-C1A790D87943}" type="pres">
      <dgm:prSet presAssocID="{78BE9963-FC5C-46DB-902D-1FEB971CADE6}" presName="parentLin" presStyleCnt="0"/>
      <dgm:spPr/>
    </dgm:pt>
    <dgm:pt modelId="{D6AE27B6-E6A7-4C08-A97F-4F2947D9CAAE}" type="pres">
      <dgm:prSet presAssocID="{78BE9963-FC5C-46DB-902D-1FEB971CADE6}" presName="parentLeftMargin" presStyleLbl="node1" presStyleIdx="0" presStyleCnt="4"/>
      <dgm:spPr/>
    </dgm:pt>
    <dgm:pt modelId="{730B502E-8E0E-4973-96EB-6DE0A82BE85B}" type="pres">
      <dgm:prSet presAssocID="{78BE9963-FC5C-46DB-902D-1FEB971CADE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7CFE273-4B73-4C17-A2B2-670ACE9DB204}" type="pres">
      <dgm:prSet presAssocID="{78BE9963-FC5C-46DB-902D-1FEB971CADE6}" presName="negativeSpace" presStyleCnt="0"/>
      <dgm:spPr/>
    </dgm:pt>
    <dgm:pt modelId="{02500505-D72A-4025-8FDD-8A46771C3C33}" type="pres">
      <dgm:prSet presAssocID="{78BE9963-FC5C-46DB-902D-1FEB971CADE6}" presName="childText" presStyleLbl="conFgAcc1" presStyleIdx="0" presStyleCnt="4">
        <dgm:presLayoutVars>
          <dgm:bulletEnabled val="1"/>
        </dgm:presLayoutVars>
      </dgm:prSet>
      <dgm:spPr/>
    </dgm:pt>
    <dgm:pt modelId="{1E1A0C77-AC71-46C6-BA46-699395727282}" type="pres">
      <dgm:prSet presAssocID="{00E7413E-5DDF-40B5-A625-AAC9D8CA33CB}" presName="spaceBetweenRectangles" presStyleCnt="0"/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0" presStyleCnt="4"/>
      <dgm:spPr/>
    </dgm:pt>
    <dgm:pt modelId="{224AE4A0-6A37-4649-ADCA-13A53CF2B5EA}" type="pres">
      <dgm:prSet presAssocID="{55B72F63-54A2-416A-9F4A-42621C03A43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1" presStyleCnt="4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1" presStyleCnt="4"/>
      <dgm:spPr/>
    </dgm:pt>
    <dgm:pt modelId="{57B4AFD2-DD9B-45E9-ABDF-BA2D42455870}" type="pres">
      <dgm:prSet presAssocID="{A3311C7C-16A8-4653-96C1-7573B0048A4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2" presStyleCnt="4">
        <dgm:presLayoutVars>
          <dgm:bulletEnabled val="1"/>
        </dgm:presLayoutVars>
      </dgm:prSet>
      <dgm:spPr/>
    </dgm:pt>
    <dgm:pt modelId="{FEA96B9F-841E-418F-B1DD-AEEF6C66C4BC}" type="pres">
      <dgm:prSet presAssocID="{E28C6E41-1ADA-440D-8D22-6B9D7E73E898}" presName="spaceBetweenRectangles" presStyleCnt="0"/>
      <dgm:spPr/>
    </dgm:pt>
    <dgm:pt modelId="{5D8C6452-BCB3-4760-B006-A7EF9E6AECEC}" type="pres">
      <dgm:prSet presAssocID="{A4247686-7D24-4AD7-9957-54E762637C80}" presName="parentLin" presStyleCnt="0"/>
      <dgm:spPr/>
    </dgm:pt>
    <dgm:pt modelId="{86C05DD5-9B90-49D0-8263-4311ECB9BD73}" type="pres">
      <dgm:prSet presAssocID="{A4247686-7D24-4AD7-9957-54E762637C80}" presName="parentLeftMargin" presStyleLbl="node1" presStyleIdx="2" presStyleCnt="4"/>
      <dgm:spPr/>
    </dgm:pt>
    <dgm:pt modelId="{E6892619-2CAF-4459-9B59-DB9019322B9A}" type="pres">
      <dgm:prSet presAssocID="{A4247686-7D24-4AD7-9957-54E762637C8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C9DA5A2-9F39-459A-AA85-843BECBCF29C}" type="pres">
      <dgm:prSet presAssocID="{A4247686-7D24-4AD7-9957-54E762637C80}" presName="negativeSpace" presStyleCnt="0"/>
      <dgm:spPr/>
    </dgm:pt>
    <dgm:pt modelId="{D53BD508-EBAF-4DAF-9211-34315C44EA46}" type="pres">
      <dgm:prSet presAssocID="{A4247686-7D24-4AD7-9957-54E762637C8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554A306-2032-4D7E-A745-3A3FCDDDABBA}" type="presOf" srcId="{78BE9963-FC5C-46DB-902D-1FEB971CADE6}" destId="{730B502E-8E0E-4973-96EB-6DE0A82BE85B}" srcOrd="1" destOrd="0" presId="urn:microsoft.com/office/officeart/2005/8/layout/list1"/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BED5AF2C-B452-4BAA-ACE6-1DE8E6DC9324}" srcId="{8B27CBBE-2B3C-4DF9-96E0-9B7FF528E1C5}" destId="{55B72F63-54A2-416A-9F4A-42621C03A43D}" srcOrd="1" destOrd="0" parTransId="{FFEE04FB-F5C2-4165-A7C2-5D6BAA587982}" sibTransId="{7C795C86-9CD1-4E8D-9307-AFB345A2438E}"/>
    <dgm:cxn modelId="{B9A1DC49-7390-4008-9020-CDE1B878AAD7}" srcId="{8B27CBBE-2B3C-4DF9-96E0-9B7FF528E1C5}" destId="{78BE9963-FC5C-46DB-902D-1FEB971CADE6}" srcOrd="0" destOrd="0" parTransId="{970F65A5-48D5-42A5-8F17-D436E4C78F7F}" sibTransId="{00E7413E-5DDF-40B5-A625-AAC9D8CA33CB}"/>
    <dgm:cxn modelId="{23184C95-0376-490E-A7D2-A2CB4C62E653}" type="presOf" srcId="{78BE9963-FC5C-46DB-902D-1FEB971CADE6}" destId="{D6AE27B6-E6A7-4C08-A97F-4F2947D9CAAE}" srcOrd="0" destOrd="0" presId="urn:microsoft.com/office/officeart/2005/8/layout/list1"/>
    <dgm:cxn modelId="{77D2F899-441E-48D2-9EC1-BC41AAA28FC5}" type="presOf" srcId="{A4247686-7D24-4AD7-9957-54E762637C80}" destId="{E6892619-2CAF-4459-9B59-DB9019322B9A}" srcOrd="1" destOrd="0" presId="urn:microsoft.com/office/officeart/2005/8/layout/list1"/>
    <dgm:cxn modelId="{781907B8-B46B-433C-B775-0DAD75825550}" srcId="{8B27CBBE-2B3C-4DF9-96E0-9B7FF528E1C5}" destId="{A3311C7C-16A8-4653-96C1-7573B0048A4D}" srcOrd="2" destOrd="0" parTransId="{0BCF4B4D-9451-4317-8269-C7F355B79813}" sibTransId="{E28C6E41-1ADA-440D-8D22-6B9D7E73E898}"/>
    <dgm:cxn modelId="{3F30D5BC-9D27-4C43-9053-A3EA4F7262E5}" type="presOf" srcId="{A4247686-7D24-4AD7-9957-54E762637C80}" destId="{86C05DD5-9B90-49D0-8263-4311ECB9BD73}" srcOrd="0" destOrd="0" presId="urn:microsoft.com/office/officeart/2005/8/layout/list1"/>
    <dgm:cxn modelId="{7D4124BE-EDAF-42C9-9869-B13DF3243ABC}" srcId="{8B27CBBE-2B3C-4DF9-96E0-9B7FF528E1C5}" destId="{A4247686-7D24-4AD7-9957-54E762637C80}" srcOrd="3" destOrd="0" parTransId="{882C842B-3E82-4359-8F27-F2531D02EED0}" sibTransId="{4A0288A8-A93F-4F59-BB0F-2C67E5CA3C82}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2180B123-7461-498C-86BB-0EFDFC435F1B}" type="presParOf" srcId="{27B5C5EF-A621-43B1-9E5F-F745CF055896}" destId="{EB48462E-E3FE-48BE-BBB1-C1A790D87943}" srcOrd="0" destOrd="0" presId="urn:microsoft.com/office/officeart/2005/8/layout/list1"/>
    <dgm:cxn modelId="{20A7FCD9-0833-4379-ACAB-44A9901D2FC0}" type="presParOf" srcId="{EB48462E-E3FE-48BE-BBB1-C1A790D87943}" destId="{D6AE27B6-E6A7-4C08-A97F-4F2947D9CAAE}" srcOrd="0" destOrd="0" presId="urn:microsoft.com/office/officeart/2005/8/layout/list1"/>
    <dgm:cxn modelId="{C02AD688-B598-4AA2-BFD7-65BFAB4070AB}" type="presParOf" srcId="{EB48462E-E3FE-48BE-BBB1-C1A790D87943}" destId="{730B502E-8E0E-4973-96EB-6DE0A82BE85B}" srcOrd="1" destOrd="0" presId="urn:microsoft.com/office/officeart/2005/8/layout/list1"/>
    <dgm:cxn modelId="{AC48EE2A-A8ED-4566-8802-1C19D3EB79B3}" type="presParOf" srcId="{27B5C5EF-A621-43B1-9E5F-F745CF055896}" destId="{77CFE273-4B73-4C17-A2B2-670ACE9DB204}" srcOrd="1" destOrd="0" presId="urn:microsoft.com/office/officeart/2005/8/layout/list1"/>
    <dgm:cxn modelId="{DD1559C0-FAB5-4804-9CC1-B77F77746F92}" type="presParOf" srcId="{27B5C5EF-A621-43B1-9E5F-F745CF055896}" destId="{02500505-D72A-4025-8FDD-8A46771C3C33}" srcOrd="2" destOrd="0" presId="urn:microsoft.com/office/officeart/2005/8/layout/list1"/>
    <dgm:cxn modelId="{E481887A-654D-4D5E-90F4-D7329223FB38}" type="presParOf" srcId="{27B5C5EF-A621-43B1-9E5F-F745CF055896}" destId="{1E1A0C77-AC71-46C6-BA46-699395727282}" srcOrd="3" destOrd="0" presId="urn:microsoft.com/office/officeart/2005/8/layout/list1"/>
    <dgm:cxn modelId="{291C472B-9820-436C-9D26-5C2BE99E3C17}" type="presParOf" srcId="{27B5C5EF-A621-43B1-9E5F-F745CF055896}" destId="{A8C315FE-D977-45CB-8335-B1666F3CBA4F}" srcOrd="4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5" destOrd="0" presId="urn:microsoft.com/office/officeart/2005/8/layout/list1"/>
    <dgm:cxn modelId="{3423F980-4DAF-4752-B2AC-A423716FD695}" type="presParOf" srcId="{27B5C5EF-A621-43B1-9E5F-F745CF055896}" destId="{29D67E7E-6A42-414D-9B9B-0E645D728C18}" srcOrd="6" destOrd="0" presId="urn:microsoft.com/office/officeart/2005/8/layout/list1"/>
    <dgm:cxn modelId="{5B4A46DA-ED08-473F-AE9B-0F3E509AE742}" type="presParOf" srcId="{27B5C5EF-A621-43B1-9E5F-F745CF055896}" destId="{92332D43-8816-4D84-AE79-C3EAFC84FBC8}" srcOrd="7" destOrd="0" presId="urn:microsoft.com/office/officeart/2005/8/layout/list1"/>
    <dgm:cxn modelId="{C5F299F8-7566-41CA-B099-00C27BE95C0A}" type="presParOf" srcId="{27B5C5EF-A621-43B1-9E5F-F745CF055896}" destId="{FDCEB285-12B9-42A6-86DD-55B35C1EAACF}" srcOrd="8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9" destOrd="0" presId="urn:microsoft.com/office/officeart/2005/8/layout/list1"/>
    <dgm:cxn modelId="{62B28229-48F9-4874-952B-AA4483E156FA}" type="presParOf" srcId="{27B5C5EF-A621-43B1-9E5F-F745CF055896}" destId="{26F0A34E-ED2F-4684-85B5-5591642C3C24}" srcOrd="10" destOrd="0" presId="urn:microsoft.com/office/officeart/2005/8/layout/list1"/>
    <dgm:cxn modelId="{2FDF2259-3668-4C9E-9488-91C4EC4BF091}" type="presParOf" srcId="{27B5C5EF-A621-43B1-9E5F-F745CF055896}" destId="{FEA96B9F-841E-418F-B1DD-AEEF6C66C4BC}" srcOrd="11" destOrd="0" presId="urn:microsoft.com/office/officeart/2005/8/layout/list1"/>
    <dgm:cxn modelId="{0705562C-B398-4125-8190-EA6A9EA2B6C5}" type="presParOf" srcId="{27B5C5EF-A621-43B1-9E5F-F745CF055896}" destId="{5D8C6452-BCB3-4760-B006-A7EF9E6AECEC}" srcOrd="12" destOrd="0" presId="urn:microsoft.com/office/officeart/2005/8/layout/list1"/>
    <dgm:cxn modelId="{4DD7C4AF-0D41-4D6A-8EBA-E01B4396BCFB}" type="presParOf" srcId="{5D8C6452-BCB3-4760-B006-A7EF9E6AECEC}" destId="{86C05DD5-9B90-49D0-8263-4311ECB9BD73}" srcOrd="0" destOrd="0" presId="urn:microsoft.com/office/officeart/2005/8/layout/list1"/>
    <dgm:cxn modelId="{85C19A42-05A1-4B94-A118-132142E7228A}" type="presParOf" srcId="{5D8C6452-BCB3-4760-B006-A7EF9E6AECEC}" destId="{E6892619-2CAF-4459-9B59-DB9019322B9A}" srcOrd="1" destOrd="0" presId="urn:microsoft.com/office/officeart/2005/8/layout/list1"/>
    <dgm:cxn modelId="{2F585F2E-2D85-4254-B5A5-FF981A01FE17}" type="presParOf" srcId="{27B5C5EF-A621-43B1-9E5F-F745CF055896}" destId="{2C9DA5A2-9F39-459A-AA85-843BECBCF29C}" srcOrd="13" destOrd="0" presId="urn:microsoft.com/office/officeart/2005/8/layout/list1"/>
    <dgm:cxn modelId="{C449B149-1D06-4EC1-97AF-0191639BDB67}" type="presParOf" srcId="{27B5C5EF-A621-43B1-9E5F-F745CF055896}" destId="{D53BD508-EBAF-4DAF-9211-34315C44EA46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zh-CN" altLang="en-US"/>
        </a:p>
      </dgm:t>
    </dgm:pt>
    <dgm:pt modelId="{78BE9963-FC5C-46DB-902D-1FEB971CADE6}">
      <dgm:prSet phldrT="[文本]" custT="1"/>
      <dgm:spPr/>
      <dgm:t>
        <a:bodyPr/>
        <a:lstStyle/>
        <a:p>
          <a:pPr algn="l"/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栈缓冲区溢出利用</a:t>
          </a:r>
        </a:p>
      </dgm:t>
    </dgm:pt>
    <dgm:pt modelId="{970F65A5-48D5-42A5-8F17-D436E4C78F7F}" type="par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00E7413E-5DDF-40B5-A625-AAC9D8CA33CB}" type="sib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计算溢出点与</a:t>
          </a:r>
          <a:r>
            <a:rPr lang="zh-CN" altLang="en-US" sz="2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返回地址差距</a:t>
          </a:r>
          <a:endParaRPr lang="zh-CN" altLang="en-US" sz="20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控制溢出，函数返回执行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shellcode</a:t>
          </a: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A4247686-7D24-4AD7-9957-54E762637C80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返回地址溢出为</a:t>
          </a:r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shellcode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地址</a:t>
          </a:r>
          <a:endParaRPr lang="en-US" altLang="zh-CN" sz="20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82C842B-3E82-4359-8F27-F2531D02EED0}" type="par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4A0288A8-A93F-4F59-BB0F-2C67E5CA3C82}" type="sib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EB48462E-E3FE-48BE-BBB1-C1A790D87943}" type="pres">
      <dgm:prSet presAssocID="{78BE9963-FC5C-46DB-902D-1FEB971CADE6}" presName="parentLin" presStyleCnt="0"/>
      <dgm:spPr/>
    </dgm:pt>
    <dgm:pt modelId="{D6AE27B6-E6A7-4C08-A97F-4F2947D9CAAE}" type="pres">
      <dgm:prSet presAssocID="{78BE9963-FC5C-46DB-902D-1FEB971CADE6}" presName="parentLeftMargin" presStyleLbl="node1" presStyleIdx="0" presStyleCnt="4"/>
      <dgm:spPr/>
    </dgm:pt>
    <dgm:pt modelId="{730B502E-8E0E-4973-96EB-6DE0A82BE85B}" type="pres">
      <dgm:prSet presAssocID="{78BE9963-FC5C-46DB-902D-1FEB971CADE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7CFE273-4B73-4C17-A2B2-670ACE9DB204}" type="pres">
      <dgm:prSet presAssocID="{78BE9963-FC5C-46DB-902D-1FEB971CADE6}" presName="negativeSpace" presStyleCnt="0"/>
      <dgm:spPr/>
    </dgm:pt>
    <dgm:pt modelId="{02500505-D72A-4025-8FDD-8A46771C3C33}" type="pres">
      <dgm:prSet presAssocID="{78BE9963-FC5C-46DB-902D-1FEB971CADE6}" presName="childText" presStyleLbl="conFgAcc1" presStyleIdx="0" presStyleCnt="4">
        <dgm:presLayoutVars>
          <dgm:bulletEnabled val="1"/>
        </dgm:presLayoutVars>
      </dgm:prSet>
      <dgm:spPr/>
    </dgm:pt>
    <dgm:pt modelId="{1E1A0C77-AC71-46C6-BA46-699395727282}" type="pres">
      <dgm:prSet presAssocID="{00E7413E-5DDF-40B5-A625-AAC9D8CA33CB}" presName="spaceBetweenRectangles" presStyleCnt="0"/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0" presStyleCnt="4"/>
      <dgm:spPr/>
    </dgm:pt>
    <dgm:pt modelId="{224AE4A0-6A37-4649-ADCA-13A53CF2B5EA}" type="pres">
      <dgm:prSet presAssocID="{55B72F63-54A2-416A-9F4A-42621C03A43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1" presStyleCnt="4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1" presStyleCnt="4"/>
      <dgm:spPr/>
    </dgm:pt>
    <dgm:pt modelId="{57B4AFD2-DD9B-45E9-ABDF-BA2D42455870}" type="pres">
      <dgm:prSet presAssocID="{A3311C7C-16A8-4653-96C1-7573B0048A4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2" presStyleCnt="4">
        <dgm:presLayoutVars>
          <dgm:bulletEnabled val="1"/>
        </dgm:presLayoutVars>
      </dgm:prSet>
      <dgm:spPr/>
    </dgm:pt>
    <dgm:pt modelId="{FEA96B9F-841E-418F-B1DD-AEEF6C66C4BC}" type="pres">
      <dgm:prSet presAssocID="{E28C6E41-1ADA-440D-8D22-6B9D7E73E898}" presName="spaceBetweenRectangles" presStyleCnt="0"/>
      <dgm:spPr/>
    </dgm:pt>
    <dgm:pt modelId="{5D8C6452-BCB3-4760-B006-A7EF9E6AECEC}" type="pres">
      <dgm:prSet presAssocID="{A4247686-7D24-4AD7-9957-54E762637C80}" presName="parentLin" presStyleCnt="0"/>
      <dgm:spPr/>
    </dgm:pt>
    <dgm:pt modelId="{86C05DD5-9B90-49D0-8263-4311ECB9BD73}" type="pres">
      <dgm:prSet presAssocID="{A4247686-7D24-4AD7-9957-54E762637C80}" presName="parentLeftMargin" presStyleLbl="node1" presStyleIdx="2" presStyleCnt="4"/>
      <dgm:spPr/>
    </dgm:pt>
    <dgm:pt modelId="{E6892619-2CAF-4459-9B59-DB9019322B9A}" type="pres">
      <dgm:prSet presAssocID="{A4247686-7D24-4AD7-9957-54E762637C8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C9DA5A2-9F39-459A-AA85-843BECBCF29C}" type="pres">
      <dgm:prSet presAssocID="{A4247686-7D24-4AD7-9957-54E762637C80}" presName="negativeSpace" presStyleCnt="0"/>
      <dgm:spPr/>
    </dgm:pt>
    <dgm:pt modelId="{D53BD508-EBAF-4DAF-9211-34315C44EA46}" type="pres">
      <dgm:prSet presAssocID="{A4247686-7D24-4AD7-9957-54E762637C80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554A306-2032-4D7E-A745-3A3FCDDDABBA}" type="presOf" srcId="{78BE9963-FC5C-46DB-902D-1FEB971CADE6}" destId="{730B502E-8E0E-4973-96EB-6DE0A82BE85B}" srcOrd="1" destOrd="0" presId="urn:microsoft.com/office/officeart/2005/8/layout/list1"/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BED5AF2C-B452-4BAA-ACE6-1DE8E6DC9324}" srcId="{8B27CBBE-2B3C-4DF9-96E0-9B7FF528E1C5}" destId="{55B72F63-54A2-416A-9F4A-42621C03A43D}" srcOrd="1" destOrd="0" parTransId="{FFEE04FB-F5C2-4165-A7C2-5D6BAA587982}" sibTransId="{7C795C86-9CD1-4E8D-9307-AFB345A2438E}"/>
    <dgm:cxn modelId="{B9A1DC49-7390-4008-9020-CDE1B878AAD7}" srcId="{8B27CBBE-2B3C-4DF9-96E0-9B7FF528E1C5}" destId="{78BE9963-FC5C-46DB-902D-1FEB971CADE6}" srcOrd="0" destOrd="0" parTransId="{970F65A5-48D5-42A5-8F17-D436E4C78F7F}" sibTransId="{00E7413E-5DDF-40B5-A625-AAC9D8CA33CB}"/>
    <dgm:cxn modelId="{23184C95-0376-490E-A7D2-A2CB4C62E653}" type="presOf" srcId="{78BE9963-FC5C-46DB-902D-1FEB971CADE6}" destId="{D6AE27B6-E6A7-4C08-A97F-4F2947D9CAAE}" srcOrd="0" destOrd="0" presId="urn:microsoft.com/office/officeart/2005/8/layout/list1"/>
    <dgm:cxn modelId="{77D2F899-441E-48D2-9EC1-BC41AAA28FC5}" type="presOf" srcId="{A4247686-7D24-4AD7-9957-54E762637C80}" destId="{E6892619-2CAF-4459-9B59-DB9019322B9A}" srcOrd="1" destOrd="0" presId="urn:microsoft.com/office/officeart/2005/8/layout/list1"/>
    <dgm:cxn modelId="{781907B8-B46B-433C-B775-0DAD75825550}" srcId="{8B27CBBE-2B3C-4DF9-96E0-9B7FF528E1C5}" destId="{A3311C7C-16A8-4653-96C1-7573B0048A4D}" srcOrd="2" destOrd="0" parTransId="{0BCF4B4D-9451-4317-8269-C7F355B79813}" sibTransId="{E28C6E41-1ADA-440D-8D22-6B9D7E73E898}"/>
    <dgm:cxn modelId="{3F30D5BC-9D27-4C43-9053-A3EA4F7262E5}" type="presOf" srcId="{A4247686-7D24-4AD7-9957-54E762637C80}" destId="{86C05DD5-9B90-49D0-8263-4311ECB9BD73}" srcOrd="0" destOrd="0" presId="urn:microsoft.com/office/officeart/2005/8/layout/list1"/>
    <dgm:cxn modelId="{7D4124BE-EDAF-42C9-9869-B13DF3243ABC}" srcId="{8B27CBBE-2B3C-4DF9-96E0-9B7FF528E1C5}" destId="{A4247686-7D24-4AD7-9957-54E762637C80}" srcOrd="3" destOrd="0" parTransId="{882C842B-3E82-4359-8F27-F2531D02EED0}" sibTransId="{4A0288A8-A93F-4F59-BB0F-2C67E5CA3C82}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2180B123-7461-498C-86BB-0EFDFC435F1B}" type="presParOf" srcId="{27B5C5EF-A621-43B1-9E5F-F745CF055896}" destId="{EB48462E-E3FE-48BE-BBB1-C1A790D87943}" srcOrd="0" destOrd="0" presId="urn:microsoft.com/office/officeart/2005/8/layout/list1"/>
    <dgm:cxn modelId="{20A7FCD9-0833-4379-ACAB-44A9901D2FC0}" type="presParOf" srcId="{EB48462E-E3FE-48BE-BBB1-C1A790D87943}" destId="{D6AE27B6-E6A7-4C08-A97F-4F2947D9CAAE}" srcOrd="0" destOrd="0" presId="urn:microsoft.com/office/officeart/2005/8/layout/list1"/>
    <dgm:cxn modelId="{C02AD688-B598-4AA2-BFD7-65BFAB4070AB}" type="presParOf" srcId="{EB48462E-E3FE-48BE-BBB1-C1A790D87943}" destId="{730B502E-8E0E-4973-96EB-6DE0A82BE85B}" srcOrd="1" destOrd="0" presId="urn:microsoft.com/office/officeart/2005/8/layout/list1"/>
    <dgm:cxn modelId="{AC48EE2A-A8ED-4566-8802-1C19D3EB79B3}" type="presParOf" srcId="{27B5C5EF-A621-43B1-9E5F-F745CF055896}" destId="{77CFE273-4B73-4C17-A2B2-670ACE9DB204}" srcOrd="1" destOrd="0" presId="urn:microsoft.com/office/officeart/2005/8/layout/list1"/>
    <dgm:cxn modelId="{DD1559C0-FAB5-4804-9CC1-B77F77746F92}" type="presParOf" srcId="{27B5C5EF-A621-43B1-9E5F-F745CF055896}" destId="{02500505-D72A-4025-8FDD-8A46771C3C33}" srcOrd="2" destOrd="0" presId="urn:microsoft.com/office/officeart/2005/8/layout/list1"/>
    <dgm:cxn modelId="{E481887A-654D-4D5E-90F4-D7329223FB38}" type="presParOf" srcId="{27B5C5EF-A621-43B1-9E5F-F745CF055896}" destId="{1E1A0C77-AC71-46C6-BA46-699395727282}" srcOrd="3" destOrd="0" presId="urn:microsoft.com/office/officeart/2005/8/layout/list1"/>
    <dgm:cxn modelId="{291C472B-9820-436C-9D26-5C2BE99E3C17}" type="presParOf" srcId="{27B5C5EF-A621-43B1-9E5F-F745CF055896}" destId="{A8C315FE-D977-45CB-8335-B1666F3CBA4F}" srcOrd="4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5" destOrd="0" presId="urn:microsoft.com/office/officeart/2005/8/layout/list1"/>
    <dgm:cxn modelId="{3423F980-4DAF-4752-B2AC-A423716FD695}" type="presParOf" srcId="{27B5C5EF-A621-43B1-9E5F-F745CF055896}" destId="{29D67E7E-6A42-414D-9B9B-0E645D728C18}" srcOrd="6" destOrd="0" presId="urn:microsoft.com/office/officeart/2005/8/layout/list1"/>
    <dgm:cxn modelId="{5B4A46DA-ED08-473F-AE9B-0F3E509AE742}" type="presParOf" srcId="{27B5C5EF-A621-43B1-9E5F-F745CF055896}" destId="{92332D43-8816-4D84-AE79-C3EAFC84FBC8}" srcOrd="7" destOrd="0" presId="urn:microsoft.com/office/officeart/2005/8/layout/list1"/>
    <dgm:cxn modelId="{C5F299F8-7566-41CA-B099-00C27BE95C0A}" type="presParOf" srcId="{27B5C5EF-A621-43B1-9E5F-F745CF055896}" destId="{FDCEB285-12B9-42A6-86DD-55B35C1EAACF}" srcOrd="8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9" destOrd="0" presId="urn:microsoft.com/office/officeart/2005/8/layout/list1"/>
    <dgm:cxn modelId="{62B28229-48F9-4874-952B-AA4483E156FA}" type="presParOf" srcId="{27B5C5EF-A621-43B1-9E5F-F745CF055896}" destId="{26F0A34E-ED2F-4684-85B5-5591642C3C24}" srcOrd="10" destOrd="0" presId="urn:microsoft.com/office/officeart/2005/8/layout/list1"/>
    <dgm:cxn modelId="{2FDF2259-3668-4C9E-9488-91C4EC4BF091}" type="presParOf" srcId="{27B5C5EF-A621-43B1-9E5F-F745CF055896}" destId="{FEA96B9F-841E-418F-B1DD-AEEF6C66C4BC}" srcOrd="11" destOrd="0" presId="urn:microsoft.com/office/officeart/2005/8/layout/list1"/>
    <dgm:cxn modelId="{0705562C-B398-4125-8190-EA6A9EA2B6C5}" type="presParOf" srcId="{27B5C5EF-A621-43B1-9E5F-F745CF055896}" destId="{5D8C6452-BCB3-4760-B006-A7EF9E6AECEC}" srcOrd="12" destOrd="0" presId="urn:microsoft.com/office/officeart/2005/8/layout/list1"/>
    <dgm:cxn modelId="{4DD7C4AF-0D41-4D6A-8EBA-E01B4396BCFB}" type="presParOf" srcId="{5D8C6452-BCB3-4760-B006-A7EF9E6AECEC}" destId="{86C05DD5-9B90-49D0-8263-4311ECB9BD73}" srcOrd="0" destOrd="0" presId="urn:microsoft.com/office/officeart/2005/8/layout/list1"/>
    <dgm:cxn modelId="{85C19A42-05A1-4B94-A118-132142E7228A}" type="presParOf" srcId="{5D8C6452-BCB3-4760-B006-A7EF9E6AECEC}" destId="{E6892619-2CAF-4459-9B59-DB9019322B9A}" srcOrd="1" destOrd="0" presId="urn:microsoft.com/office/officeart/2005/8/layout/list1"/>
    <dgm:cxn modelId="{2F585F2E-2D85-4254-B5A5-FF981A01FE17}" type="presParOf" srcId="{27B5C5EF-A621-43B1-9E5F-F745CF055896}" destId="{2C9DA5A2-9F39-459A-AA85-843BECBCF29C}" srcOrd="13" destOrd="0" presId="urn:microsoft.com/office/officeart/2005/8/layout/list1"/>
    <dgm:cxn modelId="{C449B149-1D06-4EC1-97AF-0191639BDB67}" type="presParOf" srcId="{27B5C5EF-A621-43B1-9E5F-F745CF055896}" destId="{D53BD508-EBAF-4DAF-9211-34315C44EA46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zh-CN" altLang="en-US"/>
        </a:p>
      </dgm:t>
    </dgm:pt>
    <dgm:pt modelId="{78BE9963-FC5C-46DB-902D-1FEB971CADE6}">
      <dgm:prSet phldrT="[文本]" custT="1"/>
      <dgm:spPr/>
      <dgm:t>
        <a:bodyPr/>
        <a:lstStyle/>
        <a:p>
          <a:pPr algn="l"/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打开攻防世界网站</a:t>
          </a:r>
        </a:p>
      </dgm:t>
    </dgm:pt>
    <dgm:pt modelId="{970F65A5-48D5-42A5-8F17-D436E4C78F7F}" type="par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00E7413E-5DDF-40B5-A625-AAC9D8CA33CB}" type="sib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题库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-</a:t>
          </a:r>
          <a:r>
            <a:rPr lang="en-US" altLang="zh-CN" sz="2000" dirty="0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pwn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-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搜索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level0</a:t>
          </a:r>
          <a:endParaRPr lang="zh-CN" altLang="en-US" sz="20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下载附件，使用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IDA</a:t>
          </a:r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64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打开</a:t>
          </a:r>
          <a:endParaRPr lang="en-US" altLang="zh-CN" sz="20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80A3467F-6870-47B4-9390-45A5E25049B0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、从</a:t>
          </a:r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main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开始，找溢出点</a:t>
          </a:r>
          <a:endParaRPr lang="en-US" altLang="zh-CN" sz="20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B84350C6-32F8-44BD-8E45-FA3AE8C877C4}" type="parTrans" cxnId="{B3578F3C-1234-46C1-831B-C7A0A0CB0FAE}">
      <dgm:prSet/>
      <dgm:spPr/>
      <dgm:t>
        <a:bodyPr/>
        <a:lstStyle/>
        <a:p>
          <a:endParaRPr lang="zh-CN" altLang="en-US"/>
        </a:p>
      </dgm:t>
    </dgm:pt>
    <dgm:pt modelId="{2837B193-3427-43E7-A5D2-E7F12AC4AD22}" type="sibTrans" cxnId="{B3578F3C-1234-46C1-831B-C7A0A0CB0FAE}">
      <dgm:prSet/>
      <dgm:spPr/>
      <dgm:t>
        <a:bodyPr/>
        <a:lstStyle/>
        <a:p>
          <a:endParaRPr lang="zh-CN" altLang="en-US"/>
        </a:p>
      </dgm:t>
    </dgm:pt>
    <dgm:pt modelId="{DA2BE6F1-FDBF-4602-8B52-E78E4B3B91E7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顺藤摸瓜找到弱点函数</a:t>
          </a:r>
          <a:endParaRPr lang="en-US" altLang="zh-CN" sz="20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E500030-DD91-4674-BFB9-784F2BA5B3E8}" type="parTrans" cxnId="{0C5454A0-3ECB-46DB-8FB5-6911B45D9936}">
      <dgm:prSet/>
      <dgm:spPr/>
      <dgm:t>
        <a:bodyPr/>
        <a:lstStyle/>
        <a:p>
          <a:endParaRPr lang="zh-CN" altLang="en-US"/>
        </a:p>
      </dgm:t>
    </dgm:pt>
    <dgm:pt modelId="{25DC57FC-A44B-411D-BB25-90B148C02BED}" type="sibTrans" cxnId="{0C5454A0-3ECB-46DB-8FB5-6911B45D9936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EB48462E-E3FE-48BE-BBB1-C1A790D87943}" type="pres">
      <dgm:prSet presAssocID="{78BE9963-FC5C-46DB-902D-1FEB971CADE6}" presName="parentLin" presStyleCnt="0"/>
      <dgm:spPr/>
    </dgm:pt>
    <dgm:pt modelId="{D6AE27B6-E6A7-4C08-A97F-4F2947D9CAAE}" type="pres">
      <dgm:prSet presAssocID="{78BE9963-FC5C-46DB-902D-1FEB971CADE6}" presName="parentLeftMargin" presStyleLbl="node1" presStyleIdx="0" presStyleCnt="5"/>
      <dgm:spPr/>
    </dgm:pt>
    <dgm:pt modelId="{730B502E-8E0E-4973-96EB-6DE0A82BE85B}" type="pres">
      <dgm:prSet presAssocID="{78BE9963-FC5C-46DB-902D-1FEB971CADE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7CFE273-4B73-4C17-A2B2-670ACE9DB204}" type="pres">
      <dgm:prSet presAssocID="{78BE9963-FC5C-46DB-902D-1FEB971CADE6}" presName="negativeSpace" presStyleCnt="0"/>
      <dgm:spPr/>
    </dgm:pt>
    <dgm:pt modelId="{02500505-D72A-4025-8FDD-8A46771C3C33}" type="pres">
      <dgm:prSet presAssocID="{78BE9963-FC5C-46DB-902D-1FEB971CADE6}" presName="childText" presStyleLbl="conFgAcc1" presStyleIdx="0" presStyleCnt="5">
        <dgm:presLayoutVars>
          <dgm:bulletEnabled val="1"/>
        </dgm:presLayoutVars>
      </dgm:prSet>
      <dgm:spPr/>
    </dgm:pt>
    <dgm:pt modelId="{1E1A0C77-AC71-46C6-BA46-699395727282}" type="pres">
      <dgm:prSet presAssocID="{00E7413E-5DDF-40B5-A625-AAC9D8CA33CB}" presName="spaceBetweenRectangles" presStyleCnt="0"/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0" presStyleCnt="5"/>
      <dgm:spPr/>
    </dgm:pt>
    <dgm:pt modelId="{224AE4A0-6A37-4649-ADCA-13A53CF2B5EA}" type="pres">
      <dgm:prSet presAssocID="{55B72F63-54A2-416A-9F4A-42621C03A43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1" presStyleCnt="5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1" presStyleCnt="5"/>
      <dgm:spPr/>
    </dgm:pt>
    <dgm:pt modelId="{57B4AFD2-DD9B-45E9-ABDF-BA2D42455870}" type="pres">
      <dgm:prSet presAssocID="{A3311C7C-16A8-4653-96C1-7573B0048A4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2" presStyleCnt="5">
        <dgm:presLayoutVars>
          <dgm:bulletEnabled val="1"/>
        </dgm:presLayoutVars>
      </dgm:prSet>
      <dgm:spPr/>
    </dgm:pt>
    <dgm:pt modelId="{E4943539-ABEA-4F4A-BE89-71E9483720F7}" type="pres">
      <dgm:prSet presAssocID="{E28C6E41-1ADA-440D-8D22-6B9D7E73E898}" presName="spaceBetweenRectangles" presStyleCnt="0"/>
      <dgm:spPr/>
    </dgm:pt>
    <dgm:pt modelId="{D8F719F7-6507-4D53-8FB3-10D57FBAFDFB}" type="pres">
      <dgm:prSet presAssocID="{80A3467F-6870-47B4-9390-45A5E25049B0}" presName="parentLin" presStyleCnt="0"/>
      <dgm:spPr/>
    </dgm:pt>
    <dgm:pt modelId="{E0079C91-95AB-4848-AE12-C24DD7F3A8C2}" type="pres">
      <dgm:prSet presAssocID="{80A3467F-6870-47B4-9390-45A5E25049B0}" presName="parentLeftMargin" presStyleLbl="node1" presStyleIdx="2" presStyleCnt="5"/>
      <dgm:spPr/>
    </dgm:pt>
    <dgm:pt modelId="{732D1543-C079-4D81-BC27-703A9B1AAD8B}" type="pres">
      <dgm:prSet presAssocID="{80A3467F-6870-47B4-9390-45A5E25049B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561F75D-9FB0-4373-97DA-18AEBB74A282}" type="pres">
      <dgm:prSet presAssocID="{80A3467F-6870-47B4-9390-45A5E25049B0}" presName="negativeSpace" presStyleCnt="0"/>
      <dgm:spPr/>
    </dgm:pt>
    <dgm:pt modelId="{7C0D436A-FB6F-4D9E-811F-002005980F24}" type="pres">
      <dgm:prSet presAssocID="{80A3467F-6870-47B4-9390-45A5E25049B0}" presName="childText" presStyleLbl="conFgAcc1" presStyleIdx="3" presStyleCnt="5">
        <dgm:presLayoutVars>
          <dgm:bulletEnabled val="1"/>
        </dgm:presLayoutVars>
      </dgm:prSet>
      <dgm:spPr/>
    </dgm:pt>
    <dgm:pt modelId="{ABE1CD5E-609B-472B-A340-880004FD578A}" type="pres">
      <dgm:prSet presAssocID="{2837B193-3427-43E7-A5D2-E7F12AC4AD22}" presName="spaceBetweenRectangles" presStyleCnt="0"/>
      <dgm:spPr/>
    </dgm:pt>
    <dgm:pt modelId="{58703463-DEFC-485B-9C4C-7492623AC5B6}" type="pres">
      <dgm:prSet presAssocID="{DA2BE6F1-FDBF-4602-8B52-E78E4B3B91E7}" presName="parentLin" presStyleCnt="0"/>
      <dgm:spPr/>
    </dgm:pt>
    <dgm:pt modelId="{74F2094E-59CD-4ADF-B941-6A374BCE926E}" type="pres">
      <dgm:prSet presAssocID="{DA2BE6F1-FDBF-4602-8B52-E78E4B3B91E7}" presName="parentLeftMargin" presStyleLbl="node1" presStyleIdx="3" presStyleCnt="5"/>
      <dgm:spPr/>
    </dgm:pt>
    <dgm:pt modelId="{6093E393-4733-4B68-93D3-E5F30EA482C7}" type="pres">
      <dgm:prSet presAssocID="{DA2BE6F1-FDBF-4602-8B52-E78E4B3B91E7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1CC10971-70A2-4372-9F19-CAC534246051}" type="pres">
      <dgm:prSet presAssocID="{DA2BE6F1-FDBF-4602-8B52-E78E4B3B91E7}" presName="negativeSpace" presStyleCnt="0"/>
      <dgm:spPr/>
    </dgm:pt>
    <dgm:pt modelId="{FC4F342E-6296-4FB5-99C9-2D80DEED1C56}" type="pres">
      <dgm:prSet presAssocID="{DA2BE6F1-FDBF-4602-8B52-E78E4B3B91E7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7554A306-2032-4D7E-A745-3A3FCDDDABBA}" type="presOf" srcId="{78BE9963-FC5C-46DB-902D-1FEB971CADE6}" destId="{730B502E-8E0E-4973-96EB-6DE0A82BE85B}" srcOrd="1" destOrd="0" presId="urn:microsoft.com/office/officeart/2005/8/layout/list1"/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BED5AF2C-B452-4BAA-ACE6-1DE8E6DC9324}" srcId="{8B27CBBE-2B3C-4DF9-96E0-9B7FF528E1C5}" destId="{55B72F63-54A2-416A-9F4A-42621C03A43D}" srcOrd="1" destOrd="0" parTransId="{FFEE04FB-F5C2-4165-A7C2-5D6BAA587982}" sibTransId="{7C795C86-9CD1-4E8D-9307-AFB345A2438E}"/>
    <dgm:cxn modelId="{B3578F3C-1234-46C1-831B-C7A0A0CB0FAE}" srcId="{8B27CBBE-2B3C-4DF9-96E0-9B7FF528E1C5}" destId="{80A3467F-6870-47B4-9390-45A5E25049B0}" srcOrd="3" destOrd="0" parTransId="{B84350C6-32F8-44BD-8E45-FA3AE8C877C4}" sibTransId="{2837B193-3427-43E7-A5D2-E7F12AC4AD22}"/>
    <dgm:cxn modelId="{8A34E443-03E6-447D-A75F-79E49A603961}" type="presOf" srcId="{DA2BE6F1-FDBF-4602-8B52-E78E4B3B91E7}" destId="{6093E393-4733-4B68-93D3-E5F30EA482C7}" srcOrd="1" destOrd="0" presId="urn:microsoft.com/office/officeart/2005/8/layout/list1"/>
    <dgm:cxn modelId="{B9A1DC49-7390-4008-9020-CDE1B878AAD7}" srcId="{8B27CBBE-2B3C-4DF9-96E0-9B7FF528E1C5}" destId="{78BE9963-FC5C-46DB-902D-1FEB971CADE6}" srcOrd="0" destOrd="0" parTransId="{970F65A5-48D5-42A5-8F17-D436E4C78F7F}" sibTransId="{00E7413E-5DDF-40B5-A625-AAC9D8CA33CB}"/>
    <dgm:cxn modelId="{23184C95-0376-490E-A7D2-A2CB4C62E653}" type="presOf" srcId="{78BE9963-FC5C-46DB-902D-1FEB971CADE6}" destId="{D6AE27B6-E6A7-4C08-A97F-4F2947D9CAAE}" srcOrd="0" destOrd="0" presId="urn:microsoft.com/office/officeart/2005/8/layout/list1"/>
    <dgm:cxn modelId="{0C5454A0-3ECB-46DB-8FB5-6911B45D9936}" srcId="{8B27CBBE-2B3C-4DF9-96E0-9B7FF528E1C5}" destId="{DA2BE6F1-FDBF-4602-8B52-E78E4B3B91E7}" srcOrd="4" destOrd="0" parTransId="{CE500030-DD91-4674-BFB9-784F2BA5B3E8}" sibTransId="{25DC57FC-A44B-411D-BB25-90B148C02BED}"/>
    <dgm:cxn modelId="{85DF3FA2-847B-42BA-8093-17825BABCEF3}" type="presOf" srcId="{80A3467F-6870-47B4-9390-45A5E25049B0}" destId="{732D1543-C079-4D81-BC27-703A9B1AAD8B}" srcOrd="1" destOrd="0" presId="urn:microsoft.com/office/officeart/2005/8/layout/list1"/>
    <dgm:cxn modelId="{9F5B61AA-575D-473A-BCA3-9761C8FE7440}" type="presOf" srcId="{DA2BE6F1-FDBF-4602-8B52-E78E4B3B91E7}" destId="{74F2094E-59CD-4ADF-B941-6A374BCE926E}" srcOrd="0" destOrd="0" presId="urn:microsoft.com/office/officeart/2005/8/layout/list1"/>
    <dgm:cxn modelId="{781907B8-B46B-433C-B775-0DAD75825550}" srcId="{8B27CBBE-2B3C-4DF9-96E0-9B7FF528E1C5}" destId="{A3311C7C-16A8-4653-96C1-7573B0048A4D}" srcOrd="2" destOrd="0" parTransId="{0BCF4B4D-9451-4317-8269-C7F355B79813}" sibTransId="{E28C6E41-1ADA-440D-8D22-6B9D7E73E898}"/>
    <dgm:cxn modelId="{7D7D3EC8-7D0F-4108-A188-D37C66F08651}" type="presOf" srcId="{80A3467F-6870-47B4-9390-45A5E25049B0}" destId="{E0079C91-95AB-4848-AE12-C24DD7F3A8C2}" srcOrd="0" destOrd="0" presId="urn:microsoft.com/office/officeart/2005/8/layout/list1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2180B123-7461-498C-86BB-0EFDFC435F1B}" type="presParOf" srcId="{27B5C5EF-A621-43B1-9E5F-F745CF055896}" destId="{EB48462E-E3FE-48BE-BBB1-C1A790D87943}" srcOrd="0" destOrd="0" presId="urn:microsoft.com/office/officeart/2005/8/layout/list1"/>
    <dgm:cxn modelId="{20A7FCD9-0833-4379-ACAB-44A9901D2FC0}" type="presParOf" srcId="{EB48462E-E3FE-48BE-BBB1-C1A790D87943}" destId="{D6AE27B6-E6A7-4C08-A97F-4F2947D9CAAE}" srcOrd="0" destOrd="0" presId="urn:microsoft.com/office/officeart/2005/8/layout/list1"/>
    <dgm:cxn modelId="{C02AD688-B598-4AA2-BFD7-65BFAB4070AB}" type="presParOf" srcId="{EB48462E-E3FE-48BE-BBB1-C1A790D87943}" destId="{730B502E-8E0E-4973-96EB-6DE0A82BE85B}" srcOrd="1" destOrd="0" presId="urn:microsoft.com/office/officeart/2005/8/layout/list1"/>
    <dgm:cxn modelId="{AC48EE2A-A8ED-4566-8802-1C19D3EB79B3}" type="presParOf" srcId="{27B5C5EF-A621-43B1-9E5F-F745CF055896}" destId="{77CFE273-4B73-4C17-A2B2-670ACE9DB204}" srcOrd="1" destOrd="0" presId="urn:microsoft.com/office/officeart/2005/8/layout/list1"/>
    <dgm:cxn modelId="{DD1559C0-FAB5-4804-9CC1-B77F77746F92}" type="presParOf" srcId="{27B5C5EF-A621-43B1-9E5F-F745CF055896}" destId="{02500505-D72A-4025-8FDD-8A46771C3C33}" srcOrd="2" destOrd="0" presId="urn:microsoft.com/office/officeart/2005/8/layout/list1"/>
    <dgm:cxn modelId="{E481887A-654D-4D5E-90F4-D7329223FB38}" type="presParOf" srcId="{27B5C5EF-A621-43B1-9E5F-F745CF055896}" destId="{1E1A0C77-AC71-46C6-BA46-699395727282}" srcOrd="3" destOrd="0" presId="urn:microsoft.com/office/officeart/2005/8/layout/list1"/>
    <dgm:cxn modelId="{291C472B-9820-436C-9D26-5C2BE99E3C17}" type="presParOf" srcId="{27B5C5EF-A621-43B1-9E5F-F745CF055896}" destId="{A8C315FE-D977-45CB-8335-B1666F3CBA4F}" srcOrd="4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5" destOrd="0" presId="urn:microsoft.com/office/officeart/2005/8/layout/list1"/>
    <dgm:cxn modelId="{3423F980-4DAF-4752-B2AC-A423716FD695}" type="presParOf" srcId="{27B5C5EF-A621-43B1-9E5F-F745CF055896}" destId="{29D67E7E-6A42-414D-9B9B-0E645D728C18}" srcOrd="6" destOrd="0" presId="urn:microsoft.com/office/officeart/2005/8/layout/list1"/>
    <dgm:cxn modelId="{5B4A46DA-ED08-473F-AE9B-0F3E509AE742}" type="presParOf" srcId="{27B5C5EF-A621-43B1-9E5F-F745CF055896}" destId="{92332D43-8816-4D84-AE79-C3EAFC84FBC8}" srcOrd="7" destOrd="0" presId="urn:microsoft.com/office/officeart/2005/8/layout/list1"/>
    <dgm:cxn modelId="{C5F299F8-7566-41CA-B099-00C27BE95C0A}" type="presParOf" srcId="{27B5C5EF-A621-43B1-9E5F-F745CF055896}" destId="{FDCEB285-12B9-42A6-86DD-55B35C1EAACF}" srcOrd="8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9" destOrd="0" presId="urn:microsoft.com/office/officeart/2005/8/layout/list1"/>
    <dgm:cxn modelId="{62B28229-48F9-4874-952B-AA4483E156FA}" type="presParOf" srcId="{27B5C5EF-A621-43B1-9E5F-F745CF055896}" destId="{26F0A34E-ED2F-4684-85B5-5591642C3C24}" srcOrd="10" destOrd="0" presId="urn:microsoft.com/office/officeart/2005/8/layout/list1"/>
    <dgm:cxn modelId="{39751441-B0A6-479A-BED5-1370CCC359BE}" type="presParOf" srcId="{27B5C5EF-A621-43B1-9E5F-F745CF055896}" destId="{E4943539-ABEA-4F4A-BE89-71E9483720F7}" srcOrd="11" destOrd="0" presId="urn:microsoft.com/office/officeart/2005/8/layout/list1"/>
    <dgm:cxn modelId="{33E2E549-EB32-4F7A-AA7F-3FCFF0EDBE8E}" type="presParOf" srcId="{27B5C5EF-A621-43B1-9E5F-F745CF055896}" destId="{D8F719F7-6507-4D53-8FB3-10D57FBAFDFB}" srcOrd="12" destOrd="0" presId="urn:microsoft.com/office/officeart/2005/8/layout/list1"/>
    <dgm:cxn modelId="{F67943E0-3045-4850-AB83-DE85F8C501EB}" type="presParOf" srcId="{D8F719F7-6507-4D53-8FB3-10D57FBAFDFB}" destId="{E0079C91-95AB-4848-AE12-C24DD7F3A8C2}" srcOrd="0" destOrd="0" presId="urn:microsoft.com/office/officeart/2005/8/layout/list1"/>
    <dgm:cxn modelId="{4CF069FA-3277-41ED-BB44-D4661C8459E4}" type="presParOf" srcId="{D8F719F7-6507-4D53-8FB3-10D57FBAFDFB}" destId="{732D1543-C079-4D81-BC27-703A9B1AAD8B}" srcOrd="1" destOrd="0" presId="urn:microsoft.com/office/officeart/2005/8/layout/list1"/>
    <dgm:cxn modelId="{6C03E748-3E25-468E-B58A-355C22FCB14A}" type="presParOf" srcId="{27B5C5EF-A621-43B1-9E5F-F745CF055896}" destId="{D561F75D-9FB0-4373-97DA-18AEBB74A282}" srcOrd="13" destOrd="0" presId="urn:microsoft.com/office/officeart/2005/8/layout/list1"/>
    <dgm:cxn modelId="{88368C41-3D25-477D-971E-E0CBAAADC97F}" type="presParOf" srcId="{27B5C5EF-A621-43B1-9E5F-F745CF055896}" destId="{7C0D436A-FB6F-4D9E-811F-002005980F24}" srcOrd="14" destOrd="0" presId="urn:microsoft.com/office/officeart/2005/8/layout/list1"/>
    <dgm:cxn modelId="{55CE47AC-7E7E-4D7B-8D75-B90EDB9BF501}" type="presParOf" srcId="{27B5C5EF-A621-43B1-9E5F-F745CF055896}" destId="{ABE1CD5E-609B-472B-A340-880004FD578A}" srcOrd="15" destOrd="0" presId="urn:microsoft.com/office/officeart/2005/8/layout/list1"/>
    <dgm:cxn modelId="{D868F359-8790-4722-8C12-1502CFE8BEB2}" type="presParOf" srcId="{27B5C5EF-A621-43B1-9E5F-F745CF055896}" destId="{58703463-DEFC-485B-9C4C-7492623AC5B6}" srcOrd="16" destOrd="0" presId="urn:microsoft.com/office/officeart/2005/8/layout/list1"/>
    <dgm:cxn modelId="{966540A9-EE56-4902-A341-51F1CC0AF8F1}" type="presParOf" srcId="{58703463-DEFC-485B-9C4C-7492623AC5B6}" destId="{74F2094E-59CD-4ADF-B941-6A374BCE926E}" srcOrd="0" destOrd="0" presId="urn:microsoft.com/office/officeart/2005/8/layout/list1"/>
    <dgm:cxn modelId="{E9602A46-AB56-4226-94F5-E88AE5577AFB}" type="presParOf" srcId="{58703463-DEFC-485B-9C4C-7492623AC5B6}" destId="{6093E393-4733-4B68-93D3-E5F30EA482C7}" srcOrd="1" destOrd="0" presId="urn:microsoft.com/office/officeart/2005/8/layout/list1"/>
    <dgm:cxn modelId="{1AC6267C-3E9C-446D-A92C-12A8D445AD98}" type="presParOf" srcId="{27B5C5EF-A621-43B1-9E5F-F745CF055896}" destId="{1CC10971-70A2-4372-9F19-CAC534246051}" srcOrd="17" destOrd="0" presId="urn:microsoft.com/office/officeart/2005/8/layout/list1"/>
    <dgm:cxn modelId="{A8590CAB-5F1A-4DC1-8E23-7FA9BEF32105}" type="presParOf" srcId="{27B5C5EF-A621-43B1-9E5F-F745CF055896}" destId="{FC4F342E-6296-4FB5-99C9-2D80DEED1C56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zh-CN" altLang="en-US"/>
        </a:p>
      </dgm:t>
    </dgm:pt>
    <dgm:pt modelId="{78BE9963-FC5C-46DB-902D-1FEB971CADE6}">
      <dgm:prSet phldrT="[文本]" custT="1"/>
      <dgm:spPr/>
      <dgm:t>
        <a:bodyPr/>
        <a:lstStyle/>
        <a:p>
          <a:pPr algn="l"/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打开弱点函数</a:t>
          </a:r>
        </a:p>
      </dgm:t>
    </dgm:pt>
    <dgm:pt modelId="{970F65A5-48D5-42A5-8F17-D436E4C78F7F}" type="par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00E7413E-5DDF-40B5-A625-AAC9D8CA33CB}" type="sib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、发现溢出函数</a:t>
          </a:r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read</a:t>
          </a:r>
          <a:endParaRPr lang="zh-CN" altLang="en-US" sz="20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2DC794A-27E9-4783-B7C5-2A3056004C14}">
      <dgm:prSet phldrT="[文本]" custT="1"/>
      <dgm:spPr/>
      <dgm:t>
        <a:bodyPr/>
        <a:lstStyle/>
        <a:p>
          <a:r>
            <a:rPr lang="en-US" altLang="zh-CN" sz="2000" dirty="0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buf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大小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0x80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字节</a:t>
          </a:r>
        </a:p>
      </dgm:t>
    </dgm:pt>
    <dgm:pt modelId="{E49FF703-1499-494E-AE10-90868A66D570}" type="parTrans" cxnId="{910E45E2-0CF3-401C-959B-6176C44B52E2}">
      <dgm:prSet/>
      <dgm:spPr/>
      <dgm:t>
        <a:bodyPr/>
        <a:lstStyle/>
        <a:p>
          <a:endParaRPr lang="zh-CN" altLang="en-US"/>
        </a:p>
      </dgm:t>
    </dgm:pt>
    <dgm:pt modelId="{72553939-B758-4B60-9362-B871DF7D7BD9}" type="sibTrans" cxnId="{910E45E2-0CF3-401C-959B-6176C44B52E2}">
      <dgm:prSet/>
      <dgm:spPr/>
      <dgm:t>
        <a:bodyPr/>
        <a:lstStyle/>
        <a:p>
          <a:endParaRPr lang="zh-CN" altLang="en-US"/>
        </a:p>
      </dgm:t>
    </dgm:pt>
    <dgm:pt modelId="{BE8FC7E3-FCB3-45AE-A6BE-53B0285F3234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read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函数可读入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0x200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字节</a:t>
          </a:r>
        </a:p>
      </dgm:t>
    </dgm:pt>
    <dgm:pt modelId="{9A1AE925-E1D6-422B-AFAC-1B764094947A}" type="parTrans" cxnId="{04577808-ADEE-4FBF-B93A-CA38AE31F2D5}">
      <dgm:prSet/>
      <dgm:spPr/>
      <dgm:t>
        <a:bodyPr/>
        <a:lstStyle/>
        <a:p>
          <a:endParaRPr lang="zh-CN" altLang="en-US"/>
        </a:p>
      </dgm:t>
    </dgm:pt>
    <dgm:pt modelId="{B888D752-275E-4D45-86AF-DB4BC44FC65F}" type="sibTrans" cxnId="{04577808-ADEE-4FBF-B93A-CA38AE31F2D5}">
      <dgm:prSet/>
      <dgm:spPr/>
      <dgm:t>
        <a:bodyPr/>
        <a:lstStyle/>
        <a:p>
          <a:endParaRPr lang="zh-CN" altLang="en-US"/>
        </a:p>
      </dgm:t>
    </dgm:pt>
    <dgm:pt modelId="{8F9D6C04-44A5-4B78-8496-710AC27F8569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产生溢出漏洞</a:t>
          </a:r>
        </a:p>
      </dgm:t>
    </dgm:pt>
    <dgm:pt modelId="{18BA9A4F-34F3-4CA0-801D-649C5BCAF1C8}" type="parTrans" cxnId="{A0BC8E13-05BF-4071-85CF-4EC37E2496E6}">
      <dgm:prSet/>
      <dgm:spPr/>
      <dgm:t>
        <a:bodyPr/>
        <a:lstStyle/>
        <a:p>
          <a:endParaRPr lang="zh-CN" altLang="en-US"/>
        </a:p>
      </dgm:t>
    </dgm:pt>
    <dgm:pt modelId="{1939B47E-B7A5-4230-83E2-96EC63C0C7AD}" type="sibTrans" cxnId="{A0BC8E13-05BF-4071-85CF-4EC37E2496E6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EB48462E-E3FE-48BE-BBB1-C1A790D87943}" type="pres">
      <dgm:prSet presAssocID="{78BE9963-FC5C-46DB-902D-1FEB971CADE6}" presName="parentLin" presStyleCnt="0"/>
      <dgm:spPr/>
    </dgm:pt>
    <dgm:pt modelId="{D6AE27B6-E6A7-4C08-A97F-4F2947D9CAAE}" type="pres">
      <dgm:prSet presAssocID="{78BE9963-FC5C-46DB-902D-1FEB971CADE6}" presName="parentLeftMargin" presStyleLbl="node1" presStyleIdx="0" presStyleCnt="5"/>
      <dgm:spPr/>
    </dgm:pt>
    <dgm:pt modelId="{730B502E-8E0E-4973-96EB-6DE0A82BE85B}" type="pres">
      <dgm:prSet presAssocID="{78BE9963-FC5C-46DB-902D-1FEB971CADE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77CFE273-4B73-4C17-A2B2-670ACE9DB204}" type="pres">
      <dgm:prSet presAssocID="{78BE9963-FC5C-46DB-902D-1FEB971CADE6}" presName="negativeSpace" presStyleCnt="0"/>
      <dgm:spPr/>
    </dgm:pt>
    <dgm:pt modelId="{02500505-D72A-4025-8FDD-8A46771C3C33}" type="pres">
      <dgm:prSet presAssocID="{78BE9963-FC5C-46DB-902D-1FEB971CADE6}" presName="childText" presStyleLbl="conFgAcc1" presStyleIdx="0" presStyleCnt="5">
        <dgm:presLayoutVars>
          <dgm:bulletEnabled val="1"/>
        </dgm:presLayoutVars>
      </dgm:prSet>
      <dgm:spPr/>
    </dgm:pt>
    <dgm:pt modelId="{1E1A0C77-AC71-46C6-BA46-699395727282}" type="pres">
      <dgm:prSet presAssocID="{00E7413E-5DDF-40B5-A625-AAC9D8CA33CB}" presName="spaceBetweenRectangles" presStyleCnt="0"/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0" presStyleCnt="5"/>
      <dgm:spPr/>
    </dgm:pt>
    <dgm:pt modelId="{224AE4A0-6A37-4649-ADCA-13A53CF2B5EA}" type="pres">
      <dgm:prSet presAssocID="{55B72F63-54A2-416A-9F4A-42621C03A43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1" presStyleCnt="5">
        <dgm:presLayoutVars>
          <dgm:bulletEnabled val="1"/>
        </dgm:presLayoutVars>
      </dgm:prSet>
      <dgm:spPr/>
    </dgm:pt>
    <dgm:pt modelId="{5CA64E57-FB7D-41E7-BC7A-C34866CFC4DB}" type="pres">
      <dgm:prSet presAssocID="{7C795C86-9CD1-4E8D-9307-AFB345A2438E}" presName="spaceBetweenRectangles" presStyleCnt="0"/>
      <dgm:spPr/>
    </dgm:pt>
    <dgm:pt modelId="{3C422479-B10A-41FC-9A58-45F33B4DB143}" type="pres">
      <dgm:prSet presAssocID="{72DC794A-27E9-4783-B7C5-2A3056004C14}" presName="parentLin" presStyleCnt="0"/>
      <dgm:spPr/>
    </dgm:pt>
    <dgm:pt modelId="{A5D00D7C-5687-4A94-934D-857BDB633550}" type="pres">
      <dgm:prSet presAssocID="{72DC794A-27E9-4783-B7C5-2A3056004C14}" presName="parentLeftMargin" presStyleLbl="node1" presStyleIdx="1" presStyleCnt="5"/>
      <dgm:spPr/>
    </dgm:pt>
    <dgm:pt modelId="{1881EAD7-C32B-4E19-AFFF-279D34CCDEC5}" type="pres">
      <dgm:prSet presAssocID="{72DC794A-27E9-4783-B7C5-2A3056004C1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1D9B50E-370B-4B80-AB34-A8D9B4F5123F}" type="pres">
      <dgm:prSet presAssocID="{72DC794A-27E9-4783-B7C5-2A3056004C14}" presName="negativeSpace" presStyleCnt="0"/>
      <dgm:spPr/>
    </dgm:pt>
    <dgm:pt modelId="{452FA821-BE12-42D9-9070-B708E51F70E6}" type="pres">
      <dgm:prSet presAssocID="{72DC794A-27E9-4783-B7C5-2A3056004C14}" presName="childText" presStyleLbl="conFgAcc1" presStyleIdx="2" presStyleCnt="5">
        <dgm:presLayoutVars>
          <dgm:bulletEnabled val="1"/>
        </dgm:presLayoutVars>
      </dgm:prSet>
      <dgm:spPr/>
    </dgm:pt>
    <dgm:pt modelId="{FE84E1A9-8110-4456-8566-CBC1ACCA5C20}" type="pres">
      <dgm:prSet presAssocID="{72553939-B758-4B60-9362-B871DF7D7BD9}" presName="spaceBetweenRectangles" presStyleCnt="0"/>
      <dgm:spPr/>
    </dgm:pt>
    <dgm:pt modelId="{EBEF33C8-BBA9-4F94-89B5-75295466197D}" type="pres">
      <dgm:prSet presAssocID="{BE8FC7E3-FCB3-45AE-A6BE-53B0285F3234}" presName="parentLin" presStyleCnt="0"/>
      <dgm:spPr/>
    </dgm:pt>
    <dgm:pt modelId="{21F7981A-6F66-436D-812B-999B6D395671}" type="pres">
      <dgm:prSet presAssocID="{BE8FC7E3-FCB3-45AE-A6BE-53B0285F3234}" presName="parentLeftMargin" presStyleLbl="node1" presStyleIdx="2" presStyleCnt="5"/>
      <dgm:spPr/>
    </dgm:pt>
    <dgm:pt modelId="{D95AE713-C4C7-4CF3-9E69-93389A77F72B}" type="pres">
      <dgm:prSet presAssocID="{BE8FC7E3-FCB3-45AE-A6BE-53B0285F323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ACB88CA-8266-471F-B964-AE2B982EA82D}" type="pres">
      <dgm:prSet presAssocID="{BE8FC7E3-FCB3-45AE-A6BE-53B0285F3234}" presName="negativeSpace" presStyleCnt="0"/>
      <dgm:spPr/>
    </dgm:pt>
    <dgm:pt modelId="{95482D42-AB3B-46F1-B350-BDACAFC18EAC}" type="pres">
      <dgm:prSet presAssocID="{BE8FC7E3-FCB3-45AE-A6BE-53B0285F3234}" presName="childText" presStyleLbl="conFgAcc1" presStyleIdx="3" presStyleCnt="5">
        <dgm:presLayoutVars>
          <dgm:bulletEnabled val="1"/>
        </dgm:presLayoutVars>
      </dgm:prSet>
      <dgm:spPr/>
    </dgm:pt>
    <dgm:pt modelId="{265CA2B0-C85D-4D3D-BDE0-27D6BBB9BB29}" type="pres">
      <dgm:prSet presAssocID="{B888D752-275E-4D45-86AF-DB4BC44FC65F}" presName="spaceBetweenRectangles" presStyleCnt="0"/>
      <dgm:spPr/>
    </dgm:pt>
    <dgm:pt modelId="{797EF299-10C0-47F0-8651-F4A9C0BD8183}" type="pres">
      <dgm:prSet presAssocID="{8F9D6C04-44A5-4B78-8496-710AC27F8569}" presName="parentLin" presStyleCnt="0"/>
      <dgm:spPr/>
    </dgm:pt>
    <dgm:pt modelId="{67DFBF03-34D1-47F7-8656-5671E816B139}" type="pres">
      <dgm:prSet presAssocID="{8F9D6C04-44A5-4B78-8496-710AC27F8569}" presName="parentLeftMargin" presStyleLbl="node1" presStyleIdx="3" presStyleCnt="5"/>
      <dgm:spPr/>
    </dgm:pt>
    <dgm:pt modelId="{C4FB8BDE-A178-4C0C-932C-273CA121BC81}" type="pres">
      <dgm:prSet presAssocID="{8F9D6C04-44A5-4B78-8496-710AC27F8569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93DE4064-F5FB-4BA5-B1B8-EDD3CAB50395}" type="pres">
      <dgm:prSet presAssocID="{8F9D6C04-44A5-4B78-8496-710AC27F8569}" presName="negativeSpace" presStyleCnt="0"/>
      <dgm:spPr/>
    </dgm:pt>
    <dgm:pt modelId="{AC0A07C1-BFB1-4F42-A070-49B2AD1E2B78}" type="pres">
      <dgm:prSet presAssocID="{8F9D6C04-44A5-4B78-8496-710AC27F8569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7554A306-2032-4D7E-A745-3A3FCDDDABBA}" type="presOf" srcId="{78BE9963-FC5C-46DB-902D-1FEB971CADE6}" destId="{730B502E-8E0E-4973-96EB-6DE0A82BE85B}" srcOrd="1" destOrd="0" presId="urn:microsoft.com/office/officeart/2005/8/layout/list1"/>
    <dgm:cxn modelId="{221A0807-6B65-48A5-A78E-D385FC8030B7}" type="presOf" srcId="{72DC794A-27E9-4783-B7C5-2A3056004C14}" destId="{A5D00D7C-5687-4A94-934D-857BDB633550}" srcOrd="0" destOrd="0" presId="urn:microsoft.com/office/officeart/2005/8/layout/list1"/>
    <dgm:cxn modelId="{04577808-ADEE-4FBF-B93A-CA38AE31F2D5}" srcId="{8B27CBBE-2B3C-4DF9-96E0-9B7FF528E1C5}" destId="{BE8FC7E3-FCB3-45AE-A6BE-53B0285F3234}" srcOrd="3" destOrd="0" parTransId="{9A1AE925-E1D6-422B-AFAC-1B764094947A}" sibTransId="{B888D752-275E-4D45-86AF-DB4BC44FC65F}"/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D13B6C13-E41E-4159-9679-24155F4E6C47}" type="presOf" srcId="{BE8FC7E3-FCB3-45AE-A6BE-53B0285F3234}" destId="{D95AE713-C4C7-4CF3-9E69-93389A77F72B}" srcOrd="1" destOrd="0" presId="urn:microsoft.com/office/officeart/2005/8/layout/list1"/>
    <dgm:cxn modelId="{A0BC8E13-05BF-4071-85CF-4EC37E2496E6}" srcId="{8B27CBBE-2B3C-4DF9-96E0-9B7FF528E1C5}" destId="{8F9D6C04-44A5-4B78-8496-710AC27F8569}" srcOrd="4" destOrd="0" parTransId="{18BA9A4F-34F3-4CA0-801D-649C5BCAF1C8}" sibTransId="{1939B47E-B7A5-4230-83E2-96EC63C0C7AD}"/>
    <dgm:cxn modelId="{BED5AF2C-B452-4BAA-ACE6-1DE8E6DC9324}" srcId="{8B27CBBE-2B3C-4DF9-96E0-9B7FF528E1C5}" destId="{55B72F63-54A2-416A-9F4A-42621C03A43D}" srcOrd="1" destOrd="0" parTransId="{FFEE04FB-F5C2-4165-A7C2-5D6BAA587982}" sibTransId="{7C795C86-9CD1-4E8D-9307-AFB345A2438E}"/>
    <dgm:cxn modelId="{AA1A4E3A-ED6A-4D58-91AA-9EFEDBBF47BC}" type="presOf" srcId="{8F9D6C04-44A5-4B78-8496-710AC27F8569}" destId="{C4FB8BDE-A178-4C0C-932C-273CA121BC81}" srcOrd="1" destOrd="0" presId="urn:microsoft.com/office/officeart/2005/8/layout/list1"/>
    <dgm:cxn modelId="{B9A1DC49-7390-4008-9020-CDE1B878AAD7}" srcId="{8B27CBBE-2B3C-4DF9-96E0-9B7FF528E1C5}" destId="{78BE9963-FC5C-46DB-902D-1FEB971CADE6}" srcOrd="0" destOrd="0" parTransId="{970F65A5-48D5-42A5-8F17-D436E4C78F7F}" sibTransId="{00E7413E-5DDF-40B5-A625-AAC9D8CA33CB}"/>
    <dgm:cxn modelId="{9CD9C792-6E2B-4FAF-A52B-6875FAA26A13}" type="presOf" srcId="{BE8FC7E3-FCB3-45AE-A6BE-53B0285F3234}" destId="{21F7981A-6F66-436D-812B-999B6D395671}" srcOrd="0" destOrd="0" presId="urn:microsoft.com/office/officeart/2005/8/layout/list1"/>
    <dgm:cxn modelId="{23184C95-0376-490E-A7D2-A2CB4C62E653}" type="presOf" srcId="{78BE9963-FC5C-46DB-902D-1FEB971CADE6}" destId="{D6AE27B6-E6A7-4C08-A97F-4F2947D9CAAE}" srcOrd="0" destOrd="0" presId="urn:microsoft.com/office/officeart/2005/8/layout/list1"/>
    <dgm:cxn modelId="{C26C7DB2-F680-4744-B089-372BD85518CA}" type="presOf" srcId="{8F9D6C04-44A5-4B78-8496-710AC27F8569}" destId="{67DFBF03-34D1-47F7-8656-5671E816B139}" srcOrd="0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910E45E2-0CF3-401C-959B-6176C44B52E2}" srcId="{8B27CBBE-2B3C-4DF9-96E0-9B7FF528E1C5}" destId="{72DC794A-27E9-4783-B7C5-2A3056004C14}" srcOrd="2" destOrd="0" parTransId="{E49FF703-1499-494E-AE10-90868A66D570}" sibTransId="{72553939-B758-4B60-9362-B871DF7D7BD9}"/>
    <dgm:cxn modelId="{DE3B22F9-E282-4140-8798-25C512509C68}" type="presOf" srcId="{72DC794A-27E9-4783-B7C5-2A3056004C14}" destId="{1881EAD7-C32B-4E19-AFFF-279D34CCDEC5}" srcOrd="1" destOrd="0" presId="urn:microsoft.com/office/officeart/2005/8/layout/list1"/>
    <dgm:cxn modelId="{2180B123-7461-498C-86BB-0EFDFC435F1B}" type="presParOf" srcId="{27B5C5EF-A621-43B1-9E5F-F745CF055896}" destId="{EB48462E-E3FE-48BE-BBB1-C1A790D87943}" srcOrd="0" destOrd="0" presId="urn:microsoft.com/office/officeart/2005/8/layout/list1"/>
    <dgm:cxn modelId="{20A7FCD9-0833-4379-ACAB-44A9901D2FC0}" type="presParOf" srcId="{EB48462E-E3FE-48BE-BBB1-C1A790D87943}" destId="{D6AE27B6-E6A7-4C08-A97F-4F2947D9CAAE}" srcOrd="0" destOrd="0" presId="urn:microsoft.com/office/officeart/2005/8/layout/list1"/>
    <dgm:cxn modelId="{C02AD688-B598-4AA2-BFD7-65BFAB4070AB}" type="presParOf" srcId="{EB48462E-E3FE-48BE-BBB1-C1A790D87943}" destId="{730B502E-8E0E-4973-96EB-6DE0A82BE85B}" srcOrd="1" destOrd="0" presId="urn:microsoft.com/office/officeart/2005/8/layout/list1"/>
    <dgm:cxn modelId="{AC48EE2A-A8ED-4566-8802-1C19D3EB79B3}" type="presParOf" srcId="{27B5C5EF-A621-43B1-9E5F-F745CF055896}" destId="{77CFE273-4B73-4C17-A2B2-670ACE9DB204}" srcOrd="1" destOrd="0" presId="urn:microsoft.com/office/officeart/2005/8/layout/list1"/>
    <dgm:cxn modelId="{DD1559C0-FAB5-4804-9CC1-B77F77746F92}" type="presParOf" srcId="{27B5C5EF-A621-43B1-9E5F-F745CF055896}" destId="{02500505-D72A-4025-8FDD-8A46771C3C33}" srcOrd="2" destOrd="0" presId="urn:microsoft.com/office/officeart/2005/8/layout/list1"/>
    <dgm:cxn modelId="{E481887A-654D-4D5E-90F4-D7329223FB38}" type="presParOf" srcId="{27B5C5EF-A621-43B1-9E5F-F745CF055896}" destId="{1E1A0C77-AC71-46C6-BA46-699395727282}" srcOrd="3" destOrd="0" presId="urn:microsoft.com/office/officeart/2005/8/layout/list1"/>
    <dgm:cxn modelId="{291C472B-9820-436C-9D26-5C2BE99E3C17}" type="presParOf" srcId="{27B5C5EF-A621-43B1-9E5F-F745CF055896}" destId="{A8C315FE-D977-45CB-8335-B1666F3CBA4F}" srcOrd="4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5" destOrd="0" presId="urn:microsoft.com/office/officeart/2005/8/layout/list1"/>
    <dgm:cxn modelId="{3423F980-4DAF-4752-B2AC-A423716FD695}" type="presParOf" srcId="{27B5C5EF-A621-43B1-9E5F-F745CF055896}" destId="{29D67E7E-6A42-414D-9B9B-0E645D728C18}" srcOrd="6" destOrd="0" presId="urn:microsoft.com/office/officeart/2005/8/layout/list1"/>
    <dgm:cxn modelId="{635C4055-DCEC-47C8-881F-EC1D1333686F}" type="presParOf" srcId="{27B5C5EF-A621-43B1-9E5F-F745CF055896}" destId="{5CA64E57-FB7D-41E7-BC7A-C34866CFC4DB}" srcOrd="7" destOrd="0" presId="urn:microsoft.com/office/officeart/2005/8/layout/list1"/>
    <dgm:cxn modelId="{757D8F34-B5DB-4414-A5E5-9A9EBDEB363E}" type="presParOf" srcId="{27B5C5EF-A621-43B1-9E5F-F745CF055896}" destId="{3C422479-B10A-41FC-9A58-45F33B4DB143}" srcOrd="8" destOrd="0" presId="urn:microsoft.com/office/officeart/2005/8/layout/list1"/>
    <dgm:cxn modelId="{E89E5D51-EC15-4AE5-A435-3A0BF6FFD71F}" type="presParOf" srcId="{3C422479-B10A-41FC-9A58-45F33B4DB143}" destId="{A5D00D7C-5687-4A94-934D-857BDB633550}" srcOrd="0" destOrd="0" presId="urn:microsoft.com/office/officeart/2005/8/layout/list1"/>
    <dgm:cxn modelId="{EE3FB684-A3D5-4F37-B8BD-792A58A2C6ED}" type="presParOf" srcId="{3C422479-B10A-41FC-9A58-45F33B4DB143}" destId="{1881EAD7-C32B-4E19-AFFF-279D34CCDEC5}" srcOrd="1" destOrd="0" presId="urn:microsoft.com/office/officeart/2005/8/layout/list1"/>
    <dgm:cxn modelId="{8A44C883-9F69-48EF-A8C9-FFC93CBB0BC2}" type="presParOf" srcId="{27B5C5EF-A621-43B1-9E5F-F745CF055896}" destId="{11D9B50E-370B-4B80-AB34-A8D9B4F5123F}" srcOrd="9" destOrd="0" presId="urn:microsoft.com/office/officeart/2005/8/layout/list1"/>
    <dgm:cxn modelId="{EA187BA7-3DD6-448E-9A28-C86EDD66B53A}" type="presParOf" srcId="{27B5C5EF-A621-43B1-9E5F-F745CF055896}" destId="{452FA821-BE12-42D9-9070-B708E51F70E6}" srcOrd="10" destOrd="0" presId="urn:microsoft.com/office/officeart/2005/8/layout/list1"/>
    <dgm:cxn modelId="{A7A18286-D3C7-4733-93B7-2F0FCF33DA1F}" type="presParOf" srcId="{27B5C5EF-A621-43B1-9E5F-F745CF055896}" destId="{FE84E1A9-8110-4456-8566-CBC1ACCA5C20}" srcOrd="11" destOrd="0" presId="urn:microsoft.com/office/officeart/2005/8/layout/list1"/>
    <dgm:cxn modelId="{2B531DC6-8A5B-4E4C-880F-C625832B6869}" type="presParOf" srcId="{27B5C5EF-A621-43B1-9E5F-F745CF055896}" destId="{EBEF33C8-BBA9-4F94-89B5-75295466197D}" srcOrd="12" destOrd="0" presId="urn:microsoft.com/office/officeart/2005/8/layout/list1"/>
    <dgm:cxn modelId="{FDB42ECE-E4F6-46BD-8F1F-E64CF421C1BA}" type="presParOf" srcId="{EBEF33C8-BBA9-4F94-89B5-75295466197D}" destId="{21F7981A-6F66-436D-812B-999B6D395671}" srcOrd="0" destOrd="0" presId="urn:microsoft.com/office/officeart/2005/8/layout/list1"/>
    <dgm:cxn modelId="{9C858274-06CA-48D5-A0DC-4E4CDE373D7C}" type="presParOf" srcId="{EBEF33C8-BBA9-4F94-89B5-75295466197D}" destId="{D95AE713-C4C7-4CF3-9E69-93389A77F72B}" srcOrd="1" destOrd="0" presId="urn:microsoft.com/office/officeart/2005/8/layout/list1"/>
    <dgm:cxn modelId="{BDD40112-B0FE-43DB-8CDD-7DE17227EFED}" type="presParOf" srcId="{27B5C5EF-A621-43B1-9E5F-F745CF055896}" destId="{DACB88CA-8266-471F-B964-AE2B982EA82D}" srcOrd="13" destOrd="0" presId="urn:microsoft.com/office/officeart/2005/8/layout/list1"/>
    <dgm:cxn modelId="{4A954F2C-92C4-4B5E-A0E8-464D7109BCAF}" type="presParOf" srcId="{27B5C5EF-A621-43B1-9E5F-F745CF055896}" destId="{95482D42-AB3B-46F1-B350-BDACAFC18EAC}" srcOrd="14" destOrd="0" presId="urn:microsoft.com/office/officeart/2005/8/layout/list1"/>
    <dgm:cxn modelId="{C0B729E0-7983-42A2-8CE0-27C439351491}" type="presParOf" srcId="{27B5C5EF-A621-43B1-9E5F-F745CF055896}" destId="{265CA2B0-C85D-4D3D-BDE0-27D6BBB9BB29}" srcOrd="15" destOrd="0" presId="urn:microsoft.com/office/officeart/2005/8/layout/list1"/>
    <dgm:cxn modelId="{3E421A48-9521-47E0-84CB-ACFF87417B70}" type="presParOf" srcId="{27B5C5EF-A621-43B1-9E5F-F745CF055896}" destId="{797EF299-10C0-47F0-8651-F4A9C0BD8183}" srcOrd="16" destOrd="0" presId="urn:microsoft.com/office/officeart/2005/8/layout/list1"/>
    <dgm:cxn modelId="{D452891F-A1A8-4118-982E-7D26C9AF8096}" type="presParOf" srcId="{797EF299-10C0-47F0-8651-F4A9C0BD8183}" destId="{67DFBF03-34D1-47F7-8656-5671E816B139}" srcOrd="0" destOrd="0" presId="urn:microsoft.com/office/officeart/2005/8/layout/list1"/>
    <dgm:cxn modelId="{4247F38F-D958-4106-B943-3BC817DF2F5A}" type="presParOf" srcId="{797EF299-10C0-47F0-8651-F4A9C0BD8183}" destId="{C4FB8BDE-A178-4C0C-932C-273CA121BC81}" srcOrd="1" destOrd="0" presId="urn:microsoft.com/office/officeart/2005/8/layout/list1"/>
    <dgm:cxn modelId="{F2836F0F-4E30-4BCA-8A48-8AB8EE2FD84D}" type="presParOf" srcId="{27B5C5EF-A621-43B1-9E5F-F745CF055896}" destId="{93DE4064-F5FB-4BA5-B1B8-EDD3CAB50395}" srcOrd="17" destOrd="0" presId="urn:microsoft.com/office/officeart/2005/8/layout/list1"/>
    <dgm:cxn modelId="{98986524-756F-46A6-BC73-3EDB74CFC6E9}" type="presParOf" srcId="{27B5C5EF-A621-43B1-9E5F-F745CF055896}" destId="{AC0A07C1-BFB1-4F42-A070-49B2AD1E2B78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zh-CN" altLang="en-US"/>
        </a:p>
      </dgm:t>
    </dgm:pt>
    <dgm:pt modelId="{78BE9963-FC5C-46DB-902D-1FEB971CADE6}">
      <dgm:prSet phldrT="[文本]" custT="1"/>
      <dgm:spPr/>
      <dgm:t>
        <a:bodyPr/>
        <a:lstStyle/>
        <a:p>
          <a:pPr algn="l"/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寻找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shellcode</a:t>
          </a:r>
          <a:endParaRPr lang="zh-CN" altLang="en-US" sz="20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70F65A5-48D5-42A5-8F17-D436E4C78F7F}" type="par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00E7413E-5DDF-40B5-A625-AAC9D8CA33CB}" type="sib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、发现函数</a:t>
          </a:r>
          <a:r>
            <a:rPr lang="en-US" altLang="zh-CN" sz="2000" dirty="0" err="1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callsystem</a:t>
          </a:r>
          <a:endParaRPr lang="zh-CN" altLang="en-US" sz="20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2DC794A-27E9-4783-B7C5-2A3056004C14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函数执行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/bin/</a:t>
          </a:r>
          <a:r>
            <a:rPr lang="en-US" altLang="zh-CN" sz="2000" dirty="0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sh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，获取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shell</a:t>
          </a:r>
          <a:endParaRPr lang="zh-CN" altLang="en-US" sz="20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49FF703-1499-494E-AE10-90868A66D570}" type="parTrans" cxnId="{910E45E2-0CF3-401C-959B-6176C44B52E2}">
      <dgm:prSet/>
      <dgm:spPr/>
      <dgm:t>
        <a:bodyPr/>
        <a:lstStyle/>
        <a:p>
          <a:endParaRPr lang="zh-CN" altLang="en-US"/>
        </a:p>
      </dgm:t>
    </dgm:pt>
    <dgm:pt modelId="{72553939-B758-4B60-9362-B871DF7D7BD9}" type="sibTrans" cxnId="{910E45E2-0CF3-401C-959B-6176C44B52E2}">
      <dgm:prSet/>
      <dgm:spPr/>
      <dgm:t>
        <a:bodyPr/>
        <a:lstStyle/>
        <a:p>
          <a:endParaRPr lang="zh-CN" altLang="en-US"/>
        </a:p>
      </dgm:t>
    </dgm:pt>
    <dgm:pt modelId="{BE8FC7E3-FCB3-45AE-A6BE-53B0285F3234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、得到该函数地址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（右键编辑函数）</a:t>
          </a:r>
        </a:p>
      </dgm:t>
    </dgm:pt>
    <dgm:pt modelId="{9A1AE925-E1D6-422B-AFAC-1B764094947A}" type="parTrans" cxnId="{04577808-ADEE-4FBF-B93A-CA38AE31F2D5}">
      <dgm:prSet/>
      <dgm:spPr/>
      <dgm:t>
        <a:bodyPr/>
        <a:lstStyle/>
        <a:p>
          <a:endParaRPr lang="zh-CN" altLang="en-US"/>
        </a:p>
      </dgm:t>
    </dgm:pt>
    <dgm:pt modelId="{B888D752-275E-4D45-86AF-DB4BC44FC65F}" type="sibTrans" cxnId="{04577808-ADEE-4FBF-B93A-CA38AE31F2D5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EB48462E-E3FE-48BE-BBB1-C1A790D87943}" type="pres">
      <dgm:prSet presAssocID="{78BE9963-FC5C-46DB-902D-1FEB971CADE6}" presName="parentLin" presStyleCnt="0"/>
      <dgm:spPr/>
    </dgm:pt>
    <dgm:pt modelId="{D6AE27B6-E6A7-4C08-A97F-4F2947D9CAAE}" type="pres">
      <dgm:prSet presAssocID="{78BE9963-FC5C-46DB-902D-1FEB971CADE6}" presName="parentLeftMargin" presStyleLbl="node1" presStyleIdx="0" presStyleCnt="4"/>
      <dgm:spPr/>
    </dgm:pt>
    <dgm:pt modelId="{730B502E-8E0E-4973-96EB-6DE0A82BE85B}" type="pres">
      <dgm:prSet presAssocID="{78BE9963-FC5C-46DB-902D-1FEB971CADE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7CFE273-4B73-4C17-A2B2-670ACE9DB204}" type="pres">
      <dgm:prSet presAssocID="{78BE9963-FC5C-46DB-902D-1FEB971CADE6}" presName="negativeSpace" presStyleCnt="0"/>
      <dgm:spPr/>
    </dgm:pt>
    <dgm:pt modelId="{02500505-D72A-4025-8FDD-8A46771C3C33}" type="pres">
      <dgm:prSet presAssocID="{78BE9963-FC5C-46DB-902D-1FEB971CADE6}" presName="childText" presStyleLbl="conFgAcc1" presStyleIdx="0" presStyleCnt="4">
        <dgm:presLayoutVars>
          <dgm:bulletEnabled val="1"/>
        </dgm:presLayoutVars>
      </dgm:prSet>
      <dgm:spPr/>
    </dgm:pt>
    <dgm:pt modelId="{1E1A0C77-AC71-46C6-BA46-699395727282}" type="pres">
      <dgm:prSet presAssocID="{00E7413E-5DDF-40B5-A625-AAC9D8CA33CB}" presName="spaceBetweenRectangles" presStyleCnt="0"/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0" presStyleCnt="4"/>
      <dgm:spPr/>
    </dgm:pt>
    <dgm:pt modelId="{224AE4A0-6A37-4649-ADCA-13A53CF2B5EA}" type="pres">
      <dgm:prSet presAssocID="{55B72F63-54A2-416A-9F4A-42621C03A43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1" presStyleCnt="4">
        <dgm:presLayoutVars>
          <dgm:bulletEnabled val="1"/>
        </dgm:presLayoutVars>
      </dgm:prSet>
      <dgm:spPr/>
    </dgm:pt>
    <dgm:pt modelId="{5CA64E57-FB7D-41E7-BC7A-C34866CFC4DB}" type="pres">
      <dgm:prSet presAssocID="{7C795C86-9CD1-4E8D-9307-AFB345A2438E}" presName="spaceBetweenRectangles" presStyleCnt="0"/>
      <dgm:spPr/>
    </dgm:pt>
    <dgm:pt modelId="{3C422479-B10A-41FC-9A58-45F33B4DB143}" type="pres">
      <dgm:prSet presAssocID="{72DC794A-27E9-4783-B7C5-2A3056004C14}" presName="parentLin" presStyleCnt="0"/>
      <dgm:spPr/>
    </dgm:pt>
    <dgm:pt modelId="{A5D00D7C-5687-4A94-934D-857BDB633550}" type="pres">
      <dgm:prSet presAssocID="{72DC794A-27E9-4783-B7C5-2A3056004C14}" presName="parentLeftMargin" presStyleLbl="node1" presStyleIdx="1" presStyleCnt="4"/>
      <dgm:spPr/>
    </dgm:pt>
    <dgm:pt modelId="{1881EAD7-C32B-4E19-AFFF-279D34CCDEC5}" type="pres">
      <dgm:prSet presAssocID="{72DC794A-27E9-4783-B7C5-2A3056004C1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1D9B50E-370B-4B80-AB34-A8D9B4F5123F}" type="pres">
      <dgm:prSet presAssocID="{72DC794A-27E9-4783-B7C5-2A3056004C14}" presName="negativeSpace" presStyleCnt="0"/>
      <dgm:spPr/>
    </dgm:pt>
    <dgm:pt modelId="{452FA821-BE12-42D9-9070-B708E51F70E6}" type="pres">
      <dgm:prSet presAssocID="{72DC794A-27E9-4783-B7C5-2A3056004C14}" presName="childText" presStyleLbl="conFgAcc1" presStyleIdx="2" presStyleCnt="4">
        <dgm:presLayoutVars>
          <dgm:bulletEnabled val="1"/>
        </dgm:presLayoutVars>
      </dgm:prSet>
      <dgm:spPr/>
    </dgm:pt>
    <dgm:pt modelId="{FE84E1A9-8110-4456-8566-CBC1ACCA5C20}" type="pres">
      <dgm:prSet presAssocID="{72553939-B758-4B60-9362-B871DF7D7BD9}" presName="spaceBetweenRectangles" presStyleCnt="0"/>
      <dgm:spPr/>
    </dgm:pt>
    <dgm:pt modelId="{EBEF33C8-BBA9-4F94-89B5-75295466197D}" type="pres">
      <dgm:prSet presAssocID="{BE8FC7E3-FCB3-45AE-A6BE-53B0285F3234}" presName="parentLin" presStyleCnt="0"/>
      <dgm:spPr/>
    </dgm:pt>
    <dgm:pt modelId="{21F7981A-6F66-436D-812B-999B6D395671}" type="pres">
      <dgm:prSet presAssocID="{BE8FC7E3-FCB3-45AE-A6BE-53B0285F3234}" presName="parentLeftMargin" presStyleLbl="node1" presStyleIdx="2" presStyleCnt="4"/>
      <dgm:spPr/>
    </dgm:pt>
    <dgm:pt modelId="{D95AE713-C4C7-4CF3-9E69-93389A77F72B}" type="pres">
      <dgm:prSet presAssocID="{BE8FC7E3-FCB3-45AE-A6BE-53B0285F323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ACB88CA-8266-471F-B964-AE2B982EA82D}" type="pres">
      <dgm:prSet presAssocID="{BE8FC7E3-FCB3-45AE-A6BE-53B0285F3234}" presName="negativeSpace" presStyleCnt="0"/>
      <dgm:spPr/>
    </dgm:pt>
    <dgm:pt modelId="{95482D42-AB3B-46F1-B350-BDACAFC18EAC}" type="pres">
      <dgm:prSet presAssocID="{BE8FC7E3-FCB3-45AE-A6BE-53B0285F323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554A306-2032-4D7E-A745-3A3FCDDDABBA}" type="presOf" srcId="{78BE9963-FC5C-46DB-902D-1FEB971CADE6}" destId="{730B502E-8E0E-4973-96EB-6DE0A82BE85B}" srcOrd="1" destOrd="0" presId="urn:microsoft.com/office/officeart/2005/8/layout/list1"/>
    <dgm:cxn modelId="{221A0807-6B65-48A5-A78E-D385FC8030B7}" type="presOf" srcId="{72DC794A-27E9-4783-B7C5-2A3056004C14}" destId="{A5D00D7C-5687-4A94-934D-857BDB633550}" srcOrd="0" destOrd="0" presId="urn:microsoft.com/office/officeart/2005/8/layout/list1"/>
    <dgm:cxn modelId="{04577808-ADEE-4FBF-B93A-CA38AE31F2D5}" srcId="{8B27CBBE-2B3C-4DF9-96E0-9B7FF528E1C5}" destId="{BE8FC7E3-FCB3-45AE-A6BE-53B0285F3234}" srcOrd="3" destOrd="0" parTransId="{9A1AE925-E1D6-422B-AFAC-1B764094947A}" sibTransId="{B888D752-275E-4D45-86AF-DB4BC44FC65F}"/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D13B6C13-E41E-4159-9679-24155F4E6C47}" type="presOf" srcId="{BE8FC7E3-FCB3-45AE-A6BE-53B0285F3234}" destId="{D95AE713-C4C7-4CF3-9E69-93389A77F72B}" srcOrd="1" destOrd="0" presId="urn:microsoft.com/office/officeart/2005/8/layout/list1"/>
    <dgm:cxn modelId="{BED5AF2C-B452-4BAA-ACE6-1DE8E6DC9324}" srcId="{8B27CBBE-2B3C-4DF9-96E0-9B7FF528E1C5}" destId="{55B72F63-54A2-416A-9F4A-42621C03A43D}" srcOrd="1" destOrd="0" parTransId="{FFEE04FB-F5C2-4165-A7C2-5D6BAA587982}" sibTransId="{7C795C86-9CD1-4E8D-9307-AFB345A2438E}"/>
    <dgm:cxn modelId="{B9A1DC49-7390-4008-9020-CDE1B878AAD7}" srcId="{8B27CBBE-2B3C-4DF9-96E0-9B7FF528E1C5}" destId="{78BE9963-FC5C-46DB-902D-1FEB971CADE6}" srcOrd="0" destOrd="0" parTransId="{970F65A5-48D5-42A5-8F17-D436E4C78F7F}" sibTransId="{00E7413E-5DDF-40B5-A625-AAC9D8CA33CB}"/>
    <dgm:cxn modelId="{9CD9C792-6E2B-4FAF-A52B-6875FAA26A13}" type="presOf" srcId="{BE8FC7E3-FCB3-45AE-A6BE-53B0285F3234}" destId="{21F7981A-6F66-436D-812B-999B6D395671}" srcOrd="0" destOrd="0" presId="urn:microsoft.com/office/officeart/2005/8/layout/list1"/>
    <dgm:cxn modelId="{23184C95-0376-490E-A7D2-A2CB4C62E653}" type="presOf" srcId="{78BE9963-FC5C-46DB-902D-1FEB971CADE6}" destId="{D6AE27B6-E6A7-4C08-A97F-4F2947D9CAAE}" srcOrd="0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910E45E2-0CF3-401C-959B-6176C44B52E2}" srcId="{8B27CBBE-2B3C-4DF9-96E0-9B7FF528E1C5}" destId="{72DC794A-27E9-4783-B7C5-2A3056004C14}" srcOrd="2" destOrd="0" parTransId="{E49FF703-1499-494E-AE10-90868A66D570}" sibTransId="{72553939-B758-4B60-9362-B871DF7D7BD9}"/>
    <dgm:cxn modelId="{DE3B22F9-E282-4140-8798-25C512509C68}" type="presOf" srcId="{72DC794A-27E9-4783-B7C5-2A3056004C14}" destId="{1881EAD7-C32B-4E19-AFFF-279D34CCDEC5}" srcOrd="1" destOrd="0" presId="urn:microsoft.com/office/officeart/2005/8/layout/list1"/>
    <dgm:cxn modelId="{2180B123-7461-498C-86BB-0EFDFC435F1B}" type="presParOf" srcId="{27B5C5EF-A621-43B1-9E5F-F745CF055896}" destId="{EB48462E-E3FE-48BE-BBB1-C1A790D87943}" srcOrd="0" destOrd="0" presId="urn:microsoft.com/office/officeart/2005/8/layout/list1"/>
    <dgm:cxn modelId="{20A7FCD9-0833-4379-ACAB-44A9901D2FC0}" type="presParOf" srcId="{EB48462E-E3FE-48BE-BBB1-C1A790D87943}" destId="{D6AE27B6-E6A7-4C08-A97F-4F2947D9CAAE}" srcOrd="0" destOrd="0" presId="urn:microsoft.com/office/officeart/2005/8/layout/list1"/>
    <dgm:cxn modelId="{C02AD688-B598-4AA2-BFD7-65BFAB4070AB}" type="presParOf" srcId="{EB48462E-E3FE-48BE-BBB1-C1A790D87943}" destId="{730B502E-8E0E-4973-96EB-6DE0A82BE85B}" srcOrd="1" destOrd="0" presId="urn:microsoft.com/office/officeart/2005/8/layout/list1"/>
    <dgm:cxn modelId="{AC48EE2A-A8ED-4566-8802-1C19D3EB79B3}" type="presParOf" srcId="{27B5C5EF-A621-43B1-9E5F-F745CF055896}" destId="{77CFE273-4B73-4C17-A2B2-670ACE9DB204}" srcOrd="1" destOrd="0" presId="urn:microsoft.com/office/officeart/2005/8/layout/list1"/>
    <dgm:cxn modelId="{DD1559C0-FAB5-4804-9CC1-B77F77746F92}" type="presParOf" srcId="{27B5C5EF-A621-43B1-9E5F-F745CF055896}" destId="{02500505-D72A-4025-8FDD-8A46771C3C33}" srcOrd="2" destOrd="0" presId="urn:microsoft.com/office/officeart/2005/8/layout/list1"/>
    <dgm:cxn modelId="{E481887A-654D-4D5E-90F4-D7329223FB38}" type="presParOf" srcId="{27B5C5EF-A621-43B1-9E5F-F745CF055896}" destId="{1E1A0C77-AC71-46C6-BA46-699395727282}" srcOrd="3" destOrd="0" presId="urn:microsoft.com/office/officeart/2005/8/layout/list1"/>
    <dgm:cxn modelId="{291C472B-9820-436C-9D26-5C2BE99E3C17}" type="presParOf" srcId="{27B5C5EF-A621-43B1-9E5F-F745CF055896}" destId="{A8C315FE-D977-45CB-8335-B1666F3CBA4F}" srcOrd="4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5" destOrd="0" presId="urn:microsoft.com/office/officeart/2005/8/layout/list1"/>
    <dgm:cxn modelId="{3423F980-4DAF-4752-B2AC-A423716FD695}" type="presParOf" srcId="{27B5C5EF-A621-43B1-9E5F-F745CF055896}" destId="{29D67E7E-6A42-414D-9B9B-0E645D728C18}" srcOrd="6" destOrd="0" presId="urn:microsoft.com/office/officeart/2005/8/layout/list1"/>
    <dgm:cxn modelId="{635C4055-DCEC-47C8-881F-EC1D1333686F}" type="presParOf" srcId="{27B5C5EF-A621-43B1-9E5F-F745CF055896}" destId="{5CA64E57-FB7D-41E7-BC7A-C34866CFC4DB}" srcOrd="7" destOrd="0" presId="urn:microsoft.com/office/officeart/2005/8/layout/list1"/>
    <dgm:cxn modelId="{757D8F34-B5DB-4414-A5E5-9A9EBDEB363E}" type="presParOf" srcId="{27B5C5EF-A621-43B1-9E5F-F745CF055896}" destId="{3C422479-B10A-41FC-9A58-45F33B4DB143}" srcOrd="8" destOrd="0" presId="urn:microsoft.com/office/officeart/2005/8/layout/list1"/>
    <dgm:cxn modelId="{E89E5D51-EC15-4AE5-A435-3A0BF6FFD71F}" type="presParOf" srcId="{3C422479-B10A-41FC-9A58-45F33B4DB143}" destId="{A5D00D7C-5687-4A94-934D-857BDB633550}" srcOrd="0" destOrd="0" presId="urn:microsoft.com/office/officeart/2005/8/layout/list1"/>
    <dgm:cxn modelId="{EE3FB684-A3D5-4F37-B8BD-792A58A2C6ED}" type="presParOf" srcId="{3C422479-B10A-41FC-9A58-45F33B4DB143}" destId="{1881EAD7-C32B-4E19-AFFF-279D34CCDEC5}" srcOrd="1" destOrd="0" presId="urn:microsoft.com/office/officeart/2005/8/layout/list1"/>
    <dgm:cxn modelId="{8A44C883-9F69-48EF-A8C9-FFC93CBB0BC2}" type="presParOf" srcId="{27B5C5EF-A621-43B1-9E5F-F745CF055896}" destId="{11D9B50E-370B-4B80-AB34-A8D9B4F5123F}" srcOrd="9" destOrd="0" presId="urn:microsoft.com/office/officeart/2005/8/layout/list1"/>
    <dgm:cxn modelId="{EA187BA7-3DD6-448E-9A28-C86EDD66B53A}" type="presParOf" srcId="{27B5C5EF-A621-43B1-9E5F-F745CF055896}" destId="{452FA821-BE12-42D9-9070-B708E51F70E6}" srcOrd="10" destOrd="0" presId="urn:microsoft.com/office/officeart/2005/8/layout/list1"/>
    <dgm:cxn modelId="{A7A18286-D3C7-4733-93B7-2F0FCF33DA1F}" type="presParOf" srcId="{27B5C5EF-A621-43B1-9E5F-F745CF055896}" destId="{FE84E1A9-8110-4456-8566-CBC1ACCA5C20}" srcOrd="11" destOrd="0" presId="urn:microsoft.com/office/officeart/2005/8/layout/list1"/>
    <dgm:cxn modelId="{2B531DC6-8A5B-4E4C-880F-C625832B6869}" type="presParOf" srcId="{27B5C5EF-A621-43B1-9E5F-F745CF055896}" destId="{EBEF33C8-BBA9-4F94-89B5-75295466197D}" srcOrd="12" destOrd="0" presId="urn:microsoft.com/office/officeart/2005/8/layout/list1"/>
    <dgm:cxn modelId="{FDB42ECE-E4F6-46BD-8F1F-E64CF421C1BA}" type="presParOf" srcId="{EBEF33C8-BBA9-4F94-89B5-75295466197D}" destId="{21F7981A-6F66-436D-812B-999B6D395671}" srcOrd="0" destOrd="0" presId="urn:microsoft.com/office/officeart/2005/8/layout/list1"/>
    <dgm:cxn modelId="{9C858274-06CA-48D5-A0DC-4E4CDE373D7C}" type="presParOf" srcId="{EBEF33C8-BBA9-4F94-89B5-75295466197D}" destId="{D95AE713-C4C7-4CF3-9E69-93389A77F72B}" srcOrd="1" destOrd="0" presId="urn:microsoft.com/office/officeart/2005/8/layout/list1"/>
    <dgm:cxn modelId="{BDD40112-B0FE-43DB-8CDD-7DE17227EFED}" type="presParOf" srcId="{27B5C5EF-A621-43B1-9E5F-F745CF055896}" destId="{DACB88CA-8266-471F-B964-AE2B982EA82D}" srcOrd="13" destOrd="0" presId="urn:microsoft.com/office/officeart/2005/8/layout/list1"/>
    <dgm:cxn modelId="{4A954F2C-92C4-4B5E-A0E8-464D7109BCAF}" type="presParOf" srcId="{27B5C5EF-A621-43B1-9E5F-F745CF055896}" destId="{95482D42-AB3B-46F1-B350-BDACAFC18EA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zh-CN" altLang="en-US"/>
        </a:p>
      </dgm:t>
    </dgm:pt>
    <dgm:pt modelId="{78BE9963-FC5C-46DB-902D-1FEB971CADE6}">
      <dgm:prSet phldrT="[文本]" custT="1"/>
      <dgm:spPr/>
      <dgm:t>
        <a:bodyPr/>
        <a:lstStyle/>
        <a:p>
          <a:pPr algn="l"/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、计算填充量</a:t>
          </a:r>
        </a:p>
      </dgm:t>
    </dgm:pt>
    <dgm:pt modelId="{970F65A5-48D5-42A5-8F17-D436E4C78F7F}" type="par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00E7413E-5DDF-40B5-A625-AAC9D8CA33CB}" type="sib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使得返回地址为</a:t>
          </a:r>
          <a:r>
            <a:rPr lang="en-US" altLang="zh-CN" sz="2000" dirty="0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callsystem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地址</a:t>
          </a: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2DC794A-27E9-4783-B7C5-2A3056004C14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填充：数组</a:t>
          </a:r>
          <a:r>
            <a:rPr lang="en-US" altLang="zh-CN" sz="2000" dirty="0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buf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(0x80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字节）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+RBP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（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8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*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8bits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</a:p>
      </dgm:t>
    </dgm:pt>
    <dgm:pt modelId="{E49FF703-1499-494E-AE10-90868A66D570}" type="parTrans" cxnId="{910E45E2-0CF3-401C-959B-6176C44B52E2}">
      <dgm:prSet/>
      <dgm:spPr/>
      <dgm:t>
        <a:bodyPr/>
        <a:lstStyle/>
        <a:p>
          <a:endParaRPr lang="zh-CN" altLang="en-US"/>
        </a:p>
      </dgm:t>
    </dgm:pt>
    <dgm:pt modelId="{72553939-B758-4B60-9362-B871DF7D7BD9}" type="sibTrans" cxnId="{910E45E2-0CF3-401C-959B-6176C44B52E2}">
      <dgm:prSet/>
      <dgm:spPr/>
      <dgm:t>
        <a:bodyPr/>
        <a:lstStyle/>
        <a:p>
          <a:endParaRPr lang="zh-CN" altLang="en-US"/>
        </a:p>
      </dgm:t>
    </dgm:pt>
    <dgm:pt modelId="{BE8FC7E3-FCB3-45AE-A6BE-53B0285F3234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6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、编写</a:t>
          </a:r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python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，获取</a:t>
          </a:r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shell</a:t>
          </a:r>
          <a:endParaRPr lang="zh-CN" altLang="en-US" sz="20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A1AE925-E1D6-422B-AFAC-1B764094947A}" type="parTrans" cxnId="{04577808-ADEE-4FBF-B93A-CA38AE31F2D5}">
      <dgm:prSet/>
      <dgm:spPr/>
      <dgm:t>
        <a:bodyPr/>
        <a:lstStyle/>
        <a:p>
          <a:endParaRPr lang="zh-CN" altLang="en-US"/>
        </a:p>
      </dgm:t>
    </dgm:pt>
    <dgm:pt modelId="{B888D752-275E-4D45-86AF-DB4BC44FC65F}" type="sibTrans" cxnId="{04577808-ADEE-4FBF-B93A-CA38AE31F2D5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EB48462E-E3FE-48BE-BBB1-C1A790D87943}" type="pres">
      <dgm:prSet presAssocID="{78BE9963-FC5C-46DB-902D-1FEB971CADE6}" presName="parentLin" presStyleCnt="0"/>
      <dgm:spPr/>
    </dgm:pt>
    <dgm:pt modelId="{D6AE27B6-E6A7-4C08-A97F-4F2947D9CAAE}" type="pres">
      <dgm:prSet presAssocID="{78BE9963-FC5C-46DB-902D-1FEB971CADE6}" presName="parentLeftMargin" presStyleLbl="node1" presStyleIdx="0" presStyleCnt="4"/>
      <dgm:spPr/>
    </dgm:pt>
    <dgm:pt modelId="{730B502E-8E0E-4973-96EB-6DE0A82BE85B}" type="pres">
      <dgm:prSet presAssocID="{78BE9963-FC5C-46DB-902D-1FEB971CADE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7CFE273-4B73-4C17-A2B2-670ACE9DB204}" type="pres">
      <dgm:prSet presAssocID="{78BE9963-FC5C-46DB-902D-1FEB971CADE6}" presName="negativeSpace" presStyleCnt="0"/>
      <dgm:spPr/>
    </dgm:pt>
    <dgm:pt modelId="{02500505-D72A-4025-8FDD-8A46771C3C33}" type="pres">
      <dgm:prSet presAssocID="{78BE9963-FC5C-46DB-902D-1FEB971CADE6}" presName="childText" presStyleLbl="conFgAcc1" presStyleIdx="0" presStyleCnt="4">
        <dgm:presLayoutVars>
          <dgm:bulletEnabled val="1"/>
        </dgm:presLayoutVars>
      </dgm:prSet>
      <dgm:spPr/>
    </dgm:pt>
    <dgm:pt modelId="{1E1A0C77-AC71-46C6-BA46-699395727282}" type="pres">
      <dgm:prSet presAssocID="{00E7413E-5DDF-40B5-A625-AAC9D8CA33CB}" presName="spaceBetweenRectangles" presStyleCnt="0"/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0" presStyleCnt="4"/>
      <dgm:spPr/>
    </dgm:pt>
    <dgm:pt modelId="{224AE4A0-6A37-4649-ADCA-13A53CF2B5EA}" type="pres">
      <dgm:prSet presAssocID="{55B72F63-54A2-416A-9F4A-42621C03A43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1" presStyleCnt="4">
        <dgm:presLayoutVars>
          <dgm:bulletEnabled val="1"/>
        </dgm:presLayoutVars>
      </dgm:prSet>
      <dgm:spPr/>
    </dgm:pt>
    <dgm:pt modelId="{5CA64E57-FB7D-41E7-BC7A-C34866CFC4DB}" type="pres">
      <dgm:prSet presAssocID="{7C795C86-9CD1-4E8D-9307-AFB345A2438E}" presName="spaceBetweenRectangles" presStyleCnt="0"/>
      <dgm:spPr/>
    </dgm:pt>
    <dgm:pt modelId="{3C422479-B10A-41FC-9A58-45F33B4DB143}" type="pres">
      <dgm:prSet presAssocID="{72DC794A-27E9-4783-B7C5-2A3056004C14}" presName="parentLin" presStyleCnt="0"/>
      <dgm:spPr/>
    </dgm:pt>
    <dgm:pt modelId="{A5D00D7C-5687-4A94-934D-857BDB633550}" type="pres">
      <dgm:prSet presAssocID="{72DC794A-27E9-4783-B7C5-2A3056004C14}" presName="parentLeftMargin" presStyleLbl="node1" presStyleIdx="1" presStyleCnt="4"/>
      <dgm:spPr/>
    </dgm:pt>
    <dgm:pt modelId="{1881EAD7-C32B-4E19-AFFF-279D34CCDEC5}" type="pres">
      <dgm:prSet presAssocID="{72DC794A-27E9-4783-B7C5-2A3056004C1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1D9B50E-370B-4B80-AB34-A8D9B4F5123F}" type="pres">
      <dgm:prSet presAssocID="{72DC794A-27E9-4783-B7C5-2A3056004C14}" presName="negativeSpace" presStyleCnt="0"/>
      <dgm:spPr/>
    </dgm:pt>
    <dgm:pt modelId="{452FA821-BE12-42D9-9070-B708E51F70E6}" type="pres">
      <dgm:prSet presAssocID="{72DC794A-27E9-4783-B7C5-2A3056004C14}" presName="childText" presStyleLbl="conFgAcc1" presStyleIdx="2" presStyleCnt="4">
        <dgm:presLayoutVars>
          <dgm:bulletEnabled val="1"/>
        </dgm:presLayoutVars>
      </dgm:prSet>
      <dgm:spPr/>
    </dgm:pt>
    <dgm:pt modelId="{FE84E1A9-8110-4456-8566-CBC1ACCA5C20}" type="pres">
      <dgm:prSet presAssocID="{72553939-B758-4B60-9362-B871DF7D7BD9}" presName="spaceBetweenRectangles" presStyleCnt="0"/>
      <dgm:spPr/>
    </dgm:pt>
    <dgm:pt modelId="{EBEF33C8-BBA9-4F94-89B5-75295466197D}" type="pres">
      <dgm:prSet presAssocID="{BE8FC7E3-FCB3-45AE-A6BE-53B0285F3234}" presName="parentLin" presStyleCnt="0"/>
      <dgm:spPr/>
    </dgm:pt>
    <dgm:pt modelId="{21F7981A-6F66-436D-812B-999B6D395671}" type="pres">
      <dgm:prSet presAssocID="{BE8FC7E3-FCB3-45AE-A6BE-53B0285F3234}" presName="parentLeftMargin" presStyleLbl="node1" presStyleIdx="2" presStyleCnt="4"/>
      <dgm:spPr/>
    </dgm:pt>
    <dgm:pt modelId="{D95AE713-C4C7-4CF3-9E69-93389A77F72B}" type="pres">
      <dgm:prSet presAssocID="{BE8FC7E3-FCB3-45AE-A6BE-53B0285F323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ACB88CA-8266-471F-B964-AE2B982EA82D}" type="pres">
      <dgm:prSet presAssocID="{BE8FC7E3-FCB3-45AE-A6BE-53B0285F3234}" presName="negativeSpace" presStyleCnt="0"/>
      <dgm:spPr/>
    </dgm:pt>
    <dgm:pt modelId="{95482D42-AB3B-46F1-B350-BDACAFC18EAC}" type="pres">
      <dgm:prSet presAssocID="{BE8FC7E3-FCB3-45AE-A6BE-53B0285F323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554A306-2032-4D7E-A745-3A3FCDDDABBA}" type="presOf" srcId="{78BE9963-FC5C-46DB-902D-1FEB971CADE6}" destId="{730B502E-8E0E-4973-96EB-6DE0A82BE85B}" srcOrd="1" destOrd="0" presId="urn:microsoft.com/office/officeart/2005/8/layout/list1"/>
    <dgm:cxn modelId="{221A0807-6B65-48A5-A78E-D385FC8030B7}" type="presOf" srcId="{72DC794A-27E9-4783-B7C5-2A3056004C14}" destId="{A5D00D7C-5687-4A94-934D-857BDB633550}" srcOrd="0" destOrd="0" presId="urn:microsoft.com/office/officeart/2005/8/layout/list1"/>
    <dgm:cxn modelId="{04577808-ADEE-4FBF-B93A-CA38AE31F2D5}" srcId="{8B27CBBE-2B3C-4DF9-96E0-9B7FF528E1C5}" destId="{BE8FC7E3-FCB3-45AE-A6BE-53B0285F3234}" srcOrd="3" destOrd="0" parTransId="{9A1AE925-E1D6-422B-AFAC-1B764094947A}" sibTransId="{B888D752-275E-4D45-86AF-DB4BC44FC65F}"/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D13B6C13-E41E-4159-9679-24155F4E6C47}" type="presOf" srcId="{BE8FC7E3-FCB3-45AE-A6BE-53B0285F3234}" destId="{D95AE713-C4C7-4CF3-9E69-93389A77F72B}" srcOrd="1" destOrd="0" presId="urn:microsoft.com/office/officeart/2005/8/layout/list1"/>
    <dgm:cxn modelId="{BED5AF2C-B452-4BAA-ACE6-1DE8E6DC9324}" srcId="{8B27CBBE-2B3C-4DF9-96E0-9B7FF528E1C5}" destId="{55B72F63-54A2-416A-9F4A-42621C03A43D}" srcOrd="1" destOrd="0" parTransId="{FFEE04FB-F5C2-4165-A7C2-5D6BAA587982}" sibTransId="{7C795C86-9CD1-4E8D-9307-AFB345A2438E}"/>
    <dgm:cxn modelId="{B9A1DC49-7390-4008-9020-CDE1B878AAD7}" srcId="{8B27CBBE-2B3C-4DF9-96E0-9B7FF528E1C5}" destId="{78BE9963-FC5C-46DB-902D-1FEB971CADE6}" srcOrd="0" destOrd="0" parTransId="{970F65A5-48D5-42A5-8F17-D436E4C78F7F}" sibTransId="{00E7413E-5DDF-40B5-A625-AAC9D8CA33CB}"/>
    <dgm:cxn modelId="{9CD9C792-6E2B-4FAF-A52B-6875FAA26A13}" type="presOf" srcId="{BE8FC7E3-FCB3-45AE-A6BE-53B0285F3234}" destId="{21F7981A-6F66-436D-812B-999B6D395671}" srcOrd="0" destOrd="0" presId="urn:microsoft.com/office/officeart/2005/8/layout/list1"/>
    <dgm:cxn modelId="{23184C95-0376-490E-A7D2-A2CB4C62E653}" type="presOf" srcId="{78BE9963-FC5C-46DB-902D-1FEB971CADE6}" destId="{D6AE27B6-E6A7-4C08-A97F-4F2947D9CAAE}" srcOrd="0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910E45E2-0CF3-401C-959B-6176C44B52E2}" srcId="{8B27CBBE-2B3C-4DF9-96E0-9B7FF528E1C5}" destId="{72DC794A-27E9-4783-B7C5-2A3056004C14}" srcOrd="2" destOrd="0" parTransId="{E49FF703-1499-494E-AE10-90868A66D570}" sibTransId="{72553939-B758-4B60-9362-B871DF7D7BD9}"/>
    <dgm:cxn modelId="{DE3B22F9-E282-4140-8798-25C512509C68}" type="presOf" srcId="{72DC794A-27E9-4783-B7C5-2A3056004C14}" destId="{1881EAD7-C32B-4E19-AFFF-279D34CCDEC5}" srcOrd="1" destOrd="0" presId="urn:microsoft.com/office/officeart/2005/8/layout/list1"/>
    <dgm:cxn modelId="{2180B123-7461-498C-86BB-0EFDFC435F1B}" type="presParOf" srcId="{27B5C5EF-A621-43B1-9E5F-F745CF055896}" destId="{EB48462E-E3FE-48BE-BBB1-C1A790D87943}" srcOrd="0" destOrd="0" presId="urn:microsoft.com/office/officeart/2005/8/layout/list1"/>
    <dgm:cxn modelId="{20A7FCD9-0833-4379-ACAB-44A9901D2FC0}" type="presParOf" srcId="{EB48462E-E3FE-48BE-BBB1-C1A790D87943}" destId="{D6AE27B6-E6A7-4C08-A97F-4F2947D9CAAE}" srcOrd="0" destOrd="0" presId="urn:microsoft.com/office/officeart/2005/8/layout/list1"/>
    <dgm:cxn modelId="{C02AD688-B598-4AA2-BFD7-65BFAB4070AB}" type="presParOf" srcId="{EB48462E-E3FE-48BE-BBB1-C1A790D87943}" destId="{730B502E-8E0E-4973-96EB-6DE0A82BE85B}" srcOrd="1" destOrd="0" presId="urn:microsoft.com/office/officeart/2005/8/layout/list1"/>
    <dgm:cxn modelId="{AC48EE2A-A8ED-4566-8802-1C19D3EB79B3}" type="presParOf" srcId="{27B5C5EF-A621-43B1-9E5F-F745CF055896}" destId="{77CFE273-4B73-4C17-A2B2-670ACE9DB204}" srcOrd="1" destOrd="0" presId="urn:microsoft.com/office/officeart/2005/8/layout/list1"/>
    <dgm:cxn modelId="{DD1559C0-FAB5-4804-9CC1-B77F77746F92}" type="presParOf" srcId="{27B5C5EF-A621-43B1-9E5F-F745CF055896}" destId="{02500505-D72A-4025-8FDD-8A46771C3C33}" srcOrd="2" destOrd="0" presId="urn:microsoft.com/office/officeart/2005/8/layout/list1"/>
    <dgm:cxn modelId="{E481887A-654D-4D5E-90F4-D7329223FB38}" type="presParOf" srcId="{27B5C5EF-A621-43B1-9E5F-F745CF055896}" destId="{1E1A0C77-AC71-46C6-BA46-699395727282}" srcOrd="3" destOrd="0" presId="urn:microsoft.com/office/officeart/2005/8/layout/list1"/>
    <dgm:cxn modelId="{291C472B-9820-436C-9D26-5C2BE99E3C17}" type="presParOf" srcId="{27B5C5EF-A621-43B1-9E5F-F745CF055896}" destId="{A8C315FE-D977-45CB-8335-B1666F3CBA4F}" srcOrd="4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5" destOrd="0" presId="urn:microsoft.com/office/officeart/2005/8/layout/list1"/>
    <dgm:cxn modelId="{3423F980-4DAF-4752-B2AC-A423716FD695}" type="presParOf" srcId="{27B5C5EF-A621-43B1-9E5F-F745CF055896}" destId="{29D67E7E-6A42-414D-9B9B-0E645D728C18}" srcOrd="6" destOrd="0" presId="urn:microsoft.com/office/officeart/2005/8/layout/list1"/>
    <dgm:cxn modelId="{635C4055-DCEC-47C8-881F-EC1D1333686F}" type="presParOf" srcId="{27B5C5EF-A621-43B1-9E5F-F745CF055896}" destId="{5CA64E57-FB7D-41E7-BC7A-C34866CFC4DB}" srcOrd="7" destOrd="0" presId="urn:microsoft.com/office/officeart/2005/8/layout/list1"/>
    <dgm:cxn modelId="{757D8F34-B5DB-4414-A5E5-9A9EBDEB363E}" type="presParOf" srcId="{27B5C5EF-A621-43B1-9E5F-F745CF055896}" destId="{3C422479-B10A-41FC-9A58-45F33B4DB143}" srcOrd="8" destOrd="0" presId="urn:microsoft.com/office/officeart/2005/8/layout/list1"/>
    <dgm:cxn modelId="{E89E5D51-EC15-4AE5-A435-3A0BF6FFD71F}" type="presParOf" srcId="{3C422479-B10A-41FC-9A58-45F33B4DB143}" destId="{A5D00D7C-5687-4A94-934D-857BDB633550}" srcOrd="0" destOrd="0" presId="urn:microsoft.com/office/officeart/2005/8/layout/list1"/>
    <dgm:cxn modelId="{EE3FB684-A3D5-4F37-B8BD-792A58A2C6ED}" type="presParOf" srcId="{3C422479-B10A-41FC-9A58-45F33B4DB143}" destId="{1881EAD7-C32B-4E19-AFFF-279D34CCDEC5}" srcOrd="1" destOrd="0" presId="urn:microsoft.com/office/officeart/2005/8/layout/list1"/>
    <dgm:cxn modelId="{8A44C883-9F69-48EF-A8C9-FFC93CBB0BC2}" type="presParOf" srcId="{27B5C5EF-A621-43B1-9E5F-F745CF055896}" destId="{11D9B50E-370B-4B80-AB34-A8D9B4F5123F}" srcOrd="9" destOrd="0" presId="urn:microsoft.com/office/officeart/2005/8/layout/list1"/>
    <dgm:cxn modelId="{EA187BA7-3DD6-448E-9A28-C86EDD66B53A}" type="presParOf" srcId="{27B5C5EF-A621-43B1-9E5F-F745CF055896}" destId="{452FA821-BE12-42D9-9070-B708E51F70E6}" srcOrd="10" destOrd="0" presId="urn:microsoft.com/office/officeart/2005/8/layout/list1"/>
    <dgm:cxn modelId="{A7A18286-D3C7-4733-93B7-2F0FCF33DA1F}" type="presParOf" srcId="{27B5C5EF-A621-43B1-9E5F-F745CF055896}" destId="{FE84E1A9-8110-4456-8566-CBC1ACCA5C20}" srcOrd="11" destOrd="0" presId="urn:microsoft.com/office/officeart/2005/8/layout/list1"/>
    <dgm:cxn modelId="{2B531DC6-8A5B-4E4C-880F-C625832B6869}" type="presParOf" srcId="{27B5C5EF-A621-43B1-9E5F-F745CF055896}" destId="{EBEF33C8-BBA9-4F94-89B5-75295466197D}" srcOrd="12" destOrd="0" presId="urn:microsoft.com/office/officeart/2005/8/layout/list1"/>
    <dgm:cxn modelId="{FDB42ECE-E4F6-46BD-8F1F-E64CF421C1BA}" type="presParOf" srcId="{EBEF33C8-BBA9-4F94-89B5-75295466197D}" destId="{21F7981A-6F66-436D-812B-999B6D395671}" srcOrd="0" destOrd="0" presId="urn:microsoft.com/office/officeart/2005/8/layout/list1"/>
    <dgm:cxn modelId="{9C858274-06CA-48D5-A0DC-4E4CDE373D7C}" type="presParOf" srcId="{EBEF33C8-BBA9-4F94-89B5-75295466197D}" destId="{D95AE713-C4C7-4CF3-9E69-93389A77F72B}" srcOrd="1" destOrd="0" presId="urn:microsoft.com/office/officeart/2005/8/layout/list1"/>
    <dgm:cxn modelId="{BDD40112-B0FE-43DB-8CDD-7DE17227EFED}" type="presParOf" srcId="{27B5C5EF-A621-43B1-9E5F-F745CF055896}" destId="{DACB88CA-8266-471F-B964-AE2B982EA82D}" srcOrd="13" destOrd="0" presId="urn:microsoft.com/office/officeart/2005/8/layout/list1"/>
    <dgm:cxn modelId="{4A954F2C-92C4-4B5E-A0E8-464D7109BCAF}" type="presParOf" srcId="{27B5C5EF-A621-43B1-9E5F-F745CF055896}" destId="{95482D42-AB3B-46F1-B350-BDACAFC18EA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zh-CN" altLang="en-US"/>
        </a:p>
      </dgm:t>
    </dgm:pt>
    <dgm:pt modelId="{78BE9963-FC5C-46DB-902D-1FEB971CADE6}">
      <dgm:prSet phldrT="[文本]" custT="1"/>
      <dgm:spPr/>
      <dgm:t>
        <a:bodyPr/>
        <a:lstStyle/>
        <a:p>
          <a:pPr algn="l"/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7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、运行程序，得到</a:t>
          </a:r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shell</a:t>
          </a:r>
          <a:endParaRPr lang="zh-CN" altLang="en-US" sz="20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70F65A5-48D5-42A5-8F17-D436E4C78F7F}" type="par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00E7413E-5DDF-40B5-A625-AAC9D8CA33CB}" type="sibTrans" cxnId="{B9A1DC49-7390-4008-9020-CDE1B878AAD7}">
      <dgm:prSet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在对方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shell</a:t>
          </a:r>
          <a:r>
            <a: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中查找</a:t>
          </a:r>
          <a:r>
            <a: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flag</a:t>
          </a:r>
          <a:endParaRPr lang="zh-CN" altLang="en-US" sz="20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0FC15F05-B7D9-4429-9D6A-E2B9FF866BB5}">
      <dgm:prSet phldrT="[文本]" custT="1"/>
      <dgm:spPr/>
      <dgm:t>
        <a:bodyPr/>
        <a:lstStyle/>
        <a:p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8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、执行</a:t>
          </a:r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ls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，</a:t>
          </a:r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cat</a:t>
          </a:r>
          <a:r>
            <a:rPr lang="zh-CN" altLang="en-US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命令得到</a:t>
          </a:r>
          <a:r>
            <a:rPr lang="en-US" altLang="zh-CN" sz="20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flag</a:t>
          </a:r>
          <a:endParaRPr lang="zh-CN" altLang="en-US" sz="20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07FB593-7BD0-4F20-811D-9F400FB81BA2}" type="parTrans" cxnId="{92D13856-9930-44B3-9C2C-141AC2F47B52}">
      <dgm:prSet/>
      <dgm:spPr/>
      <dgm:t>
        <a:bodyPr/>
        <a:lstStyle/>
        <a:p>
          <a:endParaRPr lang="zh-CN" altLang="en-US"/>
        </a:p>
      </dgm:t>
    </dgm:pt>
    <dgm:pt modelId="{003E828F-A24D-4434-A6F3-BEBAB5FDD5F3}" type="sibTrans" cxnId="{92D13856-9930-44B3-9C2C-141AC2F47B52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EB48462E-E3FE-48BE-BBB1-C1A790D87943}" type="pres">
      <dgm:prSet presAssocID="{78BE9963-FC5C-46DB-902D-1FEB971CADE6}" presName="parentLin" presStyleCnt="0"/>
      <dgm:spPr/>
    </dgm:pt>
    <dgm:pt modelId="{D6AE27B6-E6A7-4C08-A97F-4F2947D9CAAE}" type="pres">
      <dgm:prSet presAssocID="{78BE9963-FC5C-46DB-902D-1FEB971CADE6}" presName="parentLeftMargin" presStyleLbl="node1" presStyleIdx="0" presStyleCnt="3"/>
      <dgm:spPr/>
    </dgm:pt>
    <dgm:pt modelId="{730B502E-8E0E-4973-96EB-6DE0A82BE85B}" type="pres">
      <dgm:prSet presAssocID="{78BE9963-FC5C-46DB-902D-1FEB971CADE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7CFE273-4B73-4C17-A2B2-670ACE9DB204}" type="pres">
      <dgm:prSet presAssocID="{78BE9963-FC5C-46DB-902D-1FEB971CADE6}" presName="negativeSpace" presStyleCnt="0"/>
      <dgm:spPr/>
    </dgm:pt>
    <dgm:pt modelId="{02500505-D72A-4025-8FDD-8A46771C3C33}" type="pres">
      <dgm:prSet presAssocID="{78BE9963-FC5C-46DB-902D-1FEB971CADE6}" presName="childText" presStyleLbl="conFgAcc1" presStyleIdx="0" presStyleCnt="3">
        <dgm:presLayoutVars>
          <dgm:bulletEnabled val="1"/>
        </dgm:presLayoutVars>
      </dgm:prSet>
      <dgm:spPr/>
    </dgm:pt>
    <dgm:pt modelId="{1E1A0C77-AC71-46C6-BA46-699395727282}" type="pres">
      <dgm:prSet presAssocID="{00E7413E-5DDF-40B5-A625-AAC9D8CA33CB}" presName="spaceBetweenRectangles" presStyleCnt="0"/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0" presStyleCnt="3"/>
      <dgm:spPr/>
    </dgm:pt>
    <dgm:pt modelId="{224AE4A0-6A37-4649-ADCA-13A53CF2B5EA}" type="pres">
      <dgm:prSet presAssocID="{55B72F63-54A2-416A-9F4A-42621C03A43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1" presStyleCnt="3">
        <dgm:presLayoutVars>
          <dgm:bulletEnabled val="1"/>
        </dgm:presLayoutVars>
      </dgm:prSet>
      <dgm:spPr/>
    </dgm:pt>
    <dgm:pt modelId="{6590346E-D0C2-4295-B539-03FCC10ABC0D}" type="pres">
      <dgm:prSet presAssocID="{7C795C86-9CD1-4E8D-9307-AFB345A2438E}" presName="spaceBetweenRectangles" presStyleCnt="0"/>
      <dgm:spPr/>
    </dgm:pt>
    <dgm:pt modelId="{21A0A5F0-FC37-482A-9614-29CB4B5EA0ED}" type="pres">
      <dgm:prSet presAssocID="{0FC15F05-B7D9-4429-9D6A-E2B9FF866BB5}" presName="parentLin" presStyleCnt="0"/>
      <dgm:spPr/>
    </dgm:pt>
    <dgm:pt modelId="{D64E8778-57F3-4384-8BD1-4F5D352BF2BE}" type="pres">
      <dgm:prSet presAssocID="{0FC15F05-B7D9-4429-9D6A-E2B9FF866BB5}" presName="parentLeftMargin" presStyleLbl="node1" presStyleIdx="1" presStyleCnt="3"/>
      <dgm:spPr/>
    </dgm:pt>
    <dgm:pt modelId="{907CF074-93B6-46CA-85BE-1B09171FC057}" type="pres">
      <dgm:prSet presAssocID="{0FC15F05-B7D9-4429-9D6A-E2B9FF866BB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B86A03D-AC5E-4352-B47B-6CAD046AFB92}" type="pres">
      <dgm:prSet presAssocID="{0FC15F05-B7D9-4429-9D6A-E2B9FF866BB5}" presName="negativeSpace" presStyleCnt="0"/>
      <dgm:spPr/>
    </dgm:pt>
    <dgm:pt modelId="{9CB91379-F856-4B91-9E9D-06BB086CB2EE}" type="pres">
      <dgm:prSet presAssocID="{0FC15F05-B7D9-4429-9D6A-E2B9FF866BB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554A306-2032-4D7E-A745-3A3FCDDDABBA}" type="presOf" srcId="{78BE9963-FC5C-46DB-902D-1FEB971CADE6}" destId="{730B502E-8E0E-4973-96EB-6DE0A82BE85B}" srcOrd="1" destOrd="0" presId="urn:microsoft.com/office/officeart/2005/8/layout/list1"/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BED5AF2C-B452-4BAA-ACE6-1DE8E6DC9324}" srcId="{8B27CBBE-2B3C-4DF9-96E0-9B7FF528E1C5}" destId="{55B72F63-54A2-416A-9F4A-42621C03A43D}" srcOrd="1" destOrd="0" parTransId="{FFEE04FB-F5C2-4165-A7C2-5D6BAA587982}" sibTransId="{7C795C86-9CD1-4E8D-9307-AFB345A2438E}"/>
    <dgm:cxn modelId="{B9A1DC49-7390-4008-9020-CDE1B878AAD7}" srcId="{8B27CBBE-2B3C-4DF9-96E0-9B7FF528E1C5}" destId="{78BE9963-FC5C-46DB-902D-1FEB971CADE6}" srcOrd="0" destOrd="0" parTransId="{970F65A5-48D5-42A5-8F17-D436E4C78F7F}" sibTransId="{00E7413E-5DDF-40B5-A625-AAC9D8CA33CB}"/>
    <dgm:cxn modelId="{92D13856-9930-44B3-9C2C-141AC2F47B52}" srcId="{8B27CBBE-2B3C-4DF9-96E0-9B7FF528E1C5}" destId="{0FC15F05-B7D9-4429-9D6A-E2B9FF866BB5}" srcOrd="2" destOrd="0" parTransId="{D07FB593-7BD0-4F20-811D-9F400FB81BA2}" sibTransId="{003E828F-A24D-4434-A6F3-BEBAB5FDD5F3}"/>
    <dgm:cxn modelId="{BBF5E77A-BB53-4D31-8BA3-CB57B66F9992}" type="presOf" srcId="{0FC15F05-B7D9-4429-9D6A-E2B9FF866BB5}" destId="{907CF074-93B6-46CA-85BE-1B09171FC057}" srcOrd="1" destOrd="0" presId="urn:microsoft.com/office/officeart/2005/8/layout/list1"/>
    <dgm:cxn modelId="{23184C95-0376-490E-A7D2-A2CB4C62E653}" type="presOf" srcId="{78BE9963-FC5C-46DB-902D-1FEB971CADE6}" destId="{D6AE27B6-E6A7-4C08-A97F-4F2947D9CAAE}" srcOrd="0" destOrd="0" presId="urn:microsoft.com/office/officeart/2005/8/layout/list1"/>
    <dgm:cxn modelId="{A3DD689B-F87D-44D0-A643-6994FCEF9E4E}" type="presOf" srcId="{0FC15F05-B7D9-4429-9D6A-E2B9FF866BB5}" destId="{D64E8778-57F3-4384-8BD1-4F5D352BF2BE}" srcOrd="0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2180B123-7461-498C-86BB-0EFDFC435F1B}" type="presParOf" srcId="{27B5C5EF-A621-43B1-9E5F-F745CF055896}" destId="{EB48462E-E3FE-48BE-BBB1-C1A790D87943}" srcOrd="0" destOrd="0" presId="urn:microsoft.com/office/officeart/2005/8/layout/list1"/>
    <dgm:cxn modelId="{20A7FCD9-0833-4379-ACAB-44A9901D2FC0}" type="presParOf" srcId="{EB48462E-E3FE-48BE-BBB1-C1A790D87943}" destId="{D6AE27B6-E6A7-4C08-A97F-4F2947D9CAAE}" srcOrd="0" destOrd="0" presId="urn:microsoft.com/office/officeart/2005/8/layout/list1"/>
    <dgm:cxn modelId="{C02AD688-B598-4AA2-BFD7-65BFAB4070AB}" type="presParOf" srcId="{EB48462E-E3FE-48BE-BBB1-C1A790D87943}" destId="{730B502E-8E0E-4973-96EB-6DE0A82BE85B}" srcOrd="1" destOrd="0" presId="urn:microsoft.com/office/officeart/2005/8/layout/list1"/>
    <dgm:cxn modelId="{AC48EE2A-A8ED-4566-8802-1C19D3EB79B3}" type="presParOf" srcId="{27B5C5EF-A621-43B1-9E5F-F745CF055896}" destId="{77CFE273-4B73-4C17-A2B2-670ACE9DB204}" srcOrd="1" destOrd="0" presId="urn:microsoft.com/office/officeart/2005/8/layout/list1"/>
    <dgm:cxn modelId="{DD1559C0-FAB5-4804-9CC1-B77F77746F92}" type="presParOf" srcId="{27B5C5EF-A621-43B1-9E5F-F745CF055896}" destId="{02500505-D72A-4025-8FDD-8A46771C3C33}" srcOrd="2" destOrd="0" presId="urn:microsoft.com/office/officeart/2005/8/layout/list1"/>
    <dgm:cxn modelId="{E481887A-654D-4D5E-90F4-D7329223FB38}" type="presParOf" srcId="{27B5C5EF-A621-43B1-9E5F-F745CF055896}" destId="{1E1A0C77-AC71-46C6-BA46-699395727282}" srcOrd="3" destOrd="0" presId="urn:microsoft.com/office/officeart/2005/8/layout/list1"/>
    <dgm:cxn modelId="{291C472B-9820-436C-9D26-5C2BE99E3C17}" type="presParOf" srcId="{27B5C5EF-A621-43B1-9E5F-F745CF055896}" destId="{A8C315FE-D977-45CB-8335-B1666F3CBA4F}" srcOrd="4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5" destOrd="0" presId="urn:microsoft.com/office/officeart/2005/8/layout/list1"/>
    <dgm:cxn modelId="{3423F980-4DAF-4752-B2AC-A423716FD695}" type="presParOf" srcId="{27B5C5EF-A621-43B1-9E5F-F745CF055896}" destId="{29D67E7E-6A42-414D-9B9B-0E645D728C18}" srcOrd="6" destOrd="0" presId="urn:microsoft.com/office/officeart/2005/8/layout/list1"/>
    <dgm:cxn modelId="{7949C6AD-1E99-4BAA-8A3B-56DCB427C7FC}" type="presParOf" srcId="{27B5C5EF-A621-43B1-9E5F-F745CF055896}" destId="{6590346E-D0C2-4295-B539-03FCC10ABC0D}" srcOrd="7" destOrd="0" presId="urn:microsoft.com/office/officeart/2005/8/layout/list1"/>
    <dgm:cxn modelId="{7E2F95FD-453D-4D2D-B5CC-103300F42142}" type="presParOf" srcId="{27B5C5EF-A621-43B1-9E5F-F745CF055896}" destId="{21A0A5F0-FC37-482A-9614-29CB4B5EA0ED}" srcOrd="8" destOrd="0" presId="urn:microsoft.com/office/officeart/2005/8/layout/list1"/>
    <dgm:cxn modelId="{FF5903B9-F283-4CE1-9BA8-159053C11365}" type="presParOf" srcId="{21A0A5F0-FC37-482A-9614-29CB4B5EA0ED}" destId="{D64E8778-57F3-4384-8BD1-4F5D352BF2BE}" srcOrd="0" destOrd="0" presId="urn:microsoft.com/office/officeart/2005/8/layout/list1"/>
    <dgm:cxn modelId="{4EF357B5-7262-44CD-A53B-12AABE00D8D1}" type="presParOf" srcId="{21A0A5F0-FC37-482A-9614-29CB4B5EA0ED}" destId="{907CF074-93B6-46CA-85BE-1B09171FC057}" srcOrd="1" destOrd="0" presId="urn:microsoft.com/office/officeart/2005/8/layout/list1"/>
    <dgm:cxn modelId="{BF8FAED7-7518-489D-99D8-CABC68AF0A4F}" type="presParOf" srcId="{27B5C5EF-A621-43B1-9E5F-F745CF055896}" destId="{EB86A03D-AC5E-4352-B47B-6CAD046AFB92}" srcOrd="9" destOrd="0" presId="urn:microsoft.com/office/officeart/2005/8/layout/list1"/>
    <dgm:cxn modelId="{B2AE67E5-ABC7-4544-A666-AF2A45C8C45C}" type="presParOf" srcId="{27B5C5EF-A621-43B1-9E5F-F745CF055896}" destId="{9CB91379-F856-4B91-9E9D-06BB086CB2E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zh-CN" altLang="en-US" sz="2400">
              <a:latin typeface="微软雅黑" panose="020B0503020204020204" pitchFamily="34" charset="-122"/>
              <a:ea typeface="微软雅黑" panose="020B0503020204020204" pitchFamily="34" charset="-122"/>
            </a:rPr>
            <a:t>再来一例：</a:t>
          </a:r>
          <a:r>
            <a:rPr lang="en-US" altLang="zh-CN" sz="2400">
              <a:latin typeface="微软雅黑" panose="020B0503020204020204" pitchFamily="34" charset="-122"/>
              <a:ea typeface="微软雅黑" panose="020B0503020204020204" pitchFamily="34" charset="-122"/>
            </a:rPr>
            <a:t>level2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r>
            <a: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rPr>
            <a:t>ROP</a:t>
          </a:r>
          <a:r>
            <a: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rPr>
            <a:t>：返回编程，地址及参数</a:t>
          </a:r>
          <a:endParaRPr lang="en-US" altLang="zh-CN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A4247686-7D24-4AD7-9957-54E762637C80}">
      <dgm:prSet phldrT="[文本]" custT="1"/>
      <dgm:spPr/>
      <dgm:t>
        <a:bodyPr/>
        <a:lstStyle/>
        <a:p>
          <a:r>
            <a:rPr lang="zh-CN" altLang="en-US" sz="2400">
              <a:latin typeface="微软雅黑" panose="020B0503020204020204" pitchFamily="34" charset="-122"/>
              <a:ea typeface="微软雅黑" panose="020B0503020204020204" pitchFamily="34" charset="-122"/>
            </a:rPr>
            <a:t>搞清楚：参数在什么位置</a:t>
          </a:r>
          <a:endParaRPr lang="en-US" altLang="zh-CN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82C842B-3E82-4359-8F27-F2531D02EED0}" type="par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4A0288A8-A93F-4F59-BB0F-2C67E5CA3C82}" type="sib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0" presStyleCnt="3"/>
      <dgm:spPr/>
    </dgm:pt>
    <dgm:pt modelId="{224AE4A0-6A37-4649-ADCA-13A53CF2B5EA}" type="pres">
      <dgm:prSet presAssocID="{55B72F63-54A2-416A-9F4A-42621C03A43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0" presStyleCnt="3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0" presStyleCnt="3"/>
      <dgm:spPr/>
    </dgm:pt>
    <dgm:pt modelId="{57B4AFD2-DD9B-45E9-ABDF-BA2D42455870}" type="pres">
      <dgm:prSet presAssocID="{A3311C7C-16A8-4653-96C1-7573B0048A4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1" presStyleCnt="3">
        <dgm:presLayoutVars>
          <dgm:bulletEnabled val="1"/>
        </dgm:presLayoutVars>
      </dgm:prSet>
      <dgm:spPr/>
    </dgm:pt>
    <dgm:pt modelId="{FEA96B9F-841E-418F-B1DD-AEEF6C66C4BC}" type="pres">
      <dgm:prSet presAssocID="{E28C6E41-1ADA-440D-8D22-6B9D7E73E898}" presName="spaceBetweenRectangles" presStyleCnt="0"/>
      <dgm:spPr/>
    </dgm:pt>
    <dgm:pt modelId="{5D8C6452-BCB3-4760-B006-A7EF9E6AECEC}" type="pres">
      <dgm:prSet presAssocID="{A4247686-7D24-4AD7-9957-54E762637C80}" presName="parentLin" presStyleCnt="0"/>
      <dgm:spPr/>
    </dgm:pt>
    <dgm:pt modelId="{86C05DD5-9B90-49D0-8263-4311ECB9BD73}" type="pres">
      <dgm:prSet presAssocID="{A4247686-7D24-4AD7-9957-54E762637C80}" presName="parentLeftMargin" presStyleLbl="node1" presStyleIdx="1" presStyleCnt="3"/>
      <dgm:spPr/>
    </dgm:pt>
    <dgm:pt modelId="{E6892619-2CAF-4459-9B59-DB9019322B9A}" type="pres">
      <dgm:prSet presAssocID="{A4247686-7D24-4AD7-9957-54E762637C8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C9DA5A2-9F39-459A-AA85-843BECBCF29C}" type="pres">
      <dgm:prSet presAssocID="{A4247686-7D24-4AD7-9957-54E762637C80}" presName="negativeSpace" presStyleCnt="0"/>
      <dgm:spPr/>
    </dgm:pt>
    <dgm:pt modelId="{D53BD508-EBAF-4DAF-9211-34315C44EA46}" type="pres">
      <dgm:prSet presAssocID="{A4247686-7D24-4AD7-9957-54E762637C8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BED5AF2C-B452-4BAA-ACE6-1DE8E6DC9324}" srcId="{8B27CBBE-2B3C-4DF9-96E0-9B7FF528E1C5}" destId="{55B72F63-54A2-416A-9F4A-42621C03A43D}" srcOrd="0" destOrd="0" parTransId="{FFEE04FB-F5C2-4165-A7C2-5D6BAA587982}" sibTransId="{7C795C86-9CD1-4E8D-9307-AFB345A2438E}"/>
    <dgm:cxn modelId="{77D2F899-441E-48D2-9EC1-BC41AAA28FC5}" type="presOf" srcId="{A4247686-7D24-4AD7-9957-54E762637C80}" destId="{E6892619-2CAF-4459-9B59-DB9019322B9A}" srcOrd="1" destOrd="0" presId="urn:microsoft.com/office/officeart/2005/8/layout/list1"/>
    <dgm:cxn modelId="{781907B8-B46B-433C-B775-0DAD75825550}" srcId="{8B27CBBE-2B3C-4DF9-96E0-9B7FF528E1C5}" destId="{A3311C7C-16A8-4653-96C1-7573B0048A4D}" srcOrd="1" destOrd="0" parTransId="{0BCF4B4D-9451-4317-8269-C7F355B79813}" sibTransId="{E28C6E41-1ADA-440D-8D22-6B9D7E73E898}"/>
    <dgm:cxn modelId="{3F30D5BC-9D27-4C43-9053-A3EA4F7262E5}" type="presOf" srcId="{A4247686-7D24-4AD7-9957-54E762637C80}" destId="{86C05DD5-9B90-49D0-8263-4311ECB9BD73}" srcOrd="0" destOrd="0" presId="urn:microsoft.com/office/officeart/2005/8/layout/list1"/>
    <dgm:cxn modelId="{7D4124BE-EDAF-42C9-9869-B13DF3243ABC}" srcId="{8B27CBBE-2B3C-4DF9-96E0-9B7FF528E1C5}" destId="{A4247686-7D24-4AD7-9957-54E762637C80}" srcOrd="2" destOrd="0" parTransId="{882C842B-3E82-4359-8F27-F2531D02EED0}" sibTransId="{4A0288A8-A93F-4F59-BB0F-2C67E5CA3C82}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291C472B-9820-436C-9D26-5C2BE99E3C17}" type="presParOf" srcId="{27B5C5EF-A621-43B1-9E5F-F745CF055896}" destId="{A8C315FE-D977-45CB-8335-B1666F3CBA4F}" srcOrd="0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1" destOrd="0" presId="urn:microsoft.com/office/officeart/2005/8/layout/list1"/>
    <dgm:cxn modelId="{3423F980-4DAF-4752-B2AC-A423716FD695}" type="presParOf" srcId="{27B5C5EF-A621-43B1-9E5F-F745CF055896}" destId="{29D67E7E-6A42-414D-9B9B-0E645D728C18}" srcOrd="2" destOrd="0" presId="urn:microsoft.com/office/officeart/2005/8/layout/list1"/>
    <dgm:cxn modelId="{5B4A46DA-ED08-473F-AE9B-0F3E509AE742}" type="presParOf" srcId="{27B5C5EF-A621-43B1-9E5F-F745CF055896}" destId="{92332D43-8816-4D84-AE79-C3EAFC84FBC8}" srcOrd="3" destOrd="0" presId="urn:microsoft.com/office/officeart/2005/8/layout/list1"/>
    <dgm:cxn modelId="{C5F299F8-7566-41CA-B099-00C27BE95C0A}" type="presParOf" srcId="{27B5C5EF-A621-43B1-9E5F-F745CF055896}" destId="{FDCEB285-12B9-42A6-86DD-55B35C1EAACF}" srcOrd="4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5" destOrd="0" presId="urn:microsoft.com/office/officeart/2005/8/layout/list1"/>
    <dgm:cxn modelId="{62B28229-48F9-4874-952B-AA4483E156FA}" type="presParOf" srcId="{27B5C5EF-A621-43B1-9E5F-F745CF055896}" destId="{26F0A34E-ED2F-4684-85B5-5591642C3C24}" srcOrd="6" destOrd="0" presId="urn:microsoft.com/office/officeart/2005/8/layout/list1"/>
    <dgm:cxn modelId="{2FDF2259-3668-4C9E-9488-91C4EC4BF091}" type="presParOf" srcId="{27B5C5EF-A621-43B1-9E5F-F745CF055896}" destId="{FEA96B9F-841E-418F-B1DD-AEEF6C66C4BC}" srcOrd="7" destOrd="0" presId="urn:microsoft.com/office/officeart/2005/8/layout/list1"/>
    <dgm:cxn modelId="{0705562C-B398-4125-8190-EA6A9EA2B6C5}" type="presParOf" srcId="{27B5C5EF-A621-43B1-9E5F-F745CF055896}" destId="{5D8C6452-BCB3-4760-B006-A7EF9E6AECEC}" srcOrd="8" destOrd="0" presId="urn:microsoft.com/office/officeart/2005/8/layout/list1"/>
    <dgm:cxn modelId="{4DD7C4AF-0D41-4D6A-8EBA-E01B4396BCFB}" type="presParOf" srcId="{5D8C6452-BCB3-4760-B006-A7EF9E6AECEC}" destId="{86C05DD5-9B90-49D0-8263-4311ECB9BD73}" srcOrd="0" destOrd="0" presId="urn:microsoft.com/office/officeart/2005/8/layout/list1"/>
    <dgm:cxn modelId="{85C19A42-05A1-4B94-A118-132142E7228A}" type="presParOf" srcId="{5D8C6452-BCB3-4760-B006-A7EF9E6AECEC}" destId="{E6892619-2CAF-4459-9B59-DB9019322B9A}" srcOrd="1" destOrd="0" presId="urn:microsoft.com/office/officeart/2005/8/layout/list1"/>
    <dgm:cxn modelId="{2F585F2E-2D85-4254-B5A5-FF981A01FE17}" type="presParOf" srcId="{27B5C5EF-A621-43B1-9E5F-F745CF055896}" destId="{2C9DA5A2-9F39-459A-AA85-843BECBCF29C}" srcOrd="9" destOrd="0" presId="urn:microsoft.com/office/officeart/2005/8/layout/list1"/>
    <dgm:cxn modelId="{C449B149-1D06-4EC1-97AF-0191639BDB67}" type="presParOf" srcId="{27B5C5EF-A621-43B1-9E5F-F745CF055896}" destId="{D53BD508-EBAF-4DAF-9211-34315C44EA4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下载附件，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IDA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打开（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32bit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找到溢出点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A4247686-7D24-4AD7-9957-54E762637C80}">
      <dgm:prSet phldrT="[文本]" custT="1"/>
      <dgm:spPr/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计算溢出填充量（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0x88 + 4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A0288A8-A93F-4F59-BB0F-2C67E5CA3C82}" type="sib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882C842B-3E82-4359-8F27-F2531D02EED0}" type="par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0" presStyleCnt="3"/>
      <dgm:spPr/>
    </dgm:pt>
    <dgm:pt modelId="{224AE4A0-6A37-4649-ADCA-13A53CF2B5EA}" type="pres">
      <dgm:prSet presAssocID="{55B72F63-54A2-416A-9F4A-42621C03A43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0" presStyleCnt="3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0" presStyleCnt="3"/>
      <dgm:spPr/>
    </dgm:pt>
    <dgm:pt modelId="{57B4AFD2-DD9B-45E9-ABDF-BA2D42455870}" type="pres">
      <dgm:prSet presAssocID="{A3311C7C-16A8-4653-96C1-7573B0048A4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1" presStyleCnt="3">
        <dgm:presLayoutVars>
          <dgm:bulletEnabled val="1"/>
        </dgm:presLayoutVars>
      </dgm:prSet>
      <dgm:spPr/>
    </dgm:pt>
    <dgm:pt modelId="{FEA96B9F-841E-418F-B1DD-AEEF6C66C4BC}" type="pres">
      <dgm:prSet presAssocID="{E28C6E41-1ADA-440D-8D22-6B9D7E73E898}" presName="spaceBetweenRectangles" presStyleCnt="0"/>
      <dgm:spPr/>
    </dgm:pt>
    <dgm:pt modelId="{5D8C6452-BCB3-4760-B006-A7EF9E6AECEC}" type="pres">
      <dgm:prSet presAssocID="{A4247686-7D24-4AD7-9957-54E762637C80}" presName="parentLin" presStyleCnt="0"/>
      <dgm:spPr/>
    </dgm:pt>
    <dgm:pt modelId="{86C05DD5-9B90-49D0-8263-4311ECB9BD73}" type="pres">
      <dgm:prSet presAssocID="{A4247686-7D24-4AD7-9957-54E762637C80}" presName="parentLeftMargin" presStyleLbl="node1" presStyleIdx="1" presStyleCnt="3"/>
      <dgm:spPr/>
    </dgm:pt>
    <dgm:pt modelId="{E6892619-2CAF-4459-9B59-DB9019322B9A}" type="pres">
      <dgm:prSet presAssocID="{A4247686-7D24-4AD7-9957-54E762637C8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C9DA5A2-9F39-459A-AA85-843BECBCF29C}" type="pres">
      <dgm:prSet presAssocID="{A4247686-7D24-4AD7-9957-54E762637C80}" presName="negativeSpace" presStyleCnt="0"/>
      <dgm:spPr/>
    </dgm:pt>
    <dgm:pt modelId="{D53BD508-EBAF-4DAF-9211-34315C44EA46}" type="pres">
      <dgm:prSet presAssocID="{A4247686-7D24-4AD7-9957-54E762637C8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BED5AF2C-B452-4BAA-ACE6-1DE8E6DC9324}" srcId="{8B27CBBE-2B3C-4DF9-96E0-9B7FF528E1C5}" destId="{55B72F63-54A2-416A-9F4A-42621C03A43D}" srcOrd="0" destOrd="0" parTransId="{FFEE04FB-F5C2-4165-A7C2-5D6BAA587982}" sibTransId="{7C795C86-9CD1-4E8D-9307-AFB345A2438E}"/>
    <dgm:cxn modelId="{77D2F899-441E-48D2-9EC1-BC41AAA28FC5}" type="presOf" srcId="{A4247686-7D24-4AD7-9957-54E762637C80}" destId="{E6892619-2CAF-4459-9B59-DB9019322B9A}" srcOrd="1" destOrd="0" presId="urn:microsoft.com/office/officeart/2005/8/layout/list1"/>
    <dgm:cxn modelId="{781907B8-B46B-433C-B775-0DAD75825550}" srcId="{8B27CBBE-2B3C-4DF9-96E0-9B7FF528E1C5}" destId="{A3311C7C-16A8-4653-96C1-7573B0048A4D}" srcOrd="1" destOrd="0" parTransId="{0BCF4B4D-9451-4317-8269-C7F355B79813}" sibTransId="{E28C6E41-1ADA-440D-8D22-6B9D7E73E898}"/>
    <dgm:cxn modelId="{3F30D5BC-9D27-4C43-9053-A3EA4F7262E5}" type="presOf" srcId="{A4247686-7D24-4AD7-9957-54E762637C80}" destId="{86C05DD5-9B90-49D0-8263-4311ECB9BD73}" srcOrd="0" destOrd="0" presId="urn:microsoft.com/office/officeart/2005/8/layout/list1"/>
    <dgm:cxn modelId="{7D4124BE-EDAF-42C9-9869-B13DF3243ABC}" srcId="{8B27CBBE-2B3C-4DF9-96E0-9B7FF528E1C5}" destId="{A4247686-7D24-4AD7-9957-54E762637C80}" srcOrd="2" destOrd="0" parTransId="{882C842B-3E82-4359-8F27-F2531D02EED0}" sibTransId="{4A0288A8-A93F-4F59-BB0F-2C67E5CA3C82}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291C472B-9820-436C-9D26-5C2BE99E3C17}" type="presParOf" srcId="{27B5C5EF-A621-43B1-9E5F-F745CF055896}" destId="{A8C315FE-D977-45CB-8335-B1666F3CBA4F}" srcOrd="0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1" destOrd="0" presId="urn:microsoft.com/office/officeart/2005/8/layout/list1"/>
    <dgm:cxn modelId="{3423F980-4DAF-4752-B2AC-A423716FD695}" type="presParOf" srcId="{27B5C5EF-A621-43B1-9E5F-F745CF055896}" destId="{29D67E7E-6A42-414D-9B9B-0E645D728C18}" srcOrd="2" destOrd="0" presId="urn:microsoft.com/office/officeart/2005/8/layout/list1"/>
    <dgm:cxn modelId="{5B4A46DA-ED08-473F-AE9B-0F3E509AE742}" type="presParOf" srcId="{27B5C5EF-A621-43B1-9E5F-F745CF055896}" destId="{92332D43-8816-4D84-AE79-C3EAFC84FBC8}" srcOrd="3" destOrd="0" presId="urn:microsoft.com/office/officeart/2005/8/layout/list1"/>
    <dgm:cxn modelId="{C5F299F8-7566-41CA-B099-00C27BE95C0A}" type="presParOf" srcId="{27B5C5EF-A621-43B1-9E5F-F745CF055896}" destId="{FDCEB285-12B9-42A6-86DD-55B35C1EAACF}" srcOrd="4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5" destOrd="0" presId="urn:microsoft.com/office/officeart/2005/8/layout/list1"/>
    <dgm:cxn modelId="{62B28229-48F9-4874-952B-AA4483E156FA}" type="presParOf" srcId="{27B5C5EF-A621-43B1-9E5F-F745CF055896}" destId="{26F0A34E-ED2F-4684-85B5-5591642C3C24}" srcOrd="6" destOrd="0" presId="urn:microsoft.com/office/officeart/2005/8/layout/list1"/>
    <dgm:cxn modelId="{2FDF2259-3668-4C9E-9488-91C4EC4BF091}" type="presParOf" srcId="{27B5C5EF-A621-43B1-9E5F-F745CF055896}" destId="{FEA96B9F-841E-418F-B1DD-AEEF6C66C4BC}" srcOrd="7" destOrd="0" presId="urn:microsoft.com/office/officeart/2005/8/layout/list1"/>
    <dgm:cxn modelId="{0705562C-B398-4125-8190-EA6A9EA2B6C5}" type="presParOf" srcId="{27B5C5EF-A621-43B1-9E5F-F745CF055896}" destId="{5D8C6452-BCB3-4760-B006-A7EF9E6AECEC}" srcOrd="8" destOrd="0" presId="urn:microsoft.com/office/officeart/2005/8/layout/list1"/>
    <dgm:cxn modelId="{4DD7C4AF-0D41-4D6A-8EBA-E01B4396BCFB}" type="presParOf" srcId="{5D8C6452-BCB3-4760-B006-A7EF9E6AECEC}" destId="{86C05DD5-9B90-49D0-8263-4311ECB9BD73}" srcOrd="0" destOrd="0" presId="urn:microsoft.com/office/officeart/2005/8/layout/list1"/>
    <dgm:cxn modelId="{85C19A42-05A1-4B94-A118-132142E7228A}" type="presParOf" srcId="{5D8C6452-BCB3-4760-B006-A7EF9E6AECEC}" destId="{E6892619-2CAF-4459-9B59-DB9019322B9A}" srcOrd="1" destOrd="0" presId="urn:microsoft.com/office/officeart/2005/8/layout/list1"/>
    <dgm:cxn modelId="{2F585F2E-2D85-4254-B5A5-FF981A01FE17}" type="presParOf" srcId="{27B5C5EF-A621-43B1-9E5F-F745CF055896}" destId="{2C9DA5A2-9F39-459A-AA85-843BECBCF29C}" srcOrd="9" destOrd="0" presId="urn:microsoft.com/office/officeart/2005/8/layout/list1"/>
    <dgm:cxn modelId="{C449B149-1D06-4EC1-97AF-0191639BDB67}" type="presParOf" srcId="{27B5C5EF-A621-43B1-9E5F-F745CF055896}" destId="{D53BD508-EBAF-4DAF-9211-34315C44EA4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如何利用的问题</a:t>
          </a: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找到</a:t>
          </a:r>
          <a:r>
            <a:rPr lang="en-US" altLang="zh-CN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system</a:t>
          </a: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函数，可执行命令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A4247686-7D24-4AD7-9957-54E762637C80}">
      <dgm:prSet phldrT="[文本]" custT="1"/>
      <dgm:spPr/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从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main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函数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view-A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视图开始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A0288A8-A93F-4F59-BB0F-2C67E5CA3C82}" type="sib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882C842B-3E82-4359-8F27-F2531D02EED0}" type="parTrans" cxnId="{7D4124BE-EDAF-42C9-9869-B13DF3243ABC}">
      <dgm:prSet/>
      <dgm:spPr/>
      <dgm:t>
        <a:bodyPr/>
        <a:lstStyle/>
        <a:p>
          <a:endParaRPr lang="zh-CN" altLang="en-US"/>
        </a:p>
      </dgm:t>
    </dgm:pt>
    <dgm:pt modelId="{2B6201FC-CD7C-4D37-B6CE-D4BE3D3C2D99}">
      <dgm:prSet phldrT="[文本]" custT="1"/>
      <dgm:spPr/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搜索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-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文本：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flag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或者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bin/</a:t>
          </a:r>
          <a:r>
            <a:rPr lang="en-US" altLang="zh-CN" sz="20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sh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565CD2-150A-46FF-837E-97185BCD502C}" type="parTrans" cxnId="{A9146E2A-81BF-47EC-ABF2-83C09243DCAD}">
      <dgm:prSet/>
      <dgm:spPr/>
      <dgm:t>
        <a:bodyPr/>
        <a:lstStyle/>
        <a:p>
          <a:endParaRPr lang="zh-CN" altLang="en-US"/>
        </a:p>
      </dgm:t>
    </dgm:pt>
    <dgm:pt modelId="{1C5B5F4D-0829-4317-97C5-AEE27685B1C9}" type="sibTrans" cxnId="{A9146E2A-81BF-47EC-ABF2-83C09243DCAD}">
      <dgm:prSet/>
      <dgm:spPr/>
      <dgm:t>
        <a:bodyPr/>
        <a:lstStyle/>
        <a:p>
          <a:endParaRPr lang="zh-CN" altLang="en-US"/>
        </a:p>
      </dgm:t>
    </dgm:pt>
    <dgm:pt modelId="{7EA4AFA8-F6EC-499F-B6CB-008AE5B4D218}">
      <dgm:prSet phldrT="[文本]" custT="1"/>
      <dgm:spPr/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执行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system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，并提供参数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B8EBEFB-1B55-4A74-A4D3-7BA9BCD7FA20}" type="parTrans" cxnId="{12B21F45-D201-47B1-A3E1-DD5E5B967911}">
      <dgm:prSet/>
      <dgm:spPr/>
      <dgm:t>
        <a:bodyPr/>
        <a:lstStyle/>
        <a:p>
          <a:endParaRPr lang="zh-CN" altLang="en-US"/>
        </a:p>
      </dgm:t>
    </dgm:pt>
    <dgm:pt modelId="{D0B2DA99-6719-4C6E-8677-4C5983E66F6B}" type="sibTrans" cxnId="{12B21F45-D201-47B1-A3E1-DD5E5B967911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0" presStyleCnt="5"/>
      <dgm:spPr/>
    </dgm:pt>
    <dgm:pt modelId="{224AE4A0-6A37-4649-ADCA-13A53CF2B5EA}" type="pres">
      <dgm:prSet presAssocID="{55B72F63-54A2-416A-9F4A-42621C03A43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0" presStyleCnt="5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0" presStyleCnt="5"/>
      <dgm:spPr/>
    </dgm:pt>
    <dgm:pt modelId="{57B4AFD2-DD9B-45E9-ABDF-BA2D42455870}" type="pres">
      <dgm:prSet presAssocID="{A3311C7C-16A8-4653-96C1-7573B0048A4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1" presStyleCnt="5">
        <dgm:presLayoutVars>
          <dgm:bulletEnabled val="1"/>
        </dgm:presLayoutVars>
      </dgm:prSet>
      <dgm:spPr/>
    </dgm:pt>
    <dgm:pt modelId="{FEA96B9F-841E-418F-B1DD-AEEF6C66C4BC}" type="pres">
      <dgm:prSet presAssocID="{E28C6E41-1ADA-440D-8D22-6B9D7E73E898}" presName="spaceBetweenRectangles" presStyleCnt="0"/>
      <dgm:spPr/>
    </dgm:pt>
    <dgm:pt modelId="{5D8C6452-BCB3-4760-B006-A7EF9E6AECEC}" type="pres">
      <dgm:prSet presAssocID="{A4247686-7D24-4AD7-9957-54E762637C80}" presName="parentLin" presStyleCnt="0"/>
      <dgm:spPr/>
    </dgm:pt>
    <dgm:pt modelId="{86C05DD5-9B90-49D0-8263-4311ECB9BD73}" type="pres">
      <dgm:prSet presAssocID="{A4247686-7D24-4AD7-9957-54E762637C80}" presName="parentLeftMargin" presStyleLbl="node1" presStyleIdx="1" presStyleCnt="5"/>
      <dgm:spPr/>
    </dgm:pt>
    <dgm:pt modelId="{E6892619-2CAF-4459-9B59-DB9019322B9A}" type="pres">
      <dgm:prSet presAssocID="{A4247686-7D24-4AD7-9957-54E762637C8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C9DA5A2-9F39-459A-AA85-843BECBCF29C}" type="pres">
      <dgm:prSet presAssocID="{A4247686-7D24-4AD7-9957-54E762637C80}" presName="negativeSpace" presStyleCnt="0"/>
      <dgm:spPr/>
    </dgm:pt>
    <dgm:pt modelId="{D53BD508-EBAF-4DAF-9211-34315C44EA46}" type="pres">
      <dgm:prSet presAssocID="{A4247686-7D24-4AD7-9957-54E762637C80}" presName="childText" presStyleLbl="conFgAcc1" presStyleIdx="2" presStyleCnt="5">
        <dgm:presLayoutVars>
          <dgm:bulletEnabled val="1"/>
        </dgm:presLayoutVars>
      </dgm:prSet>
      <dgm:spPr/>
    </dgm:pt>
    <dgm:pt modelId="{7D19B1B5-F8F7-48D7-898C-D62A10797CC0}" type="pres">
      <dgm:prSet presAssocID="{4A0288A8-A93F-4F59-BB0F-2C67E5CA3C82}" presName="spaceBetweenRectangles" presStyleCnt="0"/>
      <dgm:spPr/>
    </dgm:pt>
    <dgm:pt modelId="{112B71C3-C8B4-4D91-AD3D-6DA1E853D57A}" type="pres">
      <dgm:prSet presAssocID="{2B6201FC-CD7C-4D37-B6CE-D4BE3D3C2D99}" presName="parentLin" presStyleCnt="0"/>
      <dgm:spPr/>
    </dgm:pt>
    <dgm:pt modelId="{38C02861-2B3F-47C3-AC9C-E697B8993405}" type="pres">
      <dgm:prSet presAssocID="{2B6201FC-CD7C-4D37-B6CE-D4BE3D3C2D99}" presName="parentLeftMargin" presStyleLbl="node1" presStyleIdx="2" presStyleCnt="5"/>
      <dgm:spPr/>
    </dgm:pt>
    <dgm:pt modelId="{572411C1-FD69-4B94-A71A-2FD628AB33EA}" type="pres">
      <dgm:prSet presAssocID="{2B6201FC-CD7C-4D37-B6CE-D4BE3D3C2D9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FBF0EF6-2964-4395-88A0-A5C9C909E31C}" type="pres">
      <dgm:prSet presAssocID="{2B6201FC-CD7C-4D37-B6CE-D4BE3D3C2D99}" presName="negativeSpace" presStyleCnt="0"/>
      <dgm:spPr/>
    </dgm:pt>
    <dgm:pt modelId="{61938168-1C72-4794-A42B-0180A899D995}" type="pres">
      <dgm:prSet presAssocID="{2B6201FC-CD7C-4D37-B6CE-D4BE3D3C2D99}" presName="childText" presStyleLbl="conFgAcc1" presStyleIdx="3" presStyleCnt="5">
        <dgm:presLayoutVars>
          <dgm:bulletEnabled val="1"/>
        </dgm:presLayoutVars>
      </dgm:prSet>
      <dgm:spPr/>
    </dgm:pt>
    <dgm:pt modelId="{A89FB103-723B-4278-9E08-F037CFEBF1B0}" type="pres">
      <dgm:prSet presAssocID="{1C5B5F4D-0829-4317-97C5-AEE27685B1C9}" presName="spaceBetweenRectangles" presStyleCnt="0"/>
      <dgm:spPr/>
    </dgm:pt>
    <dgm:pt modelId="{8F526CB7-2E19-49C3-953C-0B9295B75ADD}" type="pres">
      <dgm:prSet presAssocID="{7EA4AFA8-F6EC-499F-B6CB-008AE5B4D218}" presName="parentLin" presStyleCnt="0"/>
      <dgm:spPr/>
    </dgm:pt>
    <dgm:pt modelId="{3F719230-3DAB-4A84-ABC5-0F2F74932212}" type="pres">
      <dgm:prSet presAssocID="{7EA4AFA8-F6EC-499F-B6CB-008AE5B4D218}" presName="parentLeftMargin" presStyleLbl="node1" presStyleIdx="3" presStyleCnt="5"/>
      <dgm:spPr/>
    </dgm:pt>
    <dgm:pt modelId="{8A4A06B4-FBE2-4A5C-8044-5E2336879AE1}" type="pres">
      <dgm:prSet presAssocID="{7EA4AFA8-F6EC-499F-B6CB-008AE5B4D218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FC3EC80F-4EF0-4D7E-8DD4-9BDF48E1ACF5}" type="pres">
      <dgm:prSet presAssocID="{7EA4AFA8-F6EC-499F-B6CB-008AE5B4D218}" presName="negativeSpace" presStyleCnt="0"/>
      <dgm:spPr/>
    </dgm:pt>
    <dgm:pt modelId="{C467445F-0566-4448-B8C3-50F36F38F717}" type="pres">
      <dgm:prSet presAssocID="{7EA4AFA8-F6EC-499F-B6CB-008AE5B4D218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51BBAF1D-1C44-47B4-8A8D-EA648655F4CB}" type="presOf" srcId="{2B6201FC-CD7C-4D37-B6CE-D4BE3D3C2D99}" destId="{38C02861-2B3F-47C3-AC9C-E697B8993405}" srcOrd="0" destOrd="0" presId="urn:microsoft.com/office/officeart/2005/8/layout/list1"/>
    <dgm:cxn modelId="{BC237124-35B5-47B1-B56C-350430252D7F}" type="presOf" srcId="{7EA4AFA8-F6EC-499F-B6CB-008AE5B4D218}" destId="{3F719230-3DAB-4A84-ABC5-0F2F74932212}" srcOrd="0" destOrd="0" presId="urn:microsoft.com/office/officeart/2005/8/layout/list1"/>
    <dgm:cxn modelId="{A9146E2A-81BF-47EC-ABF2-83C09243DCAD}" srcId="{8B27CBBE-2B3C-4DF9-96E0-9B7FF528E1C5}" destId="{2B6201FC-CD7C-4D37-B6CE-D4BE3D3C2D99}" srcOrd="3" destOrd="0" parTransId="{03565CD2-150A-46FF-837E-97185BCD502C}" sibTransId="{1C5B5F4D-0829-4317-97C5-AEE27685B1C9}"/>
    <dgm:cxn modelId="{BED5AF2C-B452-4BAA-ACE6-1DE8E6DC9324}" srcId="{8B27CBBE-2B3C-4DF9-96E0-9B7FF528E1C5}" destId="{55B72F63-54A2-416A-9F4A-42621C03A43D}" srcOrd="0" destOrd="0" parTransId="{FFEE04FB-F5C2-4165-A7C2-5D6BAA587982}" sibTransId="{7C795C86-9CD1-4E8D-9307-AFB345A2438E}"/>
    <dgm:cxn modelId="{AAE8BF3F-3ACA-4D8D-BECD-8C68FE31DC54}" type="presOf" srcId="{2B6201FC-CD7C-4D37-B6CE-D4BE3D3C2D99}" destId="{572411C1-FD69-4B94-A71A-2FD628AB33EA}" srcOrd="1" destOrd="0" presId="urn:microsoft.com/office/officeart/2005/8/layout/list1"/>
    <dgm:cxn modelId="{12B21F45-D201-47B1-A3E1-DD5E5B967911}" srcId="{8B27CBBE-2B3C-4DF9-96E0-9B7FF528E1C5}" destId="{7EA4AFA8-F6EC-499F-B6CB-008AE5B4D218}" srcOrd="4" destOrd="0" parTransId="{AB8EBEFB-1B55-4A74-A4D3-7BA9BCD7FA20}" sibTransId="{D0B2DA99-6719-4C6E-8677-4C5983E66F6B}"/>
    <dgm:cxn modelId="{77D2F899-441E-48D2-9EC1-BC41AAA28FC5}" type="presOf" srcId="{A4247686-7D24-4AD7-9957-54E762637C80}" destId="{E6892619-2CAF-4459-9B59-DB9019322B9A}" srcOrd="1" destOrd="0" presId="urn:microsoft.com/office/officeart/2005/8/layout/list1"/>
    <dgm:cxn modelId="{781907B8-B46B-433C-B775-0DAD75825550}" srcId="{8B27CBBE-2B3C-4DF9-96E0-9B7FF528E1C5}" destId="{A3311C7C-16A8-4653-96C1-7573B0048A4D}" srcOrd="1" destOrd="0" parTransId="{0BCF4B4D-9451-4317-8269-C7F355B79813}" sibTransId="{E28C6E41-1ADA-440D-8D22-6B9D7E73E898}"/>
    <dgm:cxn modelId="{3F30D5BC-9D27-4C43-9053-A3EA4F7262E5}" type="presOf" srcId="{A4247686-7D24-4AD7-9957-54E762637C80}" destId="{86C05DD5-9B90-49D0-8263-4311ECB9BD73}" srcOrd="0" destOrd="0" presId="urn:microsoft.com/office/officeart/2005/8/layout/list1"/>
    <dgm:cxn modelId="{E12610BE-2076-43DE-B0EA-E7B7E297D95B}" type="presOf" srcId="{7EA4AFA8-F6EC-499F-B6CB-008AE5B4D218}" destId="{8A4A06B4-FBE2-4A5C-8044-5E2336879AE1}" srcOrd="1" destOrd="0" presId="urn:microsoft.com/office/officeart/2005/8/layout/list1"/>
    <dgm:cxn modelId="{7D4124BE-EDAF-42C9-9869-B13DF3243ABC}" srcId="{8B27CBBE-2B3C-4DF9-96E0-9B7FF528E1C5}" destId="{A4247686-7D24-4AD7-9957-54E762637C80}" srcOrd="2" destOrd="0" parTransId="{882C842B-3E82-4359-8F27-F2531D02EED0}" sibTransId="{4A0288A8-A93F-4F59-BB0F-2C67E5CA3C82}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291C472B-9820-436C-9D26-5C2BE99E3C17}" type="presParOf" srcId="{27B5C5EF-A621-43B1-9E5F-F745CF055896}" destId="{A8C315FE-D977-45CB-8335-B1666F3CBA4F}" srcOrd="0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1" destOrd="0" presId="urn:microsoft.com/office/officeart/2005/8/layout/list1"/>
    <dgm:cxn modelId="{3423F980-4DAF-4752-B2AC-A423716FD695}" type="presParOf" srcId="{27B5C5EF-A621-43B1-9E5F-F745CF055896}" destId="{29D67E7E-6A42-414D-9B9B-0E645D728C18}" srcOrd="2" destOrd="0" presId="urn:microsoft.com/office/officeart/2005/8/layout/list1"/>
    <dgm:cxn modelId="{5B4A46DA-ED08-473F-AE9B-0F3E509AE742}" type="presParOf" srcId="{27B5C5EF-A621-43B1-9E5F-F745CF055896}" destId="{92332D43-8816-4D84-AE79-C3EAFC84FBC8}" srcOrd="3" destOrd="0" presId="urn:microsoft.com/office/officeart/2005/8/layout/list1"/>
    <dgm:cxn modelId="{C5F299F8-7566-41CA-B099-00C27BE95C0A}" type="presParOf" srcId="{27B5C5EF-A621-43B1-9E5F-F745CF055896}" destId="{FDCEB285-12B9-42A6-86DD-55B35C1EAACF}" srcOrd="4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5" destOrd="0" presId="urn:microsoft.com/office/officeart/2005/8/layout/list1"/>
    <dgm:cxn modelId="{62B28229-48F9-4874-952B-AA4483E156FA}" type="presParOf" srcId="{27B5C5EF-A621-43B1-9E5F-F745CF055896}" destId="{26F0A34E-ED2F-4684-85B5-5591642C3C24}" srcOrd="6" destOrd="0" presId="urn:microsoft.com/office/officeart/2005/8/layout/list1"/>
    <dgm:cxn modelId="{2FDF2259-3668-4C9E-9488-91C4EC4BF091}" type="presParOf" srcId="{27B5C5EF-A621-43B1-9E5F-F745CF055896}" destId="{FEA96B9F-841E-418F-B1DD-AEEF6C66C4BC}" srcOrd="7" destOrd="0" presId="urn:microsoft.com/office/officeart/2005/8/layout/list1"/>
    <dgm:cxn modelId="{0705562C-B398-4125-8190-EA6A9EA2B6C5}" type="presParOf" srcId="{27B5C5EF-A621-43B1-9E5F-F745CF055896}" destId="{5D8C6452-BCB3-4760-B006-A7EF9E6AECEC}" srcOrd="8" destOrd="0" presId="urn:microsoft.com/office/officeart/2005/8/layout/list1"/>
    <dgm:cxn modelId="{4DD7C4AF-0D41-4D6A-8EBA-E01B4396BCFB}" type="presParOf" srcId="{5D8C6452-BCB3-4760-B006-A7EF9E6AECEC}" destId="{86C05DD5-9B90-49D0-8263-4311ECB9BD73}" srcOrd="0" destOrd="0" presId="urn:microsoft.com/office/officeart/2005/8/layout/list1"/>
    <dgm:cxn modelId="{85C19A42-05A1-4B94-A118-132142E7228A}" type="presParOf" srcId="{5D8C6452-BCB3-4760-B006-A7EF9E6AECEC}" destId="{E6892619-2CAF-4459-9B59-DB9019322B9A}" srcOrd="1" destOrd="0" presId="urn:microsoft.com/office/officeart/2005/8/layout/list1"/>
    <dgm:cxn modelId="{2F585F2E-2D85-4254-B5A5-FF981A01FE17}" type="presParOf" srcId="{27B5C5EF-A621-43B1-9E5F-F745CF055896}" destId="{2C9DA5A2-9F39-459A-AA85-843BECBCF29C}" srcOrd="9" destOrd="0" presId="urn:microsoft.com/office/officeart/2005/8/layout/list1"/>
    <dgm:cxn modelId="{C449B149-1D06-4EC1-97AF-0191639BDB67}" type="presParOf" srcId="{27B5C5EF-A621-43B1-9E5F-F745CF055896}" destId="{D53BD508-EBAF-4DAF-9211-34315C44EA46}" srcOrd="10" destOrd="0" presId="urn:microsoft.com/office/officeart/2005/8/layout/list1"/>
    <dgm:cxn modelId="{CF1E610A-06C0-4BC4-9C21-76349E9EDC2D}" type="presParOf" srcId="{27B5C5EF-A621-43B1-9E5F-F745CF055896}" destId="{7D19B1B5-F8F7-48D7-898C-D62A10797CC0}" srcOrd="11" destOrd="0" presId="urn:microsoft.com/office/officeart/2005/8/layout/list1"/>
    <dgm:cxn modelId="{22B3F56F-2208-4C48-BCD4-F4252A8D1FB5}" type="presParOf" srcId="{27B5C5EF-A621-43B1-9E5F-F745CF055896}" destId="{112B71C3-C8B4-4D91-AD3D-6DA1E853D57A}" srcOrd="12" destOrd="0" presId="urn:microsoft.com/office/officeart/2005/8/layout/list1"/>
    <dgm:cxn modelId="{7AE0548B-93A1-4672-B186-2137164483E8}" type="presParOf" srcId="{112B71C3-C8B4-4D91-AD3D-6DA1E853D57A}" destId="{38C02861-2B3F-47C3-AC9C-E697B8993405}" srcOrd="0" destOrd="0" presId="urn:microsoft.com/office/officeart/2005/8/layout/list1"/>
    <dgm:cxn modelId="{20997C5B-7F50-461D-B676-29B11717235A}" type="presParOf" srcId="{112B71C3-C8B4-4D91-AD3D-6DA1E853D57A}" destId="{572411C1-FD69-4B94-A71A-2FD628AB33EA}" srcOrd="1" destOrd="0" presId="urn:microsoft.com/office/officeart/2005/8/layout/list1"/>
    <dgm:cxn modelId="{E41268D0-478C-4F19-987C-A88024B6714F}" type="presParOf" srcId="{27B5C5EF-A621-43B1-9E5F-F745CF055896}" destId="{8FBF0EF6-2964-4395-88A0-A5C9C909E31C}" srcOrd="13" destOrd="0" presId="urn:microsoft.com/office/officeart/2005/8/layout/list1"/>
    <dgm:cxn modelId="{998591D7-060C-491F-87F2-CCBC6E7C4476}" type="presParOf" srcId="{27B5C5EF-A621-43B1-9E5F-F745CF055896}" destId="{61938168-1C72-4794-A42B-0180A899D995}" srcOrd="14" destOrd="0" presId="urn:microsoft.com/office/officeart/2005/8/layout/list1"/>
    <dgm:cxn modelId="{ABBA902F-6BDD-4269-A620-988159B93EBB}" type="presParOf" srcId="{27B5C5EF-A621-43B1-9E5F-F745CF055896}" destId="{A89FB103-723B-4278-9E08-F037CFEBF1B0}" srcOrd="15" destOrd="0" presId="urn:microsoft.com/office/officeart/2005/8/layout/list1"/>
    <dgm:cxn modelId="{67D9DFC5-A298-4E57-BF99-B1510F0FA7A0}" type="presParOf" srcId="{27B5C5EF-A621-43B1-9E5F-F745CF055896}" destId="{8F526CB7-2E19-49C3-953C-0B9295B75ADD}" srcOrd="16" destOrd="0" presId="urn:microsoft.com/office/officeart/2005/8/layout/list1"/>
    <dgm:cxn modelId="{2C21426D-5400-4688-AE79-2D7B990DBA92}" type="presParOf" srcId="{8F526CB7-2E19-49C3-953C-0B9295B75ADD}" destId="{3F719230-3DAB-4A84-ABC5-0F2F74932212}" srcOrd="0" destOrd="0" presId="urn:microsoft.com/office/officeart/2005/8/layout/list1"/>
    <dgm:cxn modelId="{9CDBC97E-7A77-44AA-8837-EBFF546C4AD8}" type="presParOf" srcId="{8F526CB7-2E19-49C3-953C-0B9295B75ADD}" destId="{8A4A06B4-FBE2-4A5C-8044-5E2336879AE1}" srcOrd="1" destOrd="0" presId="urn:microsoft.com/office/officeart/2005/8/layout/list1"/>
    <dgm:cxn modelId="{E77DC5C8-5C03-4ACB-97A1-1704FC3C2F1D}" type="presParOf" srcId="{27B5C5EF-A621-43B1-9E5F-F745CF055896}" destId="{FC3EC80F-4EF0-4D7E-8DD4-9BDF48E1ACF5}" srcOrd="17" destOrd="0" presId="urn:microsoft.com/office/officeart/2005/8/layout/list1"/>
    <dgm:cxn modelId="{57C63945-115B-4502-8B1E-0C0CB746AA00}" type="presParOf" srcId="{27B5C5EF-A621-43B1-9E5F-F745CF055896}" destId="{C467445F-0566-4448-B8C3-50F36F38F717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找到文本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bin/</a:t>
          </a:r>
          <a:r>
            <a:rPr lang="en-US" altLang="zh-CN" sz="20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sh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将该文本作为</a:t>
          </a:r>
          <a:r>
            <a:rPr lang="en-US" altLang="zh-CN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system</a:t>
          </a: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函数参数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2B6201FC-CD7C-4D37-B6CE-D4BE3D3C2D99}">
      <dgm:prSet phldrT="[文本]" custT="1"/>
      <dgm:spPr/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记录文本地址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565CD2-150A-46FF-837E-97185BCD502C}" type="parTrans" cxnId="{A9146E2A-81BF-47EC-ABF2-83C09243DCAD}">
      <dgm:prSet/>
      <dgm:spPr/>
      <dgm:t>
        <a:bodyPr/>
        <a:lstStyle/>
        <a:p>
          <a:endParaRPr lang="zh-CN" altLang="en-US"/>
        </a:p>
      </dgm:t>
    </dgm:pt>
    <dgm:pt modelId="{1C5B5F4D-0829-4317-97C5-AEE27685B1C9}" type="sibTrans" cxnId="{A9146E2A-81BF-47EC-ABF2-83C09243DCAD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0" presStyleCnt="3"/>
      <dgm:spPr/>
    </dgm:pt>
    <dgm:pt modelId="{224AE4A0-6A37-4649-ADCA-13A53CF2B5EA}" type="pres">
      <dgm:prSet presAssocID="{55B72F63-54A2-416A-9F4A-42621C03A43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0" presStyleCnt="3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0" presStyleCnt="3"/>
      <dgm:spPr/>
    </dgm:pt>
    <dgm:pt modelId="{57B4AFD2-DD9B-45E9-ABDF-BA2D42455870}" type="pres">
      <dgm:prSet presAssocID="{A3311C7C-16A8-4653-96C1-7573B0048A4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1" presStyleCnt="3">
        <dgm:presLayoutVars>
          <dgm:bulletEnabled val="1"/>
        </dgm:presLayoutVars>
      </dgm:prSet>
      <dgm:spPr/>
    </dgm:pt>
    <dgm:pt modelId="{FEA96B9F-841E-418F-B1DD-AEEF6C66C4BC}" type="pres">
      <dgm:prSet presAssocID="{E28C6E41-1ADA-440D-8D22-6B9D7E73E898}" presName="spaceBetweenRectangles" presStyleCnt="0"/>
      <dgm:spPr/>
    </dgm:pt>
    <dgm:pt modelId="{112B71C3-C8B4-4D91-AD3D-6DA1E853D57A}" type="pres">
      <dgm:prSet presAssocID="{2B6201FC-CD7C-4D37-B6CE-D4BE3D3C2D99}" presName="parentLin" presStyleCnt="0"/>
      <dgm:spPr/>
    </dgm:pt>
    <dgm:pt modelId="{38C02861-2B3F-47C3-AC9C-E697B8993405}" type="pres">
      <dgm:prSet presAssocID="{2B6201FC-CD7C-4D37-B6CE-D4BE3D3C2D99}" presName="parentLeftMargin" presStyleLbl="node1" presStyleIdx="1" presStyleCnt="3"/>
      <dgm:spPr/>
    </dgm:pt>
    <dgm:pt modelId="{572411C1-FD69-4B94-A71A-2FD628AB33EA}" type="pres">
      <dgm:prSet presAssocID="{2B6201FC-CD7C-4D37-B6CE-D4BE3D3C2D9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FBF0EF6-2964-4395-88A0-A5C9C909E31C}" type="pres">
      <dgm:prSet presAssocID="{2B6201FC-CD7C-4D37-B6CE-D4BE3D3C2D99}" presName="negativeSpace" presStyleCnt="0"/>
      <dgm:spPr/>
    </dgm:pt>
    <dgm:pt modelId="{61938168-1C72-4794-A42B-0180A899D995}" type="pres">
      <dgm:prSet presAssocID="{2B6201FC-CD7C-4D37-B6CE-D4BE3D3C2D99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51BBAF1D-1C44-47B4-8A8D-EA648655F4CB}" type="presOf" srcId="{2B6201FC-CD7C-4D37-B6CE-D4BE3D3C2D99}" destId="{38C02861-2B3F-47C3-AC9C-E697B8993405}" srcOrd="0" destOrd="0" presId="urn:microsoft.com/office/officeart/2005/8/layout/list1"/>
    <dgm:cxn modelId="{A9146E2A-81BF-47EC-ABF2-83C09243DCAD}" srcId="{8B27CBBE-2B3C-4DF9-96E0-9B7FF528E1C5}" destId="{2B6201FC-CD7C-4D37-B6CE-D4BE3D3C2D99}" srcOrd="2" destOrd="0" parTransId="{03565CD2-150A-46FF-837E-97185BCD502C}" sibTransId="{1C5B5F4D-0829-4317-97C5-AEE27685B1C9}"/>
    <dgm:cxn modelId="{BED5AF2C-B452-4BAA-ACE6-1DE8E6DC9324}" srcId="{8B27CBBE-2B3C-4DF9-96E0-9B7FF528E1C5}" destId="{55B72F63-54A2-416A-9F4A-42621C03A43D}" srcOrd="0" destOrd="0" parTransId="{FFEE04FB-F5C2-4165-A7C2-5D6BAA587982}" sibTransId="{7C795C86-9CD1-4E8D-9307-AFB345A2438E}"/>
    <dgm:cxn modelId="{AAE8BF3F-3ACA-4D8D-BECD-8C68FE31DC54}" type="presOf" srcId="{2B6201FC-CD7C-4D37-B6CE-D4BE3D3C2D99}" destId="{572411C1-FD69-4B94-A71A-2FD628AB33EA}" srcOrd="1" destOrd="0" presId="urn:microsoft.com/office/officeart/2005/8/layout/list1"/>
    <dgm:cxn modelId="{781907B8-B46B-433C-B775-0DAD75825550}" srcId="{8B27CBBE-2B3C-4DF9-96E0-9B7FF528E1C5}" destId="{A3311C7C-16A8-4653-96C1-7573B0048A4D}" srcOrd="1" destOrd="0" parTransId="{0BCF4B4D-9451-4317-8269-C7F355B79813}" sibTransId="{E28C6E41-1ADA-440D-8D22-6B9D7E73E898}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291C472B-9820-436C-9D26-5C2BE99E3C17}" type="presParOf" srcId="{27B5C5EF-A621-43B1-9E5F-F745CF055896}" destId="{A8C315FE-D977-45CB-8335-B1666F3CBA4F}" srcOrd="0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1" destOrd="0" presId="urn:microsoft.com/office/officeart/2005/8/layout/list1"/>
    <dgm:cxn modelId="{3423F980-4DAF-4752-B2AC-A423716FD695}" type="presParOf" srcId="{27B5C5EF-A621-43B1-9E5F-F745CF055896}" destId="{29D67E7E-6A42-414D-9B9B-0E645D728C18}" srcOrd="2" destOrd="0" presId="urn:microsoft.com/office/officeart/2005/8/layout/list1"/>
    <dgm:cxn modelId="{5B4A46DA-ED08-473F-AE9B-0F3E509AE742}" type="presParOf" srcId="{27B5C5EF-A621-43B1-9E5F-F745CF055896}" destId="{92332D43-8816-4D84-AE79-C3EAFC84FBC8}" srcOrd="3" destOrd="0" presId="urn:microsoft.com/office/officeart/2005/8/layout/list1"/>
    <dgm:cxn modelId="{C5F299F8-7566-41CA-B099-00C27BE95C0A}" type="presParOf" srcId="{27B5C5EF-A621-43B1-9E5F-F745CF055896}" destId="{FDCEB285-12B9-42A6-86DD-55B35C1EAACF}" srcOrd="4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5" destOrd="0" presId="urn:microsoft.com/office/officeart/2005/8/layout/list1"/>
    <dgm:cxn modelId="{62B28229-48F9-4874-952B-AA4483E156FA}" type="presParOf" srcId="{27B5C5EF-A621-43B1-9E5F-F745CF055896}" destId="{26F0A34E-ED2F-4684-85B5-5591642C3C24}" srcOrd="6" destOrd="0" presId="urn:microsoft.com/office/officeart/2005/8/layout/list1"/>
    <dgm:cxn modelId="{2FDF2259-3668-4C9E-9488-91C4EC4BF091}" type="presParOf" srcId="{27B5C5EF-A621-43B1-9E5F-F745CF055896}" destId="{FEA96B9F-841E-418F-B1DD-AEEF6C66C4BC}" srcOrd="7" destOrd="0" presId="urn:microsoft.com/office/officeart/2005/8/layout/list1"/>
    <dgm:cxn modelId="{22B3F56F-2208-4C48-BCD4-F4252A8D1FB5}" type="presParOf" srcId="{27B5C5EF-A621-43B1-9E5F-F745CF055896}" destId="{112B71C3-C8B4-4D91-AD3D-6DA1E853D57A}" srcOrd="8" destOrd="0" presId="urn:microsoft.com/office/officeart/2005/8/layout/list1"/>
    <dgm:cxn modelId="{7AE0548B-93A1-4672-B186-2137164483E8}" type="presParOf" srcId="{112B71C3-C8B4-4D91-AD3D-6DA1E853D57A}" destId="{38C02861-2B3F-47C3-AC9C-E697B8993405}" srcOrd="0" destOrd="0" presId="urn:microsoft.com/office/officeart/2005/8/layout/list1"/>
    <dgm:cxn modelId="{20997C5B-7F50-461D-B676-29B11717235A}" type="presParOf" srcId="{112B71C3-C8B4-4D91-AD3D-6DA1E853D57A}" destId="{572411C1-FD69-4B94-A71A-2FD628AB33EA}" srcOrd="1" destOrd="0" presId="urn:microsoft.com/office/officeart/2005/8/layout/list1"/>
    <dgm:cxn modelId="{E41268D0-478C-4F19-987C-A88024B6714F}" type="presParOf" srcId="{27B5C5EF-A621-43B1-9E5F-F745CF055896}" destId="{8FBF0EF6-2964-4395-88A0-A5C9C909E31C}" srcOrd="9" destOrd="0" presId="urn:microsoft.com/office/officeart/2005/8/layout/list1"/>
    <dgm:cxn modelId="{998591D7-060C-491F-87F2-CCBC6E7C4476}" type="presParOf" srcId="{27B5C5EF-A621-43B1-9E5F-F745CF055896}" destId="{61938168-1C72-4794-A42B-0180A899D99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System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函数入口执行点</a:t>
          </a: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两个地方，参数位置有所不同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2B6201FC-CD7C-4D37-B6CE-D4BE3D3C2D99}">
      <dgm:prSet phldrT="[文本]" custT="1"/>
      <dgm:spPr/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一、</a:t>
          </a:r>
          <a:r>
            <a:rPr lang="en-US" altLang="zh-CN" sz="20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vul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函数内部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call _system</a:t>
          </a:r>
        </a:p>
      </dgm:t>
    </dgm:pt>
    <dgm:pt modelId="{03565CD2-150A-46FF-837E-97185BCD502C}" type="parTrans" cxnId="{A9146E2A-81BF-47EC-ABF2-83C09243DCAD}">
      <dgm:prSet/>
      <dgm:spPr/>
      <dgm:t>
        <a:bodyPr/>
        <a:lstStyle/>
        <a:p>
          <a:endParaRPr lang="zh-CN" altLang="en-US"/>
        </a:p>
      </dgm:t>
    </dgm:pt>
    <dgm:pt modelId="{1C5B5F4D-0829-4317-97C5-AEE27685B1C9}" type="sibTrans" cxnId="{A9146E2A-81BF-47EC-ABF2-83C09243DCAD}">
      <dgm:prSet/>
      <dgm:spPr/>
      <dgm:t>
        <a:bodyPr/>
        <a:lstStyle/>
        <a:p>
          <a:endParaRPr lang="zh-CN" altLang="en-US"/>
        </a:p>
      </dgm:t>
    </dgm:pt>
    <dgm:pt modelId="{FD128E2B-F13D-43B1-9802-D36A7ADA3BCE}">
      <dgm:prSet phldrT="[文本]" custT="1"/>
      <dgm:spPr/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二、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_system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函数起始位置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AD403CD-C1E1-4D3A-946B-3C5805E16358}" type="parTrans" cxnId="{21F5DF24-8DEA-4768-A3D6-CC2A8A5D2A43}">
      <dgm:prSet/>
      <dgm:spPr/>
    </dgm:pt>
    <dgm:pt modelId="{E61E889D-2B7D-400C-B335-D1DA8EAF9469}" type="sibTrans" cxnId="{21F5DF24-8DEA-4768-A3D6-CC2A8A5D2A43}">
      <dgm:prSet/>
      <dgm:spPr/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0" presStyleCnt="4"/>
      <dgm:spPr/>
    </dgm:pt>
    <dgm:pt modelId="{224AE4A0-6A37-4649-ADCA-13A53CF2B5EA}" type="pres">
      <dgm:prSet presAssocID="{55B72F63-54A2-416A-9F4A-42621C03A43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0" presStyleCnt="4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0" presStyleCnt="4"/>
      <dgm:spPr/>
    </dgm:pt>
    <dgm:pt modelId="{57B4AFD2-DD9B-45E9-ABDF-BA2D42455870}" type="pres">
      <dgm:prSet presAssocID="{A3311C7C-16A8-4653-96C1-7573B0048A4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1" presStyleCnt="4">
        <dgm:presLayoutVars>
          <dgm:bulletEnabled val="1"/>
        </dgm:presLayoutVars>
      </dgm:prSet>
      <dgm:spPr/>
    </dgm:pt>
    <dgm:pt modelId="{FEA96B9F-841E-418F-B1DD-AEEF6C66C4BC}" type="pres">
      <dgm:prSet presAssocID="{E28C6E41-1ADA-440D-8D22-6B9D7E73E898}" presName="spaceBetweenRectangles" presStyleCnt="0"/>
      <dgm:spPr/>
    </dgm:pt>
    <dgm:pt modelId="{112B71C3-C8B4-4D91-AD3D-6DA1E853D57A}" type="pres">
      <dgm:prSet presAssocID="{2B6201FC-CD7C-4D37-B6CE-D4BE3D3C2D99}" presName="parentLin" presStyleCnt="0"/>
      <dgm:spPr/>
    </dgm:pt>
    <dgm:pt modelId="{38C02861-2B3F-47C3-AC9C-E697B8993405}" type="pres">
      <dgm:prSet presAssocID="{2B6201FC-CD7C-4D37-B6CE-D4BE3D3C2D99}" presName="parentLeftMargin" presStyleLbl="node1" presStyleIdx="1" presStyleCnt="4"/>
      <dgm:spPr/>
    </dgm:pt>
    <dgm:pt modelId="{572411C1-FD69-4B94-A71A-2FD628AB33EA}" type="pres">
      <dgm:prSet presAssocID="{2B6201FC-CD7C-4D37-B6CE-D4BE3D3C2D9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FBF0EF6-2964-4395-88A0-A5C9C909E31C}" type="pres">
      <dgm:prSet presAssocID="{2B6201FC-CD7C-4D37-B6CE-D4BE3D3C2D99}" presName="negativeSpace" presStyleCnt="0"/>
      <dgm:spPr/>
    </dgm:pt>
    <dgm:pt modelId="{61938168-1C72-4794-A42B-0180A899D995}" type="pres">
      <dgm:prSet presAssocID="{2B6201FC-CD7C-4D37-B6CE-D4BE3D3C2D99}" presName="childText" presStyleLbl="conFgAcc1" presStyleIdx="2" presStyleCnt="4">
        <dgm:presLayoutVars>
          <dgm:bulletEnabled val="1"/>
        </dgm:presLayoutVars>
      </dgm:prSet>
      <dgm:spPr/>
    </dgm:pt>
    <dgm:pt modelId="{E2887BAC-86FD-4279-A997-4E7AB7AE598D}" type="pres">
      <dgm:prSet presAssocID="{1C5B5F4D-0829-4317-97C5-AEE27685B1C9}" presName="spaceBetweenRectangles" presStyleCnt="0"/>
      <dgm:spPr/>
    </dgm:pt>
    <dgm:pt modelId="{FE92C4BC-CB06-4EC7-9BE6-0300557DDC13}" type="pres">
      <dgm:prSet presAssocID="{FD128E2B-F13D-43B1-9802-D36A7ADA3BCE}" presName="parentLin" presStyleCnt="0"/>
      <dgm:spPr/>
    </dgm:pt>
    <dgm:pt modelId="{9635C665-EA23-456C-BB04-EDE2DCA3BFC3}" type="pres">
      <dgm:prSet presAssocID="{FD128E2B-F13D-43B1-9802-D36A7ADA3BCE}" presName="parentLeftMargin" presStyleLbl="node1" presStyleIdx="2" presStyleCnt="4"/>
      <dgm:spPr/>
    </dgm:pt>
    <dgm:pt modelId="{D205ED74-CBAD-4960-9B5A-52D467BDF169}" type="pres">
      <dgm:prSet presAssocID="{FD128E2B-F13D-43B1-9802-D36A7ADA3BC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0FED862-7ABC-405E-8696-33DEDA10E919}" type="pres">
      <dgm:prSet presAssocID="{FD128E2B-F13D-43B1-9802-D36A7ADA3BCE}" presName="negativeSpace" presStyleCnt="0"/>
      <dgm:spPr/>
    </dgm:pt>
    <dgm:pt modelId="{5BA0EA90-EC0F-4598-9934-A672787C7D6B}" type="pres">
      <dgm:prSet presAssocID="{FD128E2B-F13D-43B1-9802-D36A7ADA3BC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51BBAF1D-1C44-47B4-8A8D-EA648655F4CB}" type="presOf" srcId="{2B6201FC-CD7C-4D37-B6CE-D4BE3D3C2D99}" destId="{38C02861-2B3F-47C3-AC9C-E697B8993405}" srcOrd="0" destOrd="0" presId="urn:microsoft.com/office/officeart/2005/8/layout/list1"/>
    <dgm:cxn modelId="{21F5DF24-8DEA-4768-A3D6-CC2A8A5D2A43}" srcId="{8B27CBBE-2B3C-4DF9-96E0-9B7FF528E1C5}" destId="{FD128E2B-F13D-43B1-9802-D36A7ADA3BCE}" srcOrd="3" destOrd="0" parTransId="{FAD403CD-C1E1-4D3A-946B-3C5805E16358}" sibTransId="{E61E889D-2B7D-400C-B335-D1DA8EAF9469}"/>
    <dgm:cxn modelId="{A9146E2A-81BF-47EC-ABF2-83C09243DCAD}" srcId="{8B27CBBE-2B3C-4DF9-96E0-9B7FF528E1C5}" destId="{2B6201FC-CD7C-4D37-B6CE-D4BE3D3C2D99}" srcOrd="2" destOrd="0" parTransId="{03565CD2-150A-46FF-837E-97185BCD502C}" sibTransId="{1C5B5F4D-0829-4317-97C5-AEE27685B1C9}"/>
    <dgm:cxn modelId="{BED5AF2C-B452-4BAA-ACE6-1DE8E6DC9324}" srcId="{8B27CBBE-2B3C-4DF9-96E0-9B7FF528E1C5}" destId="{55B72F63-54A2-416A-9F4A-42621C03A43D}" srcOrd="0" destOrd="0" parTransId="{FFEE04FB-F5C2-4165-A7C2-5D6BAA587982}" sibTransId="{7C795C86-9CD1-4E8D-9307-AFB345A2438E}"/>
    <dgm:cxn modelId="{AAE8BF3F-3ACA-4D8D-BECD-8C68FE31DC54}" type="presOf" srcId="{2B6201FC-CD7C-4D37-B6CE-D4BE3D3C2D99}" destId="{572411C1-FD69-4B94-A71A-2FD628AB33EA}" srcOrd="1" destOrd="0" presId="urn:microsoft.com/office/officeart/2005/8/layout/list1"/>
    <dgm:cxn modelId="{707B9077-2E10-4397-BDF9-41CA03F26A41}" type="presOf" srcId="{FD128E2B-F13D-43B1-9802-D36A7ADA3BCE}" destId="{D205ED74-CBAD-4960-9B5A-52D467BDF169}" srcOrd="1" destOrd="0" presId="urn:microsoft.com/office/officeart/2005/8/layout/list1"/>
    <dgm:cxn modelId="{781907B8-B46B-433C-B775-0DAD75825550}" srcId="{8B27CBBE-2B3C-4DF9-96E0-9B7FF528E1C5}" destId="{A3311C7C-16A8-4653-96C1-7573B0048A4D}" srcOrd="1" destOrd="0" parTransId="{0BCF4B4D-9451-4317-8269-C7F355B79813}" sibTransId="{E28C6E41-1ADA-440D-8D22-6B9D7E73E898}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4233ACEE-F5D9-4E26-94FA-747A7AB061AA}" type="presOf" srcId="{FD128E2B-F13D-43B1-9802-D36A7ADA3BCE}" destId="{9635C665-EA23-456C-BB04-EDE2DCA3BFC3}" srcOrd="0" destOrd="0" presId="urn:microsoft.com/office/officeart/2005/8/layout/list1"/>
    <dgm:cxn modelId="{291C472B-9820-436C-9D26-5C2BE99E3C17}" type="presParOf" srcId="{27B5C5EF-A621-43B1-9E5F-F745CF055896}" destId="{A8C315FE-D977-45CB-8335-B1666F3CBA4F}" srcOrd="0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1" destOrd="0" presId="urn:microsoft.com/office/officeart/2005/8/layout/list1"/>
    <dgm:cxn modelId="{3423F980-4DAF-4752-B2AC-A423716FD695}" type="presParOf" srcId="{27B5C5EF-A621-43B1-9E5F-F745CF055896}" destId="{29D67E7E-6A42-414D-9B9B-0E645D728C18}" srcOrd="2" destOrd="0" presId="urn:microsoft.com/office/officeart/2005/8/layout/list1"/>
    <dgm:cxn modelId="{5B4A46DA-ED08-473F-AE9B-0F3E509AE742}" type="presParOf" srcId="{27B5C5EF-A621-43B1-9E5F-F745CF055896}" destId="{92332D43-8816-4D84-AE79-C3EAFC84FBC8}" srcOrd="3" destOrd="0" presId="urn:microsoft.com/office/officeart/2005/8/layout/list1"/>
    <dgm:cxn modelId="{C5F299F8-7566-41CA-B099-00C27BE95C0A}" type="presParOf" srcId="{27B5C5EF-A621-43B1-9E5F-F745CF055896}" destId="{FDCEB285-12B9-42A6-86DD-55B35C1EAACF}" srcOrd="4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5" destOrd="0" presId="urn:microsoft.com/office/officeart/2005/8/layout/list1"/>
    <dgm:cxn modelId="{62B28229-48F9-4874-952B-AA4483E156FA}" type="presParOf" srcId="{27B5C5EF-A621-43B1-9E5F-F745CF055896}" destId="{26F0A34E-ED2F-4684-85B5-5591642C3C24}" srcOrd="6" destOrd="0" presId="urn:microsoft.com/office/officeart/2005/8/layout/list1"/>
    <dgm:cxn modelId="{2FDF2259-3668-4C9E-9488-91C4EC4BF091}" type="presParOf" srcId="{27B5C5EF-A621-43B1-9E5F-F745CF055896}" destId="{FEA96B9F-841E-418F-B1DD-AEEF6C66C4BC}" srcOrd="7" destOrd="0" presId="urn:microsoft.com/office/officeart/2005/8/layout/list1"/>
    <dgm:cxn modelId="{22B3F56F-2208-4C48-BCD4-F4252A8D1FB5}" type="presParOf" srcId="{27B5C5EF-A621-43B1-9E5F-F745CF055896}" destId="{112B71C3-C8B4-4D91-AD3D-6DA1E853D57A}" srcOrd="8" destOrd="0" presId="urn:microsoft.com/office/officeart/2005/8/layout/list1"/>
    <dgm:cxn modelId="{7AE0548B-93A1-4672-B186-2137164483E8}" type="presParOf" srcId="{112B71C3-C8B4-4D91-AD3D-6DA1E853D57A}" destId="{38C02861-2B3F-47C3-AC9C-E697B8993405}" srcOrd="0" destOrd="0" presId="urn:microsoft.com/office/officeart/2005/8/layout/list1"/>
    <dgm:cxn modelId="{20997C5B-7F50-461D-B676-29B11717235A}" type="presParOf" srcId="{112B71C3-C8B4-4D91-AD3D-6DA1E853D57A}" destId="{572411C1-FD69-4B94-A71A-2FD628AB33EA}" srcOrd="1" destOrd="0" presId="urn:microsoft.com/office/officeart/2005/8/layout/list1"/>
    <dgm:cxn modelId="{E41268D0-478C-4F19-987C-A88024B6714F}" type="presParOf" srcId="{27B5C5EF-A621-43B1-9E5F-F745CF055896}" destId="{8FBF0EF6-2964-4395-88A0-A5C9C909E31C}" srcOrd="9" destOrd="0" presId="urn:microsoft.com/office/officeart/2005/8/layout/list1"/>
    <dgm:cxn modelId="{998591D7-060C-491F-87F2-CCBC6E7C4476}" type="presParOf" srcId="{27B5C5EF-A621-43B1-9E5F-F745CF055896}" destId="{61938168-1C72-4794-A42B-0180A899D995}" srcOrd="10" destOrd="0" presId="urn:microsoft.com/office/officeart/2005/8/layout/list1"/>
    <dgm:cxn modelId="{8164D15F-9D55-49DA-9688-6B641377A315}" type="presParOf" srcId="{27B5C5EF-A621-43B1-9E5F-F745CF055896}" destId="{E2887BAC-86FD-4279-A997-4E7AB7AE598D}" srcOrd="11" destOrd="0" presId="urn:microsoft.com/office/officeart/2005/8/layout/list1"/>
    <dgm:cxn modelId="{4155B28E-CD7A-443C-BDE9-B0DE358C160F}" type="presParOf" srcId="{27B5C5EF-A621-43B1-9E5F-F745CF055896}" destId="{FE92C4BC-CB06-4EC7-9BE6-0300557DDC13}" srcOrd="12" destOrd="0" presId="urn:microsoft.com/office/officeart/2005/8/layout/list1"/>
    <dgm:cxn modelId="{C77A72CF-26E5-4812-A56C-9F9E1FC6DB94}" type="presParOf" srcId="{FE92C4BC-CB06-4EC7-9BE6-0300557DDC13}" destId="{9635C665-EA23-456C-BB04-EDE2DCA3BFC3}" srcOrd="0" destOrd="0" presId="urn:microsoft.com/office/officeart/2005/8/layout/list1"/>
    <dgm:cxn modelId="{FD839451-AC9D-45E4-85B5-60A4BAB57493}" type="presParOf" srcId="{FE92C4BC-CB06-4EC7-9BE6-0300557DDC13}" destId="{D205ED74-CBAD-4960-9B5A-52D467BDF169}" srcOrd="1" destOrd="0" presId="urn:microsoft.com/office/officeart/2005/8/layout/list1"/>
    <dgm:cxn modelId="{949F9FB5-5AB1-42CD-A09A-A1FDBC7EA322}" type="presParOf" srcId="{27B5C5EF-A621-43B1-9E5F-F745CF055896}" destId="{50FED862-7ABC-405E-8696-33DEDA10E919}" srcOrd="13" destOrd="0" presId="urn:microsoft.com/office/officeart/2005/8/layout/list1"/>
    <dgm:cxn modelId="{F77DEC4A-EBBE-4670-8EC9-7BD845769FFB}" type="presParOf" srcId="{27B5C5EF-A621-43B1-9E5F-F745CF055896}" destId="{5BA0EA90-EC0F-4598-9934-A672787C7D6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一、执行点：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call _system</a:t>
          </a:r>
          <a:endParaRPr lang="zh-CN" altLang="en-US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 err="1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vul</a:t>
          </a: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函数返回，溢出</a:t>
          </a:r>
          <a:r>
            <a:rPr lang="en-US" altLang="zh-CN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EIP</a:t>
          </a: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位执行点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2B6201FC-CD7C-4D37-B6CE-D4BE3D3C2D99}">
      <dgm:prSet phldrT="[文本]" custT="1"/>
      <dgm:spPr/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（参数入栈）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-EIP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入栈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-EBP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入栈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565CD2-150A-46FF-837E-97185BCD502C}" type="parTrans" cxnId="{A9146E2A-81BF-47EC-ABF2-83C09243DCAD}">
      <dgm:prSet/>
      <dgm:spPr/>
      <dgm:t>
        <a:bodyPr/>
        <a:lstStyle/>
        <a:p>
          <a:endParaRPr lang="zh-CN" altLang="en-US"/>
        </a:p>
      </dgm:t>
    </dgm:pt>
    <dgm:pt modelId="{1C5B5F4D-0829-4317-97C5-AEE27685B1C9}" type="sibTrans" cxnId="{A9146E2A-81BF-47EC-ABF2-83C09243DCAD}">
      <dgm:prSet/>
      <dgm:spPr/>
      <dgm:t>
        <a:bodyPr/>
        <a:lstStyle/>
        <a:p>
          <a:endParaRPr lang="zh-CN" altLang="en-US"/>
        </a:p>
      </dgm:t>
    </dgm:pt>
    <dgm:pt modelId="{26EFC481-5EED-41A7-A9FA-9B0B1F14E22E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上方就是参数地址位置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41CFEEE-6364-49B5-85E5-547D911F2793}" type="parTrans" cxnId="{E428A1D8-9746-47CD-AAC3-4A9DEB8F12A8}">
      <dgm:prSet/>
      <dgm:spPr/>
      <dgm:t>
        <a:bodyPr/>
        <a:lstStyle/>
        <a:p>
          <a:endParaRPr lang="zh-CN" altLang="en-US"/>
        </a:p>
      </dgm:t>
    </dgm:pt>
    <dgm:pt modelId="{49C36C36-AB9C-4A65-A56D-77C6CA845166}" type="sibTrans" cxnId="{E428A1D8-9746-47CD-AAC3-4A9DEB8F12A8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0" presStyleCnt="4"/>
      <dgm:spPr/>
    </dgm:pt>
    <dgm:pt modelId="{224AE4A0-6A37-4649-ADCA-13A53CF2B5EA}" type="pres">
      <dgm:prSet presAssocID="{55B72F63-54A2-416A-9F4A-42621C03A43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0" presStyleCnt="4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0" presStyleCnt="4"/>
      <dgm:spPr/>
    </dgm:pt>
    <dgm:pt modelId="{57B4AFD2-DD9B-45E9-ABDF-BA2D42455870}" type="pres">
      <dgm:prSet presAssocID="{A3311C7C-16A8-4653-96C1-7573B0048A4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1" presStyleCnt="4">
        <dgm:presLayoutVars>
          <dgm:bulletEnabled val="1"/>
        </dgm:presLayoutVars>
      </dgm:prSet>
      <dgm:spPr/>
    </dgm:pt>
    <dgm:pt modelId="{FEA96B9F-841E-418F-B1DD-AEEF6C66C4BC}" type="pres">
      <dgm:prSet presAssocID="{E28C6E41-1ADA-440D-8D22-6B9D7E73E898}" presName="spaceBetweenRectangles" presStyleCnt="0"/>
      <dgm:spPr/>
    </dgm:pt>
    <dgm:pt modelId="{112B71C3-C8B4-4D91-AD3D-6DA1E853D57A}" type="pres">
      <dgm:prSet presAssocID="{2B6201FC-CD7C-4D37-B6CE-D4BE3D3C2D99}" presName="parentLin" presStyleCnt="0"/>
      <dgm:spPr/>
    </dgm:pt>
    <dgm:pt modelId="{38C02861-2B3F-47C3-AC9C-E697B8993405}" type="pres">
      <dgm:prSet presAssocID="{2B6201FC-CD7C-4D37-B6CE-D4BE3D3C2D99}" presName="parentLeftMargin" presStyleLbl="node1" presStyleIdx="1" presStyleCnt="4"/>
      <dgm:spPr/>
    </dgm:pt>
    <dgm:pt modelId="{572411C1-FD69-4B94-A71A-2FD628AB33EA}" type="pres">
      <dgm:prSet presAssocID="{2B6201FC-CD7C-4D37-B6CE-D4BE3D3C2D9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FBF0EF6-2964-4395-88A0-A5C9C909E31C}" type="pres">
      <dgm:prSet presAssocID="{2B6201FC-CD7C-4D37-B6CE-D4BE3D3C2D99}" presName="negativeSpace" presStyleCnt="0"/>
      <dgm:spPr/>
    </dgm:pt>
    <dgm:pt modelId="{61938168-1C72-4794-A42B-0180A899D995}" type="pres">
      <dgm:prSet presAssocID="{2B6201FC-CD7C-4D37-B6CE-D4BE3D3C2D99}" presName="childText" presStyleLbl="conFgAcc1" presStyleIdx="2" presStyleCnt="4">
        <dgm:presLayoutVars>
          <dgm:bulletEnabled val="1"/>
        </dgm:presLayoutVars>
      </dgm:prSet>
      <dgm:spPr/>
    </dgm:pt>
    <dgm:pt modelId="{3D1F32C3-3327-417C-9822-A4A05A5A4253}" type="pres">
      <dgm:prSet presAssocID="{1C5B5F4D-0829-4317-97C5-AEE27685B1C9}" presName="spaceBetweenRectangles" presStyleCnt="0"/>
      <dgm:spPr/>
    </dgm:pt>
    <dgm:pt modelId="{3884F416-9026-491C-8446-3875C49857F0}" type="pres">
      <dgm:prSet presAssocID="{26EFC481-5EED-41A7-A9FA-9B0B1F14E22E}" presName="parentLin" presStyleCnt="0"/>
      <dgm:spPr/>
    </dgm:pt>
    <dgm:pt modelId="{CEAEB48F-34AD-4FF0-B187-43CE6E64026C}" type="pres">
      <dgm:prSet presAssocID="{26EFC481-5EED-41A7-A9FA-9B0B1F14E22E}" presName="parentLeftMargin" presStyleLbl="node1" presStyleIdx="2" presStyleCnt="4"/>
      <dgm:spPr/>
    </dgm:pt>
    <dgm:pt modelId="{299E98BF-C487-4C6D-BEF0-37DC9182473B}" type="pres">
      <dgm:prSet presAssocID="{26EFC481-5EED-41A7-A9FA-9B0B1F14E22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2C05215-E28C-4BED-B188-C39E1C98305D}" type="pres">
      <dgm:prSet presAssocID="{26EFC481-5EED-41A7-A9FA-9B0B1F14E22E}" presName="negativeSpace" presStyleCnt="0"/>
      <dgm:spPr/>
    </dgm:pt>
    <dgm:pt modelId="{09BCC3C3-B8C9-449B-B989-F6208503EE69}" type="pres">
      <dgm:prSet presAssocID="{26EFC481-5EED-41A7-A9FA-9B0B1F14E22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51BBAF1D-1C44-47B4-8A8D-EA648655F4CB}" type="presOf" srcId="{2B6201FC-CD7C-4D37-B6CE-D4BE3D3C2D99}" destId="{38C02861-2B3F-47C3-AC9C-E697B8993405}" srcOrd="0" destOrd="0" presId="urn:microsoft.com/office/officeart/2005/8/layout/list1"/>
    <dgm:cxn modelId="{A9146E2A-81BF-47EC-ABF2-83C09243DCAD}" srcId="{8B27CBBE-2B3C-4DF9-96E0-9B7FF528E1C5}" destId="{2B6201FC-CD7C-4D37-B6CE-D4BE3D3C2D99}" srcOrd="2" destOrd="0" parTransId="{03565CD2-150A-46FF-837E-97185BCD502C}" sibTransId="{1C5B5F4D-0829-4317-97C5-AEE27685B1C9}"/>
    <dgm:cxn modelId="{BED5AF2C-B452-4BAA-ACE6-1DE8E6DC9324}" srcId="{8B27CBBE-2B3C-4DF9-96E0-9B7FF528E1C5}" destId="{55B72F63-54A2-416A-9F4A-42621C03A43D}" srcOrd="0" destOrd="0" parTransId="{FFEE04FB-F5C2-4165-A7C2-5D6BAA587982}" sibTransId="{7C795C86-9CD1-4E8D-9307-AFB345A2438E}"/>
    <dgm:cxn modelId="{AAE8BF3F-3ACA-4D8D-BECD-8C68FE31DC54}" type="presOf" srcId="{2B6201FC-CD7C-4D37-B6CE-D4BE3D3C2D99}" destId="{572411C1-FD69-4B94-A71A-2FD628AB33EA}" srcOrd="1" destOrd="0" presId="urn:microsoft.com/office/officeart/2005/8/layout/list1"/>
    <dgm:cxn modelId="{3A3CAE7D-06C2-4330-8B81-B60826DAF56E}" type="presOf" srcId="{26EFC481-5EED-41A7-A9FA-9B0B1F14E22E}" destId="{299E98BF-C487-4C6D-BEF0-37DC9182473B}" srcOrd="1" destOrd="0" presId="urn:microsoft.com/office/officeart/2005/8/layout/list1"/>
    <dgm:cxn modelId="{A0008E86-0E9E-4AA7-B264-4A150227694C}" type="presOf" srcId="{26EFC481-5EED-41A7-A9FA-9B0B1F14E22E}" destId="{CEAEB48F-34AD-4FF0-B187-43CE6E64026C}" srcOrd="0" destOrd="0" presId="urn:microsoft.com/office/officeart/2005/8/layout/list1"/>
    <dgm:cxn modelId="{781907B8-B46B-433C-B775-0DAD75825550}" srcId="{8B27CBBE-2B3C-4DF9-96E0-9B7FF528E1C5}" destId="{A3311C7C-16A8-4653-96C1-7573B0048A4D}" srcOrd="1" destOrd="0" parTransId="{0BCF4B4D-9451-4317-8269-C7F355B79813}" sibTransId="{E28C6E41-1ADA-440D-8D22-6B9D7E73E898}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E428A1D8-9746-47CD-AAC3-4A9DEB8F12A8}" srcId="{8B27CBBE-2B3C-4DF9-96E0-9B7FF528E1C5}" destId="{26EFC481-5EED-41A7-A9FA-9B0B1F14E22E}" srcOrd="3" destOrd="0" parTransId="{941CFEEE-6364-49B5-85E5-547D911F2793}" sibTransId="{49C36C36-AB9C-4A65-A56D-77C6CA845166}"/>
    <dgm:cxn modelId="{291C472B-9820-436C-9D26-5C2BE99E3C17}" type="presParOf" srcId="{27B5C5EF-A621-43B1-9E5F-F745CF055896}" destId="{A8C315FE-D977-45CB-8335-B1666F3CBA4F}" srcOrd="0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1" destOrd="0" presId="urn:microsoft.com/office/officeart/2005/8/layout/list1"/>
    <dgm:cxn modelId="{3423F980-4DAF-4752-B2AC-A423716FD695}" type="presParOf" srcId="{27B5C5EF-A621-43B1-9E5F-F745CF055896}" destId="{29D67E7E-6A42-414D-9B9B-0E645D728C18}" srcOrd="2" destOrd="0" presId="urn:microsoft.com/office/officeart/2005/8/layout/list1"/>
    <dgm:cxn modelId="{5B4A46DA-ED08-473F-AE9B-0F3E509AE742}" type="presParOf" srcId="{27B5C5EF-A621-43B1-9E5F-F745CF055896}" destId="{92332D43-8816-4D84-AE79-C3EAFC84FBC8}" srcOrd="3" destOrd="0" presId="urn:microsoft.com/office/officeart/2005/8/layout/list1"/>
    <dgm:cxn modelId="{C5F299F8-7566-41CA-B099-00C27BE95C0A}" type="presParOf" srcId="{27B5C5EF-A621-43B1-9E5F-F745CF055896}" destId="{FDCEB285-12B9-42A6-86DD-55B35C1EAACF}" srcOrd="4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5" destOrd="0" presId="urn:microsoft.com/office/officeart/2005/8/layout/list1"/>
    <dgm:cxn modelId="{62B28229-48F9-4874-952B-AA4483E156FA}" type="presParOf" srcId="{27B5C5EF-A621-43B1-9E5F-F745CF055896}" destId="{26F0A34E-ED2F-4684-85B5-5591642C3C24}" srcOrd="6" destOrd="0" presId="urn:microsoft.com/office/officeart/2005/8/layout/list1"/>
    <dgm:cxn modelId="{2FDF2259-3668-4C9E-9488-91C4EC4BF091}" type="presParOf" srcId="{27B5C5EF-A621-43B1-9E5F-F745CF055896}" destId="{FEA96B9F-841E-418F-B1DD-AEEF6C66C4BC}" srcOrd="7" destOrd="0" presId="urn:microsoft.com/office/officeart/2005/8/layout/list1"/>
    <dgm:cxn modelId="{22B3F56F-2208-4C48-BCD4-F4252A8D1FB5}" type="presParOf" srcId="{27B5C5EF-A621-43B1-9E5F-F745CF055896}" destId="{112B71C3-C8B4-4D91-AD3D-6DA1E853D57A}" srcOrd="8" destOrd="0" presId="urn:microsoft.com/office/officeart/2005/8/layout/list1"/>
    <dgm:cxn modelId="{7AE0548B-93A1-4672-B186-2137164483E8}" type="presParOf" srcId="{112B71C3-C8B4-4D91-AD3D-6DA1E853D57A}" destId="{38C02861-2B3F-47C3-AC9C-E697B8993405}" srcOrd="0" destOrd="0" presId="urn:microsoft.com/office/officeart/2005/8/layout/list1"/>
    <dgm:cxn modelId="{20997C5B-7F50-461D-B676-29B11717235A}" type="presParOf" srcId="{112B71C3-C8B4-4D91-AD3D-6DA1E853D57A}" destId="{572411C1-FD69-4B94-A71A-2FD628AB33EA}" srcOrd="1" destOrd="0" presId="urn:microsoft.com/office/officeart/2005/8/layout/list1"/>
    <dgm:cxn modelId="{E41268D0-478C-4F19-987C-A88024B6714F}" type="presParOf" srcId="{27B5C5EF-A621-43B1-9E5F-F745CF055896}" destId="{8FBF0EF6-2964-4395-88A0-A5C9C909E31C}" srcOrd="9" destOrd="0" presId="urn:microsoft.com/office/officeart/2005/8/layout/list1"/>
    <dgm:cxn modelId="{998591D7-060C-491F-87F2-CCBC6E7C4476}" type="presParOf" srcId="{27B5C5EF-A621-43B1-9E5F-F745CF055896}" destId="{61938168-1C72-4794-A42B-0180A899D995}" srcOrd="10" destOrd="0" presId="urn:microsoft.com/office/officeart/2005/8/layout/list1"/>
    <dgm:cxn modelId="{CBC84F70-FB2A-47AD-A83F-065A7CBDE532}" type="presParOf" srcId="{27B5C5EF-A621-43B1-9E5F-F745CF055896}" destId="{3D1F32C3-3327-417C-9822-A4A05A5A4253}" srcOrd="11" destOrd="0" presId="urn:microsoft.com/office/officeart/2005/8/layout/list1"/>
    <dgm:cxn modelId="{53A34666-C8E5-450D-9328-32E84F7A753D}" type="presParOf" srcId="{27B5C5EF-A621-43B1-9E5F-F745CF055896}" destId="{3884F416-9026-491C-8446-3875C49857F0}" srcOrd="12" destOrd="0" presId="urn:microsoft.com/office/officeart/2005/8/layout/list1"/>
    <dgm:cxn modelId="{9E8A9BD7-D91C-42FC-9945-3E73E505264D}" type="presParOf" srcId="{3884F416-9026-491C-8446-3875C49857F0}" destId="{CEAEB48F-34AD-4FF0-B187-43CE6E64026C}" srcOrd="0" destOrd="0" presId="urn:microsoft.com/office/officeart/2005/8/layout/list1"/>
    <dgm:cxn modelId="{204FFACC-842E-4A0A-8E5D-F837B3D136BE}" type="presParOf" srcId="{3884F416-9026-491C-8446-3875C49857F0}" destId="{299E98BF-C487-4C6D-BEF0-37DC9182473B}" srcOrd="1" destOrd="0" presId="urn:microsoft.com/office/officeart/2005/8/layout/list1"/>
    <dgm:cxn modelId="{808D97A2-29CE-440B-9888-BDA69D013211}" type="presParOf" srcId="{27B5C5EF-A621-43B1-9E5F-F745CF055896}" destId="{B2C05215-E28C-4BED-B188-C39E1C98305D}" srcOrd="13" destOrd="0" presId="urn:microsoft.com/office/officeart/2005/8/layout/list1"/>
    <dgm:cxn modelId="{8E2CF74B-23A9-4FB2-90E5-7109694541D1}" type="presParOf" srcId="{27B5C5EF-A621-43B1-9E5F-F745CF055896}" destId="{09BCC3C3-B8C9-449B-B989-F6208503EE6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记录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call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指令地址</a:t>
          </a: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溢出填充的计算：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2B6201FC-CD7C-4D37-B6CE-D4BE3D3C2D99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、缓冲区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+EBP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（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0x88+4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565CD2-150A-46FF-837E-97185BCD502C}" type="parTrans" cxnId="{A9146E2A-81BF-47EC-ABF2-83C09243DCAD}">
      <dgm:prSet/>
      <dgm:spPr/>
      <dgm:t>
        <a:bodyPr/>
        <a:lstStyle/>
        <a:p>
          <a:endParaRPr lang="zh-CN" altLang="en-US"/>
        </a:p>
      </dgm:t>
    </dgm:pt>
    <dgm:pt modelId="{1C5B5F4D-0829-4317-97C5-AEE27685B1C9}" type="sibTrans" cxnId="{A9146E2A-81BF-47EC-ABF2-83C09243DCAD}">
      <dgm:prSet/>
      <dgm:spPr/>
      <dgm:t>
        <a:bodyPr/>
        <a:lstStyle/>
        <a:p>
          <a:endParaRPr lang="zh-CN" altLang="en-US"/>
        </a:p>
      </dgm:t>
    </dgm:pt>
    <dgm:pt modelId="{FD128E2B-F13D-43B1-9802-D36A7ADA3BCE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溢出为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call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指令地址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AD403CD-C1E1-4D3A-946B-3C5805E16358}" type="parTrans" cxnId="{21F5DF24-8DEA-4768-A3D6-CC2A8A5D2A43}">
      <dgm:prSet/>
      <dgm:spPr/>
      <dgm:t>
        <a:bodyPr/>
        <a:lstStyle/>
        <a:p>
          <a:endParaRPr lang="zh-CN" altLang="en-US"/>
        </a:p>
      </dgm:t>
    </dgm:pt>
    <dgm:pt modelId="{E61E889D-2B7D-400C-B335-D1DA8EAF9469}" type="sibTrans" cxnId="{21F5DF24-8DEA-4768-A3D6-CC2A8A5D2A43}">
      <dgm:prSet/>
      <dgm:spPr/>
      <dgm:t>
        <a:bodyPr/>
        <a:lstStyle/>
        <a:p>
          <a:endParaRPr lang="zh-CN" altLang="en-US"/>
        </a:p>
      </dgm:t>
    </dgm:pt>
    <dgm:pt modelId="{FE7C53BA-3E55-44EB-9D81-71F528D2CC03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、继续溢出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system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参数地址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EC3FDCF-4FCE-4621-A19C-C30B296333A5}" type="parTrans" cxnId="{23A07540-2D81-4755-A568-ECE87031A261}">
      <dgm:prSet/>
      <dgm:spPr/>
      <dgm:t>
        <a:bodyPr/>
        <a:lstStyle/>
        <a:p>
          <a:endParaRPr lang="zh-CN" altLang="en-US"/>
        </a:p>
      </dgm:t>
    </dgm:pt>
    <dgm:pt modelId="{682EEAC7-9531-4D9B-850E-01123E99FBB7}" type="sibTrans" cxnId="{23A07540-2D81-4755-A568-ECE87031A261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0" presStyleCnt="5"/>
      <dgm:spPr/>
    </dgm:pt>
    <dgm:pt modelId="{224AE4A0-6A37-4649-ADCA-13A53CF2B5EA}" type="pres">
      <dgm:prSet presAssocID="{55B72F63-54A2-416A-9F4A-42621C03A43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0" presStyleCnt="5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0" presStyleCnt="5"/>
      <dgm:spPr/>
    </dgm:pt>
    <dgm:pt modelId="{57B4AFD2-DD9B-45E9-ABDF-BA2D42455870}" type="pres">
      <dgm:prSet presAssocID="{A3311C7C-16A8-4653-96C1-7573B0048A4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1" presStyleCnt="5">
        <dgm:presLayoutVars>
          <dgm:bulletEnabled val="1"/>
        </dgm:presLayoutVars>
      </dgm:prSet>
      <dgm:spPr/>
    </dgm:pt>
    <dgm:pt modelId="{FEA96B9F-841E-418F-B1DD-AEEF6C66C4BC}" type="pres">
      <dgm:prSet presAssocID="{E28C6E41-1ADA-440D-8D22-6B9D7E73E898}" presName="spaceBetweenRectangles" presStyleCnt="0"/>
      <dgm:spPr/>
    </dgm:pt>
    <dgm:pt modelId="{112B71C3-C8B4-4D91-AD3D-6DA1E853D57A}" type="pres">
      <dgm:prSet presAssocID="{2B6201FC-CD7C-4D37-B6CE-D4BE3D3C2D99}" presName="parentLin" presStyleCnt="0"/>
      <dgm:spPr/>
    </dgm:pt>
    <dgm:pt modelId="{38C02861-2B3F-47C3-AC9C-E697B8993405}" type="pres">
      <dgm:prSet presAssocID="{2B6201FC-CD7C-4D37-B6CE-D4BE3D3C2D99}" presName="parentLeftMargin" presStyleLbl="node1" presStyleIdx="1" presStyleCnt="5"/>
      <dgm:spPr/>
    </dgm:pt>
    <dgm:pt modelId="{572411C1-FD69-4B94-A71A-2FD628AB33EA}" type="pres">
      <dgm:prSet presAssocID="{2B6201FC-CD7C-4D37-B6CE-D4BE3D3C2D9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FBF0EF6-2964-4395-88A0-A5C9C909E31C}" type="pres">
      <dgm:prSet presAssocID="{2B6201FC-CD7C-4D37-B6CE-D4BE3D3C2D99}" presName="negativeSpace" presStyleCnt="0"/>
      <dgm:spPr/>
    </dgm:pt>
    <dgm:pt modelId="{61938168-1C72-4794-A42B-0180A899D995}" type="pres">
      <dgm:prSet presAssocID="{2B6201FC-CD7C-4D37-B6CE-D4BE3D3C2D99}" presName="childText" presStyleLbl="conFgAcc1" presStyleIdx="2" presStyleCnt="5">
        <dgm:presLayoutVars>
          <dgm:bulletEnabled val="1"/>
        </dgm:presLayoutVars>
      </dgm:prSet>
      <dgm:spPr/>
    </dgm:pt>
    <dgm:pt modelId="{E2887BAC-86FD-4279-A997-4E7AB7AE598D}" type="pres">
      <dgm:prSet presAssocID="{1C5B5F4D-0829-4317-97C5-AEE27685B1C9}" presName="spaceBetweenRectangles" presStyleCnt="0"/>
      <dgm:spPr/>
    </dgm:pt>
    <dgm:pt modelId="{FE92C4BC-CB06-4EC7-9BE6-0300557DDC13}" type="pres">
      <dgm:prSet presAssocID="{FD128E2B-F13D-43B1-9802-D36A7ADA3BCE}" presName="parentLin" presStyleCnt="0"/>
      <dgm:spPr/>
    </dgm:pt>
    <dgm:pt modelId="{9635C665-EA23-456C-BB04-EDE2DCA3BFC3}" type="pres">
      <dgm:prSet presAssocID="{FD128E2B-F13D-43B1-9802-D36A7ADA3BCE}" presName="parentLeftMargin" presStyleLbl="node1" presStyleIdx="2" presStyleCnt="5"/>
      <dgm:spPr/>
    </dgm:pt>
    <dgm:pt modelId="{D205ED74-CBAD-4960-9B5A-52D467BDF169}" type="pres">
      <dgm:prSet presAssocID="{FD128E2B-F13D-43B1-9802-D36A7ADA3BC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0FED862-7ABC-405E-8696-33DEDA10E919}" type="pres">
      <dgm:prSet presAssocID="{FD128E2B-F13D-43B1-9802-D36A7ADA3BCE}" presName="negativeSpace" presStyleCnt="0"/>
      <dgm:spPr/>
    </dgm:pt>
    <dgm:pt modelId="{5BA0EA90-EC0F-4598-9934-A672787C7D6B}" type="pres">
      <dgm:prSet presAssocID="{FD128E2B-F13D-43B1-9802-D36A7ADA3BCE}" presName="childText" presStyleLbl="conFgAcc1" presStyleIdx="3" presStyleCnt="5">
        <dgm:presLayoutVars>
          <dgm:bulletEnabled val="1"/>
        </dgm:presLayoutVars>
      </dgm:prSet>
      <dgm:spPr/>
    </dgm:pt>
    <dgm:pt modelId="{EE9406F0-0DA0-48F8-A4F1-2AC84517CFC3}" type="pres">
      <dgm:prSet presAssocID="{E61E889D-2B7D-400C-B335-D1DA8EAF9469}" presName="spaceBetweenRectangles" presStyleCnt="0"/>
      <dgm:spPr/>
    </dgm:pt>
    <dgm:pt modelId="{06C0DE01-9FF0-4335-9B79-0E4FECFFA643}" type="pres">
      <dgm:prSet presAssocID="{FE7C53BA-3E55-44EB-9D81-71F528D2CC03}" presName="parentLin" presStyleCnt="0"/>
      <dgm:spPr/>
    </dgm:pt>
    <dgm:pt modelId="{C872E965-6C9B-43D5-949A-801DEABC5147}" type="pres">
      <dgm:prSet presAssocID="{FE7C53BA-3E55-44EB-9D81-71F528D2CC03}" presName="parentLeftMargin" presStyleLbl="node1" presStyleIdx="3" presStyleCnt="5"/>
      <dgm:spPr/>
    </dgm:pt>
    <dgm:pt modelId="{983BFD98-F81B-48BA-A0EC-D38CA6C00464}" type="pres">
      <dgm:prSet presAssocID="{FE7C53BA-3E55-44EB-9D81-71F528D2CC03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DC20B60F-845B-44B6-AB9D-07B0EEE9DFDF}" type="pres">
      <dgm:prSet presAssocID="{FE7C53BA-3E55-44EB-9D81-71F528D2CC03}" presName="negativeSpace" presStyleCnt="0"/>
      <dgm:spPr/>
    </dgm:pt>
    <dgm:pt modelId="{3308EB56-D8E6-4751-BA28-FB16491E46F7}" type="pres">
      <dgm:prSet presAssocID="{FE7C53BA-3E55-44EB-9D81-71F528D2CC03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51BBAF1D-1C44-47B4-8A8D-EA648655F4CB}" type="presOf" srcId="{2B6201FC-CD7C-4D37-B6CE-D4BE3D3C2D99}" destId="{38C02861-2B3F-47C3-AC9C-E697B8993405}" srcOrd="0" destOrd="0" presId="urn:microsoft.com/office/officeart/2005/8/layout/list1"/>
    <dgm:cxn modelId="{21F5DF24-8DEA-4768-A3D6-CC2A8A5D2A43}" srcId="{8B27CBBE-2B3C-4DF9-96E0-9B7FF528E1C5}" destId="{FD128E2B-F13D-43B1-9802-D36A7ADA3BCE}" srcOrd="3" destOrd="0" parTransId="{FAD403CD-C1E1-4D3A-946B-3C5805E16358}" sibTransId="{E61E889D-2B7D-400C-B335-D1DA8EAF9469}"/>
    <dgm:cxn modelId="{A9146E2A-81BF-47EC-ABF2-83C09243DCAD}" srcId="{8B27CBBE-2B3C-4DF9-96E0-9B7FF528E1C5}" destId="{2B6201FC-CD7C-4D37-B6CE-D4BE3D3C2D99}" srcOrd="2" destOrd="0" parTransId="{03565CD2-150A-46FF-837E-97185BCD502C}" sibTransId="{1C5B5F4D-0829-4317-97C5-AEE27685B1C9}"/>
    <dgm:cxn modelId="{BED5AF2C-B452-4BAA-ACE6-1DE8E6DC9324}" srcId="{8B27CBBE-2B3C-4DF9-96E0-9B7FF528E1C5}" destId="{55B72F63-54A2-416A-9F4A-42621C03A43D}" srcOrd="0" destOrd="0" parTransId="{FFEE04FB-F5C2-4165-A7C2-5D6BAA587982}" sibTransId="{7C795C86-9CD1-4E8D-9307-AFB345A2438E}"/>
    <dgm:cxn modelId="{AAE8BF3F-3ACA-4D8D-BECD-8C68FE31DC54}" type="presOf" srcId="{2B6201FC-CD7C-4D37-B6CE-D4BE3D3C2D99}" destId="{572411C1-FD69-4B94-A71A-2FD628AB33EA}" srcOrd="1" destOrd="0" presId="urn:microsoft.com/office/officeart/2005/8/layout/list1"/>
    <dgm:cxn modelId="{23A07540-2D81-4755-A568-ECE87031A261}" srcId="{8B27CBBE-2B3C-4DF9-96E0-9B7FF528E1C5}" destId="{FE7C53BA-3E55-44EB-9D81-71F528D2CC03}" srcOrd="4" destOrd="0" parTransId="{2EC3FDCF-4FCE-4621-A19C-C30B296333A5}" sibTransId="{682EEAC7-9531-4D9B-850E-01123E99FBB7}"/>
    <dgm:cxn modelId="{707B9077-2E10-4397-BDF9-41CA03F26A41}" type="presOf" srcId="{FD128E2B-F13D-43B1-9802-D36A7ADA3BCE}" destId="{D205ED74-CBAD-4960-9B5A-52D467BDF169}" srcOrd="1" destOrd="0" presId="urn:microsoft.com/office/officeart/2005/8/layout/list1"/>
    <dgm:cxn modelId="{2AACF2A8-B595-4D0F-B2BA-9088B87B5EEF}" type="presOf" srcId="{FE7C53BA-3E55-44EB-9D81-71F528D2CC03}" destId="{983BFD98-F81B-48BA-A0EC-D38CA6C00464}" srcOrd="1" destOrd="0" presId="urn:microsoft.com/office/officeart/2005/8/layout/list1"/>
    <dgm:cxn modelId="{781907B8-B46B-433C-B775-0DAD75825550}" srcId="{8B27CBBE-2B3C-4DF9-96E0-9B7FF528E1C5}" destId="{A3311C7C-16A8-4653-96C1-7573B0048A4D}" srcOrd="1" destOrd="0" parTransId="{0BCF4B4D-9451-4317-8269-C7F355B79813}" sibTransId="{E28C6E41-1ADA-440D-8D22-6B9D7E73E898}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6F65ACC-9610-46DE-8B66-BBB6138182EC}" type="presOf" srcId="{FE7C53BA-3E55-44EB-9D81-71F528D2CC03}" destId="{C872E965-6C9B-43D5-949A-801DEABC5147}" srcOrd="0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4233ACEE-F5D9-4E26-94FA-747A7AB061AA}" type="presOf" srcId="{FD128E2B-F13D-43B1-9802-D36A7ADA3BCE}" destId="{9635C665-EA23-456C-BB04-EDE2DCA3BFC3}" srcOrd="0" destOrd="0" presId="urn:microsoft.com/office/officeart/2005/8/layout/list1"/>
    <dgm:cxn modelId="{291C472B-9820-436C-9D26-5C2BE99E3C17}" type="presParOf" srcId="{27B5C5EF-A621-43B1-9E5F-F745CF055896}" destId="{A8C315FE-D977-45CB-8335-B1666F3CBA4F}" srcOrd="0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1" destOrd="0" presId="urn:microsoft.com/office/officeart/2005/8/layout/list1"/>
    <dgm:cxn modelId="{3423F980-4DAF-4752-B2AC-A423716FD695}" type="presParOf" srcId="{27B5C5EF-A621-43B1-9E5F-F745CF055896}" destId="{29D67E7E-6A42-414D-9B9B-0E645D728C18}" srcOrd="2" destOrd="0" presId="urn:microsoft.com/office/officeart/2005/8/layout/list1"/>
    <dgm:cxn modelId="{5B4A46DA-ED08-473F-AE9B-0F3E509AE742}" type="presParOf" srcId="{27B5C5EF-A621-43B1-9E5F-F745CF055896}" destId="{92332D43-8816-4D84-AE79-C3EAFC84FBC8}" srcOrd="3" destOrd="0" presId="urn:microsoft.com/office/officeart/2005/8/layout/list1"/>
    <dgm:cxn modelId="{C5F299F8-7566-41CA-B099-00C27BE95C0A}" type="presParOf" srcId="{27B5C5EF-A621-43B1-9E5F-F745CF055896}" destId="{FDCEB285-12B9-42A6-86DD-55B35C1EAACF}" srcOrd="4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5" destOrd="0" presId="urn:microsoft.com/office/officeart/2005/8/layout/list1"/>
    <dgm:cxn modelId="{62B28229-48F9-4874-952B-AA4483E156FA}" type="presParOf" srcId="{27B5C5EF-A621-43B1-9E5F-F745CF055896}" destId="{26F0A34E-ED2F-4684-85B5-5591642C3C24}" srcOrd="6" destOrd="0" presId="urn:microsoft.com/office/officeart/2005/8/layout/list1"/>
    <dgm:cxn modelId="{2FDF2259-3668-4C9E-9488-91C4EC4BF091}" type="presParOf" srcId="{27B5C5EF-A621-43B1-9E5F-F745CF055896}" destId="{FEA96B9F-841E-418F-B1DD-AEEF6C66C4BC}" srcOrd="7" destOrd="0" presId="urn:microsoft.com/office/officeart/2005/8/layout/list1"/>
    <dgm:cxn modelId="{22B3F56F-2208-4C48-BCD4-F4252A8D1FB5}" type="presParOf" srcId="{27B5C5EF-A621-43B1-9E5F-F745CF055896}" destId="{112B71C3-C8B4-4D91-AD3D-6DA1E853D57A}" srcOrd="8" destOrd="0" presId="urn:microsoft.com/office/officeart/2005/8/layout/list1"/>
    <dgm:cxn modelId="{7AE0548B-93A1-4672-B186-2137164483E8}" type="presParOf" srcId="{112B71C3-C8B4-4D91-AD3D-6DA1E853D57A}" destId="{38C02861-2B3F-47C3-AC9C-E697B8993405}" srcOrd="0" destOrd="0" presId="urn:microsoft.com/office/officeart/2005/8/layout/list1"/>
    <dgm:cxn modelId="{20997C5B-7F50-461D-B676-29B11717235A}" type="presParOf" srcId="{112B71C3-C8B4-4D91-AD3D-6DA1E853D57A}" destId="{572411C1-FD69-4B94-A71A-2FD628AB33EA}" srcOrd="1" destOrd="0" presId="urn:microsoft.com/office/officeart/2005/8/layout/list1"/>
    <dgm:cxn modelId="{E41268D0-478C-4F19-987C-A88024B6714F}" type="presParOf" srcId="{27B5C5EF-A621-43B1-9E5F-F745CF055896}" destId="{8FBF0EF6-2964-4395-88A0-A5C9C909E31C}" srcOrd="9" destOrd="0" presId="urn:microsoft.com/office/officeart/2005/8/layout/list1"/>
    <dgm:cxn modelId="{998591D7-060C-491F-87F2-CCBC6E7C4476}" type="presParOf" srcId="{27B5C5EF-A621-43B1-9E5F-F745CF055896}" destId="{61938168-1C72-4794-A42B-0180A899D995}" srcOrd="10" destOrd="0" presId="urn:microsoft.com/office/officeart/2005/8/layout/list1"/>
    <dgm:cxn modelId="{8164D15F-9D55-49DA-9688-6B641377A315}" type="presParOf" srcId="{27B5C5EF-A621-43B1-9E5F-F745CF055896}" destId="{E2887BAC-86FD-4279-A997-4E7AB7AE598D}" srcOrd="11" destOrd="0" presId="urn:microsoft.com/office/officeart/2005/8/layout/list1"/>
    <dgm:cxn modelId="{4155B28E-CD7A-443C-BDE9-B0DE358C160F}" type="presParOf" srcId="{27B5C5EF-A621-43B1-9E5F-F745CF055896}" destId="{FE92C4BC-CB06-4EC7-9BE6-0300557DDC13}" srcOrd="12" destOrd="0" presId="urn:microsoft.com/office/officeart/2005/8/layout/list1"/>
    <dgm:cxn modelId="{C77A72CF-26E5-4812-A56C-9F9E1FC6DB94}" type="presParOf" srcId="{FE92C4BC-CB06-4EC7-9BE6-0300557DDC13}" destId="{9635C665-EA23-456C-BB04-EDE2DCA3BFC3}" srcOrd="0" destOrd="0" presId="urn:microsoft.com/office/officeart/2005/8/layout/list1"/>
    <dgm:cxn modelId="{FD839451-AC9D-45E4-85B5-60A4BAB57493}" type="presParOf" srcId="{FE92C4BC-CB06-4EC7-9BE6-0300557DDC13}" destId="{D205ED74-CBAD-4960-9B5A-52D467BDF169}" srcOrd="1" destOrd="0" presId="urn:microsoft.com/office/officeart/2005/8/layout/list1"/>
    <dgm:cxn modelId="{949F9FB5-5AB1-42CD-A09A-A1FDBC7EA322}" type="presParOf" srcId="{27B5C5EF-A621-43B1-9E5F-F745CF055896}" destId="{50FED862-7ABC-405E-8696-33DEDA10E919}" srcOrd="13" destOrd="0" presId="urn:microsoft.com/office/officeart/2005/8/layout/list1"/>
    <dgm:cxn modelId="{F77DEC4A-EBBE-4670-8EC9-7BD845769FFB}" type="presParOf" srcId="{27B5C5EF-A621-43B1-9E5F-F745CF055896}" destId="{5BA0EA90-EC0F-4598-9934-A672787C7D6B}" srcOrd="14" destOrd="0" presId="urn:microsoft.com/office/officeart/2005/8/layout/list1"/>
    <dgm:cxn modelId="{47742737-E39F-4B45-944A-8961A9C61FED}" type="presParOf" srcId="{27B5C5EF-A621-43B1-9E5F-F745CF055896}" destId="{EE9406F0-0DA0-48F8-A4F1-2AC84517CFC3}" srcOrd="15" destOrd="0" presId="urn:microsoft.com/office/officeart/2005/8/layout/list1"/>
    <dgm:cxn modelId="{D28E604A-D271-4C38-8D02-9D03926320CC}" type="presParOf" srcId="{27B5C5EF-A621-43B1-9E5F-F745CF055896}" destId="{06C0DE01-9FF0-4335-9B79-0E4FECFFA643}" srcOrd="16" destOrd="0" presId="urn:microsoft.com/office/officeart/2005/8/layout/list1"/>
    <dgm:cxn modelId="{A0E133B2-CD10-40DD-A34F-5AB78A338F59}" type="presParOf" srcId="{06C0DE01-9FF0-4335-9B79-0E4FECFFA643}" destId="{C872E965-6C9B-43D5-949A-801DEABC5147}" srcOrd="0" destOrd="0" presId="urn:microsoft.com/office/officeart/2005/8/layout/list1"/>
    <dgm:cxn modelId="{D52611BD-FAE2-4F30-9470-C21A21948A29}" type="presParOf" srcId="{06C0DE01-9FF0-4335-9B79-0E4FECFFA643}" destId="{983BFD98-F81B-48BA-A0EC-D38CA6C00464}" srcOrd="1" destOrd="0" presId="urn:microsoft.com/office/officeart/2005/8/layout/list1"/>
    <dgm:cxn modelId="{197F89FC-A2E8-407B-A4E2-30F4C1089306}" type="presParOf" srcId="{27B5C5EF-A621-43B1-9E5F-F745CF055896}" destId="{DC20B60F-845B-44B6-AB9D-07B0EEE9DFDF}" srcOrd="17" destOrd="0" presId="urn:microsoft.com/office/officeart/2005/8/layout/list1"/>
    <dgm:cxn modelId="{C466B863-A1E4-492B-B4B8-52D37A993ED4}" type="presParOf" srcId="{27B5C5EF-A621-43B1-9E5F-F745CF055896}" destId="{3308EB56-D8E6-4751-BA28-FB16491E46F7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记录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call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指令地址</a:t>
          </a: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溢出填充的计算：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2B6201FC-CD7C-4D37-B6CE-D4BE3D3C2D99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、缓冲区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+EBP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（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0x88+4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565CD2-150A-46FF-837E-97185BCD502C}" type="parTrans" cxnId="{A9146E2A-81BF-47EC-ABF2-83C09243DCAD}">
      <dgm:prSet/>
      <dgm:spPr/>
      <dgm:t>
        <a:bodyPr/>
        <a:lstStyle/>
        <a:p>
          <a:endParaRPr lang="zh-CN" altLang="en-US"/>
        </a:p>
      </dgm:t>
    </dgm:pt>
    <dgm:pt modelId="{1C5B5F4D-0829-4317-97C5-AEE27685B1C9}" type="sibTrans" cxnId="{A9146E2A-81BF-47EC-ABF2-83C09243DCAD}">
      <dgm:prSet/>
      <dgm:spPr/>
      <dgm:t>
        <a:bodyPr/>
        <a:lstStyle/>
        <a:p>
          <a:endParaRPr lang="zh-CN" altLang="en-US"/>
        </a:p>
      </dgm:t>
    </dgm:pt>
    <dgm:pt modelId="{FD128E2B-F13D-43B1-9802-D36A7ADA3BCE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溢出为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call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指令地址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AD403CD-C1E1-4D3A-946B-3C5805E16358}" type="parTrans" cxnId="{21F5DF24-8DEA-4768-A3D6-CC2A8A5D2A43}">
      <dgm:prSet/>
      <dgm:spPr/>
      <dgm:t>
        <a:bodyPr/>
        <a:lstStyle/>
        <a:p>
          <a:endParaRPr lang="zh-CN" altLang="en-US"/>
        </a:p>
      </dgm:t>
    </dgm:pt>
    <dgm:pt modelId="{E61E889D-2B7D-400C-B335-D1DA8EAF9469}" type="sibTrans" cxnId="{21F5DF24-8DEA-4768-A3D6-CC2A8A5D2A43}">
      <dgm:prSet/>
      <dgm:spPr/>
      <dgm:t>
        <a:bodyPr/>
        <a:lstStyle/>
        <a:p>
          <a:endParaRPr lang="zh-CN" altLang="en-US"/>
        </a:p>
      </dgm:t>
    </dgm:pt>
    <dgm:pt modelId="{FE7C53BA-3E55-44EB-9D81-71F528D2CC03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、继续溢出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system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参数地址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EC3FDCF-4FCE-4621-A19C-C30B296333A5}" type="parTrans" cxnId="{23A07540-2D81-4755-A568-ECE87031A261}">
      <dgm:prSet/>
      <dgm:spPr/>
      <dgm:t>
        <a:bodyPr/>
        <a:lstStyle/>
        <a:p>
          <a:endParaRPr lang="zh-CN" altLang="en-US"/>
        </a:p>
      </dgm:t>
    </dgm:pt>
    <dgm:pt modelId="{682EEAC7-9531-4D9B-850E-01123E99FBB7}" type="sibTrans" cxnId="{23A07540-2D81-4755-A568-ECE87031A261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0" presStyleCnt="5"/>
      <dgm:spPr/>
    </dgm:pt>
    <dgm:pt modelId="{224AE4A0-6A37-4649-ADCA-13A53CF2B5EA}" type="pres">
      <dgm:prSet presAssocID="{55B72F63-54A2-416A-9F4A-42621C03A43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0" presStyleCnt="5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0" presStyleCnt="5"/>
      <dgm:spPr/>
    </dgm:pt>
    <dgm:pt modelId="{57B4AFD2-DD9B-45E9-ABDF-BA2D42455870}" type="pres">
      <dgm:prSet presAssocID="{A3311C7C-16A8-4653-96C1-7573B0048A4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1" presStyleCnt="5">
        <dgm:presLayoutVars>
          <dgm:bulletEnabled val="1"/>
        </dgm:presLayoutVars>
      </dgm:prSet>
      <dgm:spPr/>
    </dgm:pt>
    <dgm:pt modelId="{FEA96B9F-841E-418F-B1DD-AEEF6C66C4BC}" type="pres">
      <dgm:prSet presAssocID="{E28C6E41-1ADA-440D-8D22-6B9D7E73E898}" presName="spaceBetweenRectangles" presStyleCnt="0"/>
      <dgm:spPr/>
    </dgm:pt>
    <dgm:pt modelId="{112B71C3-C8B4-4D91-AD3D-6DA1E853D57A}" type="pres">
      <dgm:prSet presAssocID="{2B6201FC-CD7C-4D37-B6CE-D4BE3D3C2D99}" presName="parentLin" presStyleCnt="0"/>
      <dgm:spPr/>
    </dgm:pt>
    <dgm:pt modelId="{38C02861-2B3F-47C3-AC9C-E697B8993405}" type="pres">
      <dgm:prSet presAssocID="{2B6201FC-CD7C-4D37-B6CE-D4BE3D3C2D99}" presName="parentLeftMargin" presStyleLbl="node1" presStyleIdx="1" presStyleCnt="5"/>
      <dgm:spPr/>
    </dgm:pt>
    <dgm:pt modelId="{572411C1-FD69-4B94-A71A-2FD628AB33EA}" type="pres">
      <dgm:prSet presAssocID="{2B6201FC-CD7C-4D37-B6CE-D4BE3D3C2D9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FBF0EF6-2964-4395-88A0-A5C9C909E31C}" type="pres">
      <dgm:prSet presAssocID="{2B6201FC-CD7C-4D37-B6CE-D4BE3D3C2D99}" presName="negativeSpace" presStyleCnt="0"/>
      <dgm:spPr/>
    </dgm:pt>
    <dgm:pt modelId="{61938168-1C72-4794-A42B-0180A899D995}" type="pres">
      <dgm:prSet presAssocID="{2B6201FC-CD7C-4D37-B6CE-D4BE3D3C2D99}" presName="childText" presStyleLbl="conFgAcc1" presStyleIdx="2" presStyleCnt="5">
        <dgm:presLayoutVars>
          <dgm:bulletEnabled val="1"/>
        </dgm:presLayoutVars>
      </dgm:prSet>
      <dgm:spPr/>
    </dgm:pt>
    <dgm:pt modelId="{E2887BAC-86FD-4279-A997-4E7AB7AE598D}" type="pres">
      <dgm:prSet presAssocID="{1C5B5F4D-0829-4317-97C5-AEE27685B1C9}" presName="spaceBetweenRectangles" presStyleCnt="0"/>
      <dgm:spPr/>
    </dgm:pt>
    <dgm:pt modelId="{FE92C4BC-CB06-4EC7-9BE6-0300557DDC13}" type="pres">
      <dgm:prSet presAssocID="{FD128E2B-F13D-43B1-9802-D36A7ADA3BCE}" presName="parentLin" presStyleCnt="0"/>
      <dgm:spPr/>
    </dgm:pt>
    <dgm:pt modelId="{9635C665-EA23-456C-BB04-EDE2DCA3BFC3}" type="pres">
      <dgm:prSet presAssocID="{FD128E2B-F13D-43B1-9802-D36A7ADA3BCE}" presName="parentLeftMargin" presStyleLbl="node1" presStyleIdx="2" presStyleCnt="5"/>
      <dgm:spPr/>
    </dgm:pt>
    <dgm:pt modelId="{D205ED74-CBAD-4960-9B5A-52D467BDF169}" type="pres">
      <dgm:prSet presAssocID="{FD128E2B-F13D-43B1-9802-D36A7ADA3BC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0FED862-7ABC-405E-8696-33DEDA10E919}" type="pres">
      <dgm:prSet presAssocID="{FD128E2B-F13D-43B1-9802-D36A7ADA3BCE}" presName="negativeSpace" presStyleCnt="0"/>
      <dgm:spPr/>
    </dgm:pt>
    <dgm:pt modelId="{5BA0EA90-EC0F-4598-9934-A672787C7D6B}" type="pres">
      <dgm:prSet presAssocID="{FD128E2B-F13D-43B1-9802-D36A7ADA3BCE}" presName="childText" presStyleLbl="conFgAcc1" presStyleIdx="3" presStyleCnt="5">
        <dgm:presLayoutVars>
          <dgm:bulletEnabled val="1"/>
        </dgm:presLayoutVars>
      </dgm:prSet>
      <dgm:spPr/>
    </dgm:pt>
    <dgm:pt modelId="{EE9406F0-0DA0-48F8-A4F1-2AC84517CFC3}" type="pres">
      <dgm:prSet presAssocID="{E61E889D-2B7D-400C-B335-D1DA8EAF9469}" presName="spaceBetweenRectangles" presStyleCnt="0"/>
      <dgm:spPr/>
    </dgm:pt>
    <dgm:pt modelId="{06C0DE01-9FF0-4335-9B79-0E4FECFFA643}" type="pres">
      <dgm:prSet presAssocID="{FE7C53BA-3E55-44EB-9D81-71F528D2CC03}" presName="parentLin" presStyleCnt="0"/>
      <dgm:spPr/>
    </dgm:pt>
    <dgm:pt modelId="{C872E965-6C9B-43D5-949A-801DEABC5147}" type="pres">
      <dgm:prSet presAssocID="{FE7C53BA-3E55-44EB-9D81-71F528D2CC03}" presName="parentLeftMargin" presStyleLbl="node1" presStyleIdx="3" presStyleCnt="5"/>
      <dgm:spPr/>
    </dgm:pt>
    <dgm:pt modelId="{983BFD98-F81B-48BA-A0EC-D38CA6C00464}" type="pres">
      <dgm:prSet presAssocID="{FE7C53BA-3E55-44EB-9D81-71F528D2CC03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DC20B60F-845B-44B6-AB9D-07B0EEE9DFDF}" type="pres">
      <dgm:prSet presAssocID="{FE7C53BA-3E55-44EB-9D81-71F528D2CC03}" presName="negativeSpace" presStyleCnt="0"/>
      <dgm:spPr/>
    </dgm:pt>
    <dgm:pt modelId="{3308EB56-D8E6-4751-BA28-FB16491E46F7}" type="pres">
      <dgm:prSet presAssocID="{FE7C53BA-3E55-44EB-9D81-71F528D2CC03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51BBAF1D-1C44-47B4-8A8D-EA648655F4CB}" type="presOf" srcId="{2B6201FC-CD7C-4D37-B6CE-D4BE3D3C2D99}" destId="{38C02861-2B3F-47C3-AC9C-E697B8993405}" srcOrd="0" destOrd="0" presId="urn:microsoft.com/office/officeart/2005/8/layout/list1"/>
    <dgm:cxn modelId="{21F5DF24-8DEA-4768-A3D6-CC2A8A5D2A43}" srcId="{8B27CBBE-2B3C-4DF9-96E0-9B7FF528E1C5}" destId="{FD128E2B-F13D-43B1-9802-D36A7ADA3BCE}" srcOrd="3" destOrd="0" parTransId="{FAD403CD-C1E1-4D3A-946B-3C5805E16358}" sibTransId="{E61E889D-2B7D-400C-B335-D1DA8EAF9469}"/>
    <dgm:cxn modelId="{A9146E2A-81BF-47EC-ABF2-83C09243DCAD}" srcId="{8B27CBBE-2B3C-4DF9-96E0-9B7FF528E1C5}" destId="{2B6201FC-CD7C-4D37-B6CE-D4BE3D3C2D99}" srcOrd="2" destOrd="0" parTransId="{03565CD2-150A-46FF-837E-97185BCD502C}" sibTransId="{1C5B5F4D-0829-4317-97C5-AEE27685B1C9}"/>
    <dgm:cxn modelId="{BED5AF2C-B452-4BAA-ACE6-1DE8E6DC9324}" srcId="{8B27CBBE-2B3C-4DF9-96E0-9B7FF528E1C5}" destId="{55B72F63-54A2-416A-9F4A-42621C03A43D}" srcOrd="0" destOrd="0" parTransId="{FFEE04FB-F5C2-4165-A7C2-5D6BAA587982}" sibTransId="{7C795C86-9CD1-4E8D-9307-AFB345A2438E}"/>
    <dgm:cxn modelId="{AAE8BF3F-3ACA-4D8D-BECD-8C68FE31DC54}" type="presOf" srcId="{2B6201FC-CD7C-4D37-B6CE-D4BE3D3C2D99}" destId="{572411C1-FD69-4B94-A71A-2FD628AB33EA}" srcOrd="1" destOrd="0" presId="urn:microsoft.com/office/officeart/2005/8/layout/list1"/>
    <dgm:cxn modelId="{23A07540-2D81-4755-A568-ECE87031A261}" srcId="{8B27CBBE-2B3C-4DF9-96E0-9B7FF528E1C5}" destId="{FE7C53BA-3E55-44EB-9D81-71F528D2CC03}" srcOrd="4" destOrd="0" parTransId="{2EC3FDCF-4FCE-4621-A19C-C30B296333A5}" sibTransId="{682EEAC7-9531-4D9B-850E-01123E99FBB7}"/>
    <dgm:cxn modelId="{707B9077-2E10-4397-BDF9-41CA03F26A41}" type="presOf" srcId="{FD128E2B-F13D-43B1-9802-D36A7ADA3BCE}" destId="{D205ED74-CBAD-4960-9B5A-52D467BDF169}" srcOrd="1" destOrd="0" presId="urn:microsoft.com/office/officeart/2005/8/layout/list1"/>
    <dgm:cxn modelId="{2AACF2A8-B595-4D0F-B2BA-9088B87B5EEF}" type="presOf" srcId="{FE7C53BA-3E55-44EB-9D81-71F528D2CC03}" destId="{983BFD98-F81B-48BA-A0EC-D38CA6C00464}" srcOrd="1" destOrd="0" presId="urn:microsoft.com/office/officeart/2005/8/layout/list1"/>
    <dgm:cxn modelId="{781907B8-B46B-433C-B775-0DAD75825550}" srcId="{8B27CBBE-2B3C-4DF9-96E0-9B7FF528E1C5}" destId="{A3311C7C-16A8-4653-96C1-7573B0048A4D}" srcOrd="1" destOrd="0" parTransId="{0BCF4B4D-9451-4317-8269-C7F355B79813}" sibTransId="{E28C6E41-1ADA-440D-8D22-6B9D7E73E898}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6F65ACC-9610-46DE-8B66-BBB6138182EC}" type="presOf" srcId="{FE7C53BA-3E55-44EB-9D81-71F528D2CC03}" destId="{C872E965-6C9B-43D5-949A-801DEABC5147}" srcOrd="0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4233ACEE-F5D9-4E26-94FA-747A7AB061AA}" type="presOf" srcId="{FD128E2B-F13D-43B1-9802-D36A7ADA3BCE}" destId="{9635C665-EA23-456C-BB04-EDE2DCA3BFC3}" srcOrd="0" destOrd="0" presId="urn:microsoft.com/office/officeart/2005/8/layout/list1"/>
    <dgm:cxn modelId="{291C472B-9820-436C-9D26-5C2BE99E3C17}" type="presParOf" srcId="{27B5C5EF-A621-43B1-9E5F-F745CF055896}" destId="{A8C315FE-D977-45CB-8335-B1666F3CBA4F}" srcOrd="0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1" destOrd="0" presId="urn:microsoft.com/office/officeart/2005/8/layout/list1"/>
    <dgm:cxn modelId="{3423F980-4DAF-4752-B2AC-A423716FD695}" type="presParOf" srcId="{27B5C5EF-A621-43B1-9E5F-F745CF055896}" destId="{29D67E7E-6A42-414D-9B9B-0E645D728C18}" srcOrd="2" destOrd="0" presId="urn:microsoft.com/office/officeart/2005/8/layout/list1"/>
    <dgm:cxn modelId="{5B4A46DA-ED08-473F-AE9B-0F3E509AE742}" type="presParOf" srcId="{27B5C5EF-A621-43B1-9E5F-F745CF055896}" destId="{92332D43-8816-4D84-AE79-C3EAFC84FBC8}" srcOrd="3" destOrd="0" presId="urn:microsoft.com/office/officeart/2005/8/layout/list1"/>
    <dgm:cxn modelId="{C5F299F8-7566-41CA-B099-00C27BE95C0A}" type="presParOf" srcId="{27B5C5EF-A621-43B1-9E5F-F745CF055896}" destId="{FDCEB285-12B9-42A6-86DD-55B35C1EAACF}" srcOrd="4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5" destOrd="0" presId="urn:microsoft.com/office/officeart/2005/8/layout/list1"/>
    <dgm:cxn modelId="{62B28229-48F9-4874-952B-AA4483E156FA}" type="presParOf" srcId="{27B5C5EF-A621-43B1-9E5F-F745CF055896}" destId="{26F0A34E-ED2F-4684-85B5-5591642C3C24}" srcOrd="6" destOrd="0" presId="urn:microsoft.com/office/officeart/2005/8/layout/list1"/>
    <dgm:cxn modelId="{2FDF2259-3668-4C9E-9488-91C4EC4BF091}" type="presParOf" srcId="{27B5C5EF-A621-43B1-9E5F-F745CF055896}" destId="{FEA96B9F-841E-418F-B1DD-AEEF6C66C4BC}" srcOrd="7" destOrd="0" presId="urn:microsoft.com/office/officeart/2005/8/layout/list1"/>
    <dgm:cxn modelId="{22B3F56F-2208-4C48-BCD4-F4252A8D1FB5}" type="presParOf" srcId="{27B5C5EF-A621-43B1-9E5F-F745CF055896}" destId="{112B71C3-C8B4-4D91-AD3D-6DA1E853D57A}" srcOrd="8" destOrd="0" presId="urn:microsoft.com/office/officeart/2005/8/layout/list1"/>
    <dgm:cxn modelId="{7AE0548B-93A1-4672-B186-2137164483E8}" type="presParOf" srcId="{112B71C3-C8B4-4D91-AD3D-6DA1E853D57A}" destId="{38C02861-2B3F-47C3-AC9C-E697B8993405}" srcOrd="0" destOrd="0" presId="urn:microsoft.com/office/officeart/2005/8/layout/list1"/>
    <dgm:cxn modelId="{20997C5B-7F50-461D-B676-29B11717235A}" type="presParOf" srcId="{112B71C3-C8B4-4D91-AD3D-6DA1E853D57A}" destId="{572411C1-FD69-4B94-A71A-2FD628AB33EA}" srcOrd="1" destOrd="0" presId="urn:microsoft.com/office/officeart/2005/8/layout/list1"/>
    <dgm:cxn modelId="{E41268D0-478C-4F19-987C-A88024B6714F}" type="presParOf" srcId="{27B5C5EF-A621-43B1-9E5F-F745CF055896}" destId="{8FBF0EF6-2964-4395-88A0-A5C9C909E31C}" srcOrd="9" destOrd="0" presId="urn:microsoft.com/office/officeart/2005/8/layout/list1"/>
    <dgm:cxn modelId="{998591D7-060C-491F-87F2-CCBC6E7C4476}" type="presParOf" srcId="{27B5C5EF-A621-43B1-9E5F-F745CF055896}" destId="{61938168-1C72-4794-A42B-0180A899D995}" srcOrd="10" destOrd="0" presId="urn:microsoft.com/office/officeart/2005/8/layout/list1"/>
    <dgm:cxn modelId="{8164D15F-9D55-49DA-9688-6B641377A315}" type="presParOf" srcId="{27B5C5EF-A621-43B1-9E5F-F745CF055896}" destId="{E2887BAC-86FD-4279-A997-4E7AB7AE598D}" srcOrd="11" destOrd="0" presId="urn:microsoft.com/office/officeart/2005/8/layout/list1"/>
    <dgm:cxn modelId="{4155B28E-CD7A-443C-BDE9-B0DE358C160F}" type="presParOf" srcId="{27B5C5EF-A621-43B1-9E5F-F745CF055896}" destId="{FE92C4BC-CB06-4EC7-9BE6-0300557DDC13}" srcOrd="12" destOrd="0" presId="urn:microsoft.com/office/officeart/2005/8/layout/list1"/>
    <dgm:cxn modelId="{C77A72CF-26E5-4812-A56C-9F9E1FC6DB94}" type="presParOf" srcId="{FE92C4BC-CB06-4EC7-9BE6-0300557DDC13}" destId="{9635C665-EA23-456C-BB04-EDE2DCA3BFC3}" srcOrd="0" destOrd="0" presId="urn:microsoft.com/office/officeart/2005/8/layout/list1"/>
    <dgm:cxn modelId="{FD839451-AC9D-45E4-85B5-60A4BAB57493}" type="presParOf" srcId="{FE92C4BC-CB06-4EC7-9BE6-0300557DDC13}" destId="{D205ED74-CBAD-4960-9B5A-52D467BDF169}" srcOrd="1" destOrd="0" presId="urn:microsoft.com/office/officeart/2005/8/layout/list1"/>
    <dgm:cxn modelId="{949F9FB5-5AB1-42CD-A09A-A1FDBC7EA322}" type="presParOf" srcId="{27B5C5EF-A621-43B1-9E5F-F745CF055896}" destId="{50FED862-7ABC-405E-8696-33DEDA10E919}" srcOrd="13" destOrd="0" presId="urn:microsoft.com/office/officeart/2005/8/layout/list1"/>
    <dgm:cxn modelId="{F77DEC4A-EBBE-4670-8EC9-7BD845769FFB}" type="presParOf" srcId="{27B5C5EF-A621-43B1-9E5F-F745CF055896}" destId="{5BA0EA90-EC0F-4598-9934-A672787C7D6B}" srcOrd="14" destOrd="0" presId="urn:microsoft.com/office/officeart/2005/8/layout/list1"/>
    <dgm:cxn modelId="{47742737-E39F-4B45-944A-8961A9C61FED}" type="presParOf" srcId="{27B5C5EF-A621-43B1-9E5F-F745CF055896}" destId="{EE9406F0-0DA0-48F8-A4F1-2AC84517CFC3}" srcOrd="15" destOrd="0" presId="urn:microsoft.com/office/officeart/2005/8/layout/list1"/>
    <dgm:cxn modelId="{D28E604A-D271-4C38-8D02-9D03926320CC}" type="presParOf" srcId="{27B5C5EF-A621-43B1-9E5F-F745CF055896}" destId="{06C0DE01-9FF0-4335-9B79-0E4FECFFA643}" srcOrd="16" destOrd="0" presId="urn:microsoft.com/office/officeart/2005/8/layout/list1"/>
    <dgm:cxn modelId="{A0E133B2-CD10-40DD-A34F-5AB78A338F59}" type="presParOf" srcId="{06C0DE01-9FF0-4335-9B79-0E4FECFFA643}" destId="{C872E965-6C9B-43D5-949A-801DEABC5147}" srcOrd="0" destOrd="0" presId="urn:microsoft.com/office/officeart/2005/8/layout/list1"/>
    <dgm:cxn modelId="{D52611BD-FAE2-4F30-9470-C21A21948A29}" type="presParOf" srcId="{06C0DE01-9FF0-4335-9B79-0E4FECFFA643}" destId="{983BFD98-F81B-48BA-A0EC-D38CA6C00464}" srcOrd="1" destOrd="0" presId="urn:microsoft.com/office/officeart/2005/8/layout/list1"/>
    <dgm:cxn modelId="{197F89FC-A2E8-407B-A4E2-30F4C1089306}" type="presParOf" srcId="{27B5C5EF-A621-43B1-9E5F-F745CF055896}" destId="{DC20B60F-845B-44B6-AB9D-07B0EEE9DFDF}" srcOrd="17" destOrd="0" presId="urn:microsoft.com/office/officeart/2005/8/layout/list1"/>
    <dgm:cxn modelId="{C466B863-A1E4-492B-B4B8-52D37A993ED4}" type="presParOf" srcId="{27B5C5EF-A621-43B1-9E5F-F745CF055896}" destId="{3308EB56-D8E6-4751-BA28-FB16491E46F7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一、执行点：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 _system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函数</a:t>
          </a: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 err="1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vul</a:t>
          </a: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函数返回，溢出</a:t>
          </a:r>
          <a:r>
            <a:rPr lang="en-US" altLang="zh-CN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EIP</a:t>
          </a: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位执行点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2B6201FC-CD7C-4D37-B6CE-D4BE3D3C2D99}">
      <dgm:prSet phldrT="[文本]" custT="1"/>
      <dgm:spPr/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（参数入栈）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-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（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-EBP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入栈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565CD2-150A-46FF-837E-97185BCD502C}" type="parTrans" cxnId="{A9146E2A-81BF-47EC-ABF2-83C09243DCAD}">
      <dgm:prSet/>
      <dgm:spPr/>
      <dgm:t>
        <a:bodyPr/>
        <a:lstStyle/>
        <a:p>
          <a:endParaRPr lang="zh-CN" altLang="en-US"/>
        </a:p>
      </dgm:t>
    </dgm:pt>
    <dgm:pt modelId="{1C5B5F4D-0829-4317-97C5-AEE27685B1C9}" type="sibTrans" cxnId="{A9146E2A-81BF-47EC-ABF2-83C09243DCAD}">
      <dgm:prSet/>
      <dgm:spPr/>
      <dgm:t>
        <a:bodyPr/>
        <a:lstStyle/>
        <a:p>
          <a:endParaRPr lang="zh-CN" altLang="en-US"/>
        </a:p>
      </dgm:t>
    </dgm:pt>
    <dgm:pt modelId="{26EFC481-5EED-41A7-A9FA-9B0B1F14E22E}">
      <dgm:prSet phldrT="[文本]" custT="1"/>
      <dgm:spPr/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需要再填充（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）位置的数据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41CFEEE-6364-49B5-85E5-547D911F2793}" type="parTrans" cxnId="{E428A1D8-9746-47CD-AAC3-4A9DEB8F12A8}">
      <dgm:prSet/>
      <dgm:spPr/>
      <dgm:t>
        <a:bodyPr/>
        <a:lstStyle/>
        <a:p>
          <a:endParaRPr lang="zh-CN" altLang="en-US"/>
        </a:p>
      </dgm:t>
    </dgm:pt>
    <dgm:pt modelId="{49C36C36-AB9C-4A65-A56D-77C6CA845166}" type="sibTrans" cxnId="{E428A1D8-9746-47CD-AAC3-4A9DEB8F12A8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0" presStyleCnt="4"/>
      <dgm:spPr/>
    </dgm:pt>
    <dgm:pt modelId="{224AE4A0-6A37-4649-ADCA-13A53CF2B5EA}" type="pres">
      <dgm:prSet presAssocID="{55B72F63-54A2-416A-9F4A-42621C03A43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0" presStyleCnt="4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0" presStyleCnt="4"/>
      <dgm:spPr/>
    </dgm:pt>
    <dgm:pt modelId="{57B4AFD2-DD9B-45E9-ABDF-BA2D42455870}" type="pres">
      <dgm:prSet presAssocID="{A3311C7C-16A8-4653-96C1-7573B0048A4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1" presStyleCnt="4">
        <dgm:presLayoutVars>
          <dgm:bulletEnabled val="1"/>
        </dgm:presLayoutVars>
      </dgm:prSet>
      <dgm:spPr/>
    </dgm:pt>
    <dgm:pt modelId="{FEA96B9F-841E-418F-B1DD-AEEF6C66C4BC}" type="pres">
      <dgm:prSet presAssocID="{E28C6E41-1ADA-440D-8D22-6B9D7E73E898}" presName="spaceBetweenRectangles" presStyleCnt="0"/>
      <dgm:spPr/>
    </dgm:pt>
    <dgm:pt modelId="{112B71C3-C8B4-4D91-AD3D-6DA1E853D57A}" type="pres">
      <dgm:prSet presAssocID="{2B6201FC-CD7C-4D37-B6CE-D4BE3D3C2D99}" presName="parentLin" presStyleCnt="0"/>
      <dgm:spPr/>
    </dgm:pt>
    <dgm:pt modelId="{38C02861-2B3F-47C3-AC9C-E697B8993405}" type="pres">
      <dgm:prSet presAssocID="{2B6201FC-CD7C-4D37-B6CE-D4BE3D3C2D99}" presName="parentLeftMargin" presStyleLbl="node1" presStyleIdx="1" presStyleCnt="4"/>
      <dgm:spPr/>
    </dgm:pt>
    <dgm:pt modelId="{572411C1-FD69-4B94-A71A-2FD628AB33EA}" type="pres">
      <dgm:prSet presAssocID="{2B6201FC-CD7C-4D37-B6CE-D4BE3D3C2D9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FBF0EF6-2964-4395-88A0-A5C9C909E31C}" type="pres">
      <dgm:prSet presAssocID="{2B6201FC-CD7C-4D37-B6CE-D4BE3D3C2D99}" presName="negativeSpace" presStyleCnt="0"/>
      <dgm:spPr/>
    </dgm:pt>
    <dgm:pt modelId="{61938168-1C72-4794-A42B-0180A899D995}" type="pres">
      <dgm:prSet presAssocID="{2B6201FC-CD7C-4D37-B6CE-D4BE3D3C2D99}" presName="childText" presStyleLbl="conFgAcc1" presStyleIdx="2" presStyleCnt="4">
        <dgm:presLayoutVars>
          <dgm:bulletEnabled val="1"/>
        </dgm:presLayoutVars>
      </dgm:prSet>
      <dgm:spPr/>
    </dgm:pt>
    <dgm:pt modelId="{3D1F32C3-3327-417C-9822-A4A05A5A4253}" type="pres">
      <dgm:prSet presAssocID="{1C5B5F4D-0829-4317-97C5-AEE27685B1C9}" presName="spaceBetweenRectangles" presStyleCnt="0"/>
      <dgm:spPr/>
    </dgm:pt>
    <dgm:pt modelId="{3884F416-9026-491C-8446-3875C49857F0}" type="pres">
      <dgm:prSet presAssocID="{26EFC481-5EED-41A7-A9FA-9B0B1F14E22E}" presName="parentLin" presStyleCnt="0"/>
      <dgm:spPr/>
    </dgm:pt>
    <dgm:pt modelId="{CEAEB48F-34AD-4FF0-B187-43CE6E64026C}" type="pres">
      <dgm:prSet presAssocID="{26EFC481-5EED-41A7-A9FA-9B0B1F14E22E}" presName="parentLeftMargin" presStyleLbl="node1" presStyleIdx="2" presStyleCnt="4"/>
      <dgm:spPr/>
    </dgm:pt>
    <dgm:pt modelId="{299E98BF-C487-4C6D-BEF0-37DC9182473B}" type="pres">
      <dgm:prSet presAssocID="{26EFC481-5EED-41A7-A9FA-9B0B1F14E22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B2C05215-E28C-4BED-B188-C39E1C98305D}" type="pres">
      <dgm:prSet presAssocID="{26EFC481-5EED-41A7-A9FA-9B0B1F14E22E}" presName="negativeSpace" presStyleCnt="0"/>
      <dgm:spPr/>
    </dgm:pt>
    <dgm:pt modelId="{09BCC3C3-B8C9-449B-B989-F6208503EE69}" type="pres">
      <dgm:prSet presAssocID="{26EFC481-5EED-41A7-A9FA-9B0B1F14E22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51BBAF1D-1C44-47B4-8A8D-EA648655F4CB}" type="presOf" srcId="{2B6201FC-CD7C-4D37-B6CE-D4BE3D3C2D99}" destId="{38C02861-2B3F-47C3-AC9C-E697B8993405}" srcOrd="0" destOrd="0" presId="urn:microsoft.com/office/officeart/2005/8/layout/list1"/>
    <dgm:cxn modelId="{A9146E2A-81BF-47EC-ABF2-83C09243DCAD}" srcId="{8B27CBBE-2B3C-4DF9-96E0-9B7FF528E1C5}" destId="{2B6201FC-CD7C-4D37-B6CE-D4BE3D3C2D99}" srcOrd="2" destOrd="0" parTransId="{03565CD2-150A-46FF-837E-97185BCD502C}" sibTransId="{1C5B5F4D-0829-4317-97C5-AEE27685B1C9}"/>
    <dgm:cxn modelId="{BED5AF2C-B452-4BAA-ACE6-1DE8E6DC9324}" srcId="{8B27CBBE-2B3C-4DF9-96E0-9B7FF528E1C5}" destId="{55B72F63-54A2-416A-9F4A-42621C03A43D}" srcOrd="0" destOrd="0" parTransId="{FFEE04FB-F5C2-4165-A7C2-5D6BAA587982}" sibTransId="{7C795C86-9CD1-4E8D-9307-AFB345A2438E}"/>
    <dgm:cxn modelId="{AAE8BF3F-3ACA-4D8D-BECD-8C68FE31DC54}" type="presOf" srcId="{2B6201FC-CD7C-4D37-B6CE-D4BE3D3C2D99}" destId="{572411C1-FD69-4B94-A71A-2FD628AB33EA}" srcOrd="1" destOrd="0" presId="urn:microsoft.com/office/officeart/2005/8/layout/list1"/>
    <dgm:cxn modelId="{3A3CAE7D-06C2-4330-8B81-B60826DAF56E}" type="presOf" srcId="{26EFC481-5EED-41A7-A9FA-9B0B1F14E22E}" destId="{299E98BF-C487-4C6D-BEF0-37DC9182473B}" srcOrd="1" destOrd="0" presId="urn:microsoft.com/office/officeart/2005/8/layout/list1"/>
    <dgm:cxn modelId="{A0008E86-0E9E-4AA7-B264-4A150227694C}" type="presOf" srcId="{26EFC481-5EED-41A7-A9FA-9B0B1F14E22E}" destId="{CEAEB48F-34AD-4FF0-B187-43CE6E64026C}" srcOrd="0" destOrd="0" presId="urn:microsoft.com/office/officeart/2005/8/layout/list1"/>
    <dgm:cxn modelId="{781907B8-B46B-433C-B775-0DAD75825550}" srcId="{8B27CBBE-2B3C-4DF9-96E0-9B7FF528E1C5}" destId="{A3311C7C-16A8-4653-96C1-7573B0048A4D}" srcOrd="1" destOrd="0" parTransId="{0BCF4B4D-9451-4317-8269-C7F355B79813}" sibTransId="{E28C6E41-1ADA-440D-8D22-6B9D7E73E898}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E428A1D8-9746-47CD-AAC3-4A9DEB8F12A8}" srcId="{8B27CBBE-2B3C-4DF9-96E0-9B7FF528E1C5}" destId="{26EFC481-5EED-41A7-A9FA-9B0B1F14E22E}" srcOrd="3" destOrd="0" parTransId="{941CFEEE-6364-49B5-85E5-547D911F2793}" sibTransId="{49C36C36-AB9C-4A65-A56D-77C6CA845166}"/>
    <dgm:cxn modelId="{291C472B-9820-436C-9D26-5C2BE99E3C17}" type="presParOf" srcId="{27B5C5EF-A621-43B1-9E5F-F745CF055896}" destId="{A8C315FE-D977-45CB-8335-B1666F3CBA4F}" srcOrd="0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1" destOrd="0" presId="urn:microsoft.com/office/officeart/2005/8/layout/list1"/>
    <dgm:cxn modelId="{3423F980-4DAF-4752-B2AC-A423716FD695}" type="presParOf" srcId="{27B5C5EF-A621-43B1-9E5F-F745CF055896}" destId="{29D67E7E-6A42-414D-9B9B-0E645D728C18}" srcOrd="2" destOrd="0" presId="urn:microsoft.com/office/officeart/2005/8/layout/list1"/>
    <dgm:cxn modelId="{5B4A46DA-ED08-473F-AE9B-0F3E509AE742}" type="presParOf" srcId="{27B5C5EF-A621-43B1-9E5F-F745CF055896}" destId="{92332D43-8816-4D84-AE79-C3EAFC84FBC8}" srcOrd="3" destOrd="0" presId="urn:microsoft.com/office/officeart/2005/8/layout/list1"/>
    <dgm:cxn modelId="{C5F299F8-7566-41CA-B099-00C27BE95C0A}" type="presParOf" srcId="{27B5C5EF-A621-43B1-9E5F-F745CF055896}" destId="{FDCEB285-12B9-42A6-86DD-55B35C1EAACF}" srcOrd="4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5" destOrd="0" presId="urn:microsoft.com/office/officeart/2005/8/layout/list1"/>
    <dgm:cxn modelId="{62B28229-48F9-4874-952B-AA4483E156FA}" type="presParOf" srcId="{27B5C5EF-A621-43B1-9E5F-F745CF055896}" destId="{26F0A34E-ED2F-4684-85B5-5591642C3C24}" srcOrd="6" destOrd="0" presId="urn:microsoft.com/office/officeart/2005/8/layout/list1"/>
    <dgm:cxn modelId="{2FDF2259-3668-4C9E-9488-91C4EC4BF091}" type="presParOf" srcId="{27B5C5EF-A621-43B1-9E5F-F745CF055896}" destId="{FEA96B9F-841E-418F-B1DD-AEEF6C66C4BC}" srcOrd="7" destOrd="0" presId="urn:microsoft.com/office/officeart/2005/8/layout/list1"/>
    <dgm:cxn modelId="{22B3F56F-2208-4C48-BCD4-F4252A8D1FB5}" type="presParOf" srcId="{27B5C5EF-A621-43B1-9E5F-F745CF055896}" destId="{112B71C3-C8B4-4D91-AD3D-6DA1E853D57A}" srcOrd="8" destOrd="0" presId="urn:microsoft.com/office/officeart/2005/8/layout/list1"/>
    <dgm:cxn modelId="{7AE0548B-93A1-4672-B186-2137164483E8}" type="presParOf" srcId="{112B71C3-C8B4-4D91-AD3D-6DA1E853D57A}" destId="{38C02861-2B3F-47C3-AC9C-E697B8993405}" srcOrd="0" destOrd="0" presId="urn:microsoft.com/office/officeart/2005/8/layout/list1"/>
    <dgm:cxn modelId="{20997C5B-7F50-461D-B676-29B11717235A}" type="presParOf" srcId="{112B71C3-C8B4-4D91-AD3D-6DA1E853D57A}" destId="{572411C1-FD69-4B94-A71A-2FD628AB33EA}" srcOrd="1" destOrd="0" presId="urn:microsoft.com/office/officeart/2005/8/layout/list1"/>
    <dgm:cxn modelId="{E41268D0-478C-4F19-987C-A88024B6714F}" type="presParOf" srcId="{27B5C5EF-A621-43B1-9E5F-F745CF055896}" destId="{8FBF0EF6-2964-4395-88A0-A5C9C909E31C}" srcOrd="9" destOrd="0" presId="urn:microsoft.com/office/officeart/2005/8/layout/list1"/>
    <dgm:cxn modelId="{998591D7-060C-491F-87F2-CCBC6E7C4476}" type="presParOf" srcId="{27B5C5EF-A621-43B1-9E5F-F745CF055896}" destId="{61938168-1C72-4794-A42B-0180A899D995}" srcOrd="10" destOrd="0" presId="urn:microsoft.com/office/officeart/2005/8/layout/list1"/>
    <dgm:cxn modelId="{CBC84F70-FB2A-47AD-A83F-065A7CBDE532}" type="presParOf" srcId="{27B5C5EF-A621-43B1-9E5F-F745CF055896}" destId="{3D1F32C3-3327-417C-9822-A4A05A5A4253}" srcOrd="11" destOrd="0" presId="urn:microsoft.com/office/officeart/2005/8/layout/list1"/>
    <dgm:cxn modelId="{53A34666-C8E5-450D-9328-32E84F7A753D}" type="presParOf" srcId="{27B5C5EF-A621-43B1-9E5F-F745CF055896}" destId="{3884F416-9026-491C-8446-3875C49857F0}" srcOrd="12" destOrd="0" presId="urn:microsoft.com/office/officeart/2005/8/layout/list1"/>
    <dgm:cxn modelId="{9E8A9BD7-D91C-42FC-9945-3E73E505264D}" type="presParOf" srcId="{3884F416-9026-491C-8446-3875C49857F0}" destId="{CEAEB48F-34AD-4FF0-B187-43CE6E64026C}" srcOrd="0" destOrd="0" presId="urn:microsoft.com/office/officeart/2005/8/layout/list1"/>
    <dgm:cxn modelId="{204FFACC-842E-4A0A-8E5D-F837B3D136BE}" type="presParOf" srcId="{3884F416-9026-491C-8446-3875C49857F0}" destId="{299E98BF-C487-4C6D-BEF0-37DC9182473B}" srcOrd="1" destOrd="0" presId="urn:microsoft.com/office/officeart/2005/8/layout/list1"/>
    <dgm:cxn modelId="{808D97A2-29CE-440B-9888-BDA69D013211}" type="presParOf" srcId="{27B5C5EF-A621-43B1-9E5F-F745CF055896}" destId="{B2C05215-E28C-4BED-B188-C39E1C98305D}" srcOrd="13" destOrd="0" presId="urn:microsoft.com/office/officeart/2005/8/layout/list1"/>
    <dgm:cxn modelId="{8E2CF74B-23A9-4FB2-90E5-7109694541D1}" type="presParOf" srcId="{27B5C5EF-A621-43B1-9E5F-F745CF055896}" destId="{09BCC3C3-B8C9-449B-B989-F6208503EE6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记录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_system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函数地址</a:t>
          </a: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溢出填充的计算：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2B6201FC-CD7C-4D37-B6CE-D4BE3D3C2D99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、填充缓冲区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+EBP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（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0x88+4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565CD2-150A-46FF-837E-97185BCD502C}" type="parTrans" cxnId="{A9146E2A-81BF-47EC-ABF2-83C09243DCAD}">
      <dgm:prSet/>
      <dgm:spPr/>
      <dgm:t>
        <a:bodyPr/>
        <a:lstStyle/>
        <a:p>
          <a:endParaRPr lang="zh-CN" altLang="en-US"/>
        </a:p>
      </dgm:t>
    </dgm:pt>
    <dgm:pt modelId="{1C5B5F4D-0829-4317-97C5-AEE27685B1C9}" type="sibTrans" cxnId="{A9146E2A-81BF-47EC-ABF2-83C09243DCAD}">
      <dgm:prSet/>
      <dgm:spPr/>
      <dgm:t>
        <a:bodyPr/>
        <a:lstStyle/>
        <a:p>
          <a:endParaRPr lang="zh-CN" altLang="en-US"/>
        </a:p>
      </dgm:t>
    </dgm:pt>
    <dgm:pt modelId="{FD128E2B-F13D-43B1-9802-D36A7ADA3BCE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溢出为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_system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函数地址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AD403CD-C1E1-4D3A-946B-3C5805E16358}" type="parTrans" cxnId="{21F5DF24-8DEA-4768-A3D6-CC2A8A5D2A43}">
      <dgm:prSet/>
      <dgm:spPr/>
      <dgm:t>
        <a:bodyPr/>
        <a:lstStyle/>
        <a:p>
          <a:endParaRPr lang="zh-CN" altLang="en-US"/>
        </a:p>
      </dgm:t>
    </dgm:pt>
    <dgm:pt modelId="{E61E889D-2B7D-400C-B335-D1DA8EAF9469}" type="sibTrans" cxnId="{21F5DF24-8DEA-4768-A3D6-CC2A8A5D2A43}">
      <dgm:prSet/>
      <dgm:spPr/>
      <dgm:t>
        <a:bodyPr/>
        <a:lstStyle/>
        <a:p>
          <a:endParaRPr lang="zh-CN" altLang="en-US"/>
        </a:p>
      </dgm:t>
    </dgm:pt>
    <dgm:pt modelId="{FE7C53BA-3E55-44EB-9D81-71F528D2CC03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、填充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字节，当作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_</a:t>
          </a:r>
          <a:r>
            <a:rPr lang="en-US" altLang="zh-CN" sz="20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systemEIP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EC3FDCF-4FCE-4621-A19C-C30B296333A5}" type="parTrans" cxnId="{23A07540-2D81-4755-A568-ECE87031A261}">
      <dgm:prSet/>
      <dgm:spPr/>
      <dgm:t>
        <a:bodyPr/>
        <a:lstStyle/>
        <a:p>
          <a:endParaRPr lang="zh-CN" altLang="en-US"/>
        </a:p>
      </dgm:t>
    </dgm:pt>
    <dgm:pt modelId="{682EEAC7-9531-4D9B-850E-01123E99FBB7}" type="sibTrans" cxnId="{23A07540-2D81-4755-A568-ECE87031A261}">
      <dgm:prSet/>
      <dgm:spPr/>
      <dgm:t>
        <a:bodyPr/>
        <a:lstStyle/>
        <a:p>
          <a:endParaRPr lang="zh-CN" altLang="en-US"/>
        </a:p>
      </dgm:t>
    </dgm:pt>
    <dgm:pt modelId="{CFD45E4F-810F-4D70-BCAF-01B23A2F2789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、溢出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_system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函数参数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1CA6F79-D807-484D-9648-9797A43B865B}" type="parTrans" cxnId="{94FD42B0-E150-4DBC-ACC5-29F2C88A0A5B}">
      <dgm:prSet/>
      <dgm:spPr/>
      <dgm:t>
        <a:bodyPr/>
        <a:lstStyle/>
        <a:p>
          <a:endParaRPr lang="zh-CN" altLang="en-US"/>
        </a:p>
      </dgm:t>
    </dgm:pt>
    <dgm:pt modelId="{AAF8825A-035F-49BD-9D61-6219508FE8C0}" type="sibTrans" cxnId="{94FD42B0-E150-4DBC-ACC5-29F2C88A0A5B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0" presStyleCnt="6"/>
      <dgm:spPr/>
    </dgm:pt>
    <dgm:pt modelId="{224AE4A0-6A37-4649-ADCA-13A53CF2B5EA}" type="pres">
      <dgm:prSet presAssocID="{55B72F63-54A2-416A-9F4A-42621C03A43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0" presStyleCnt="6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0" presStyleCnt="6"/>
      <dgm:spPr/>
    </dgm:pt>
    <dgm:pt modelId="{57B4AFD2-DD9B-45E9-ABDF-BA2D42455870}" type="pres">
      <dgm:prSet presAssocID="{A3311C7C-16A8-4653-96C1-7573B0048A4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1" presStyleCnt="6">
        <dgm:presLayoutVars>
          <dgm:bulletEnabled val="1"/>
        </dgm:presLayoutVars>
      </dgm:prSet>
      <dgm:spPr/>
    </dgm:pt>
    <dgm:pt modelId="{FEA96B9F-841E-418F-B1DD-AEEF6C66C4BC}" type="pres">
      <dgm:prSet presAssocID="{E28C6E41-1ADA-440D-8D22-6B9D7E73E898}" presName="spaceBetweenRectangles" presStyleCnt="0"/>
      <dgm:spPr/>
    </dgm:pt>
    <dgm:pt modelId="{112B71C3-C8B4-4D91-AD3D-6DA1E853D57A}" type="pres">
      <dgm:prSet presAssocID="{2B6201FC-CD7C-4D37-B6CE-D4BE3D3C2D99}" presName="parentLin" presStyleCnt="0"/>
      <dgm:spPr/>
    </dgm:pt>
    <dgm:pt modelId="{38C02861-2B3F-47C3-AC9C-E697B8993405}" type="pres">
      <dgm:prSet presAssocID="{2B6201FC-CD7C-4D37-B6CE-D4BE3D3C2D99}" presName="parentLeftMargin" presStyleLbl="node1" presStyleIdx="1" presStyleCnt="6"/>
      <dgm:spPr/>
    </dgm:pt>
    <dgm:pt modelId="{572411C1-FD69-4B94-A71A-2FD628AB33EA}" type="pres">
      <dgm:prSet presAssocID="{2B6201FC-CD7C-4D37-B6CE-D4BE3D3C2D9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FBF0EF6-2964-4395-88A0-A5C9C909E31C}" type="pres">
      <dgm:prSet presAssocID="{2B6201FC-CD7C-4D37-B6CE-D4BE3D3C2D99}" presName="negativeSpace" presStyleCnt="0"/>
      <dgm:spPr/>
    </dgm:pt>
    <dgm:pt modelId="{61938168-1C72-4794-A42B-0180A899D995}" type="pres">
      <dgm:prSet presAssocID="{2B6201FC-CD7C-4D37-B6CE-D4BE3D3C2D99}" presName="childText" presStyleLbl="conFgAcc1" presStyleIdx="2" presStyleCnt="6">
        <dgm:presLayoutVars>
          <dgm:bulletEnabled val="1"/>
        </dgm:presLayoutVars>
      </dgm:prSet>
      <dgm:spPr/>
    </dgm:pt>
    <dgm:pt modelId="{E2887BAC-86FD-4279-A997-4E7AB7AE598D}" type="pres">
      <dgm:prSet presAssocID="{1C5B5F4D-0829-4317-97C5-AEE27685B1C9}" presName="spaceBetweenRectangles" presStyleCnt="0"/>
      <dgm:spPr/>
    </dgm:pt>
    <dgm:pt modelId="{FE92C4BC-CB06-4EC7-9BE6-0300557DDC13}" type="pres">
      <dgm:prSet presAssocID="{FD128E2B-F13D-43B1-9802-D36A7ADA3BCE}" presName="parentLin" presStyleCnt="0"/>
      <dgm:spPr/>
    </dgm:pt>
    <dgm:pt modelId="{9635C665-EA23-456C-BB04-EDE2DCA3BFC3}" type="pres">
      <dgm:prSet presAssocID="{FD128E2B-F13D-43B1-9802-D36A7ADA3BCE}" presName="parentLeftMargin" presStyleLbl="node1" presStyleIdx="2" presStyleCnt="6"/>
      <dgm:spPr/>
    </dgm:pt>
    <dgm:pt modelId="{D205ED74-CBAD-4960-9B5A-52D467BDF169}" type="pres">
      <dgm:prSet presAssocID="{FD128E2B-F13D-43B1-9802-D36A7ADA3BC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0FED862-7ABC-405E-8696-33DEDA10E919}" type="pres">
      <dgm:prSet presAssocID="{FD128E2B-F13D-43B1-9802-D36A7ADA3BCE}" presName="negativeSpace" presStyleCnt="0"/>
      <dgm:spPr/>
    </dgm:pt>
    <dgm:pt modelId="{5BA0EA90-EC0F-4598-9934-A672787C7D6B}" type="pres">
      <dgm:prSet presAssocID="{FD128E2B-F13D-43B1-9802-D36A7ADA3BCE}" presName="childText" presStyleLbl="conFgAcc1" presStyleIdx="3" presStyleCnt="6">
        <dgm:presLayoutVars>
          <dgm:bulletEnabled val="1"/>
        </dgm:presLayoutVars>
      </dgm:prSet>
      <dgm:spPr/>
    </dgm:pt>
    <dgm:pt modelId="{EE9406F0-0DA0-48F8-A4F1-2AC84517CFC3}" type="pres">
      <dgm:prSet presAssocID="{E61E889D-2B7D-400C-B335-D1DA8EAF9469}" presName="spaceBetweenRectangles" presStyleCnt="0"/>
      <dgm:spPr/>
    </dgm:pt>
    <dgm:pt modelId="{06C0DE01-9FF0-4335-9B79-0E4FECFFA643}" type="pres">
      <dgm:prSet presAssocID="{FE7C53BA-3E55-44EB-9D81-71F528D2CC03}" presName="parentLin" presStyleCnt="0"/>
      <dgm:spPr/>
    </dgm:pt>
    <dgm:pt modelId="{C872E965-6C9B-43D5-949A-801DEABC5147}" type="pres">
      <dgm:prSet presAssocID="{FE7C53BA-3E55-44EB-9D81-71F528D2CC03}" presName="parentLeftMargin" presStyleLbl="node1" presStyleIdx="3" presStyleCnt="6"/>
      <dgm:spPr/>
    </dgm:pt>
    <dgm:pt modelId="{983BFD98-F81B-48BA-A0EC-D38CA6C00464}" type="pres">
      <dgm:prSet presAssocID="{FE7C53BA-3E55-44EB-9D81-71F528D2CC0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C20B60F-845B-44B6-AB9D-07B0EEE9DFDF}" type="pres">
      <dgm:prSet presAssocID="{FE7C53BA-3E55-44EB-9D81-71F528D2CC03}" presName="negativeSpace" presStyleCnt="0"/>
      <dgm:spPr/>
    </dgm:pt>
    <dgm:pt modelId="{3308EB56-D8E6-4751-BA28-FB16491E46F7}" type="pres">
      <dgm:prSet presAssocID="{FE7C53BA-3E55-44EB-9D81-71F528D2CC03}" presName="childText" presStyleLbl="conFgAcc1" presStyleIdx="4" presStyleCnt="6">
        <dgm:presLayoutVars>
          <dgm:bulletEnabled val="1"/>
        </dgm:presLayoutVars>
      </dgm:prSet>
      <dgm:spPr/>
    </dgm:pt>
    <dgm:pt modelId="{3E5518A2-1498-486E-A997-522C5DA91A15}" type="pres">
      <dgm:prSet presAssocID="{682EEAC7-9531-4D9B-850E-01123E99FBB7}" presName="spaceBetweenRectangles" presStyleCnt="0"/>
      <dgm:spPr/>
    </dgm:pt>
    <dgm:pt modelId="{493EA2A2-0E4E-44DA-B6D6-2671B10A8859}" type="pres">
      <dgm:prSet presAssocID="{CFD45E4F-810F-4D70-BCAF-01B23A2F2789}" presName="parentLin" presStyleCnt="0"/>
      <dgm:spPr/>
    </dgm:pt>
    <dgm:pt modelId="{571463DF-F657-47AB-9467-C2E9A4920F16}" type="pres">
      <dgm:prSet presAssocID="{CFD45E4F-810F-4D70-BCAF-01B23A2F2789}" presName="parentLeftMargin" presStyleLbl="node1" presStyleIdx="4" presStyleCnt="6"/>
      <dgm:spPr/>
    </dgm:pt>
    <dgm:pt modelId="{0FE3338C-6824-4F9A-9C94-0A1F33B90CC8}" type="pres">
      <dgm:prSet presAssocID="{CFD45E4F-810F-4D70-BCAF-01B23A2F2789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7EA5BA1B-0B85-4CE8-AE60-02C14FDF3540}" type="pres">
      <dgm:prSet presAssocID="{CFD45E4F-810F-4D70-BCAF-01B23A2F2789}" presName="negativeSpace" presStyleCnt="0"/>
      <dgm:spPr/>
    </dgm:pt>
    <dgm:pt modelId="{D05F6A93-C1B6-4E94-B0D2-563E602BA76E}" type="pres">
      <dgm:prSet presAssocID="{CFD45E4F-810F-4D70-BCAF-01B23A2F2789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51BBAF1D-1C44-47B4-8A8D-EA648655F4CB}" type="presOf" srcId="{2B6201FC-CD7C-4D37-B6CE-D4BE3D3C2D99}" destId="{38C02861-2B3F-47C3-AC9C-E697B8993405}" srcOrd="0" destOrd="0" presId="urn:microsoft.com/office/officeart/2005/8/layout/list1"/>
    <dgm:cxn modelId="{351A5F1E-0DB3-47DF-8F49-7F8A06B2AACD}" type="presOf" srcId="{CFD45E4F-810F-4D70-BCAF-01B23A2F2789}" destId="{0FE3338C-6824-4F9A-9C94-0A1F33B90CC8}" srcOrd="1" destOrd="0" presId="urn:microsoft.com/office/officeart/2005/8/layout/list1"/>
    <dgm:cxn modelId="{21F5DF24-8DEA-4768-A3D6-CC2A8A5D2A43}" srcId="{8B27CBBE-2B3C-4DF9-96E0-9B7FF528E1C5}" destId="{FD128E2B-F13D-43B1-9802-D36A7ADA3BCE}" srcOrd="3" destOrd="0" parTransId="{FAD403CD-C1E1-4D3A-946B-3C5805E16358}" sibTransId="{E61E889D-2B7D-400C-B335-D1DA8EAF9469}"/>
    <dgm:cxn modelId="{A9146E2A-81BF-47EC-ABF2-83C09243DCAD}" srcId="{8B27CBBE-2B3C-4DF9-96E0-9B7FF528E1C5}" destId="{2B6201FC-CD7C-4D37-B6CE-D4BE3D3C2D99}" srcOrd="2" destOrd="0" parTransId="{03565CD2-150A-46FF-837E-97185BCD502C}" sibTransId="{1C5B5F4D-0829-4317-97C5-AEE27685B1C9}"/>
    <dgm:cxn modelId="{BED5AF2C-B452-4BAA-ACE6-1DE8E6DC9324}" srcId="{8B27CBBE-2B3C-4DF9-96E0-9B7FF528E1C5}" destId="{55B72F63-54A2-416A-9F4A-42621C03A43D}" srcOrd="0" destOrd="0" parTransId="{FFEE04FB-F5C2-4165-A7C2-5D6BAA587982}" sibTransId="{7C795C86-9CD1-4E8D-9307-AFB345A2438E}"/>
    <dgm:cxn modelId="{AAE8BF3F-3ACA-4D8D-BECD-8C68FE31DC54}" type="presOf" srcId="{2B6201FC-CD7C-4D37-B6CE-D4BE3D3C2D99}" destId="{572411C1-FD69-4B94-A71A-2FD628AB33EA}" srcOrd="1" destOrd="0" presId="urn:microsoft.com/office/officeart/2005/8/layout/list1"/>
    <dgm:cxn modelId="{23A07540-2D81-4755-A568-ECE87031A261}" srcId="{8B27CBBE-2B3C-4DF9-96E0-9B7FF528E1C5}" destId="{FE7C53BA-3E55-44EB-9D81-71F528D2CC03}" srcOrd="4" destOrd="0" parTransId="{2EC3FDCF-4FCE-4621-A19C-C30B296333A5}" sibTransId="{682EEAC7-9531-4D9B-850E-01123E99FBB7}"/>
    <dgm:cxn modelId="{C3A67748-D72D-480D-8590-AE08ADB278E1}" type="presOf" srcId="{CFD45E4F-810F-4D70-BCAF-01B23A2F2789}" destId="{571463DF-F657-47AB-9467-C2E9A4920F16}" srcOrd="0" destOrd="0" presId="urn:microsoft.com/office/officeart/2005/8/layout/list1"/>
    <dgm:cxn modelId="{707B9077-2E10-4397-BDF9-41CA03F26A41}" type="presOf" srcId="{FD128E2B-F13D-43B1-9802-D36A7ADA3BCE}" destId="{D205ED74-CBAD-4960-9B5A-52D467BDF169}" srcOrd="1" destOrd="0" presId="urn:microsoft.com/office/officeart/2005/8/layout/list1"/>
    <dgm:cxn modelId="{2AACF2A8-B595-4D0F-B2BA-9088B87B5EEF}" type="presOf" srcId="{FE7C53BA-3E55-44EB-9D81-71F528D2CC03}" destId="{983BFD98-F81B-48BA-A0EC-D38CA6C00464}" srcOrd="1" destOrd="0" presId="urn:microsoft.com/office/officeart/2005/8/layout/list1"/>
    <dgm:cxn modelId="{94FD42B0-E150-4DBC-ACC5-29F2C88A0A5B}" srcId="{8B27CBBE-2B3C-4DF9-96E0-9B7FF528E1C5}" destId="{CFD45E4F-810F-4D70-BCAF-01B23A2F2789}" srcOrd="5" destOrd="0" parTransId="{31CA6F79-D807-484D-9648-9797A43B865B}" sibTransId="{AAF8825A-035F-49BD-9D61-6219508FE8C0}"/>
    <dgm:cxn modelId="{781907B8-B46B-433C-B775-0DAD75825550}" srcId="{8B27CBBE-2B3C-4DF9-96E0-9B7FF528E1C5}" destId="{A3311C7C-16A8-4653-96C1-7573B0048A4D}" srcOrd="1" destOrd="0" parTransId="{0BCF4B4D-9451-4317-8269-C7F355B79813}" sibTransId="{E28C6E41-1ADA-440D-8D22-6B9D7E73E898}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6F65ACC-9610-46DE-8B66-BBB6138182EC}" type="presOf" srcId="{FE7C53BA-3E55-44EB-9D81-71F528D2CC03}" destId="{C872E965-6C9B-43D5-949A-801DEABC5147}" srcOrd="0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4233ACEE-F5D9-4E26-94FA-747A7AB061AA}" type="presOf" srcId="{FD128E2B-F13D-43B1-9802-D36A7ADA3BCE}" destId="{9635C665-EA23-456C-BB04-EDE2DCA3BFC3}" srcOrd="0" destOrd="0" presId="urn:microsoft.com/office/officeart/2005/8/layout/list1"/>
    <dgm:cxn modelId="{291C472B-9820-436C-9D26-5C2BE99E3C17}" type="presParOf" srcId="{27B5C5EF-A621-43B1-9E5F-F745CF055896}" destId="{A8C315FE-D977-45CB-8335-B1666F3CBA4F}" srcOrd="0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1" destOrd="0" presId="urn:microsoft.com/office/officeart/2005/8/layout/list1"/>
    <dgm:cxn modelId="{3423F980-4DAF-4752-B2AC-A423716FD695}" type="presParOf" srcId="{27B5C5EF-A621-43B1-9E5F-F745CF055896}" destId="{29D67E7E-6A42-414D-9B9B-0E645D728C18}" srcOrd="2" destOrd="0" presId="urn:microsoft.com/office/officeart/2005/8/layout/list1"/>
    <dgm:cxn modelId="{5B4A46DA-ED08-473F-AE9B-0F3E509AE742}" type="presParOf" srcId="{27B5C5EF-A621-43B1-9E5F-F745CF055896}" destId="{92332D43-8816-4D84-AE79-C3EAFC84FBC8}" srcOrd="3" destOrd="0" presId="urn:microsoft.com/office/officeart/2005/8/layout/list1"/>
    <dgm:cxn modelId="{C5F299F8-7566-41CA-B099-00C27BE95C0A}" type="presParOf" srcId="{27B5C5EF-A621-43B1-9E5F-F745CF055896}" destId="{FDCEB285-12B9-42A6-86DD-55B35C1EAACF}" srcOrd="4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5" destOrd="0" presId="urn:microsoft.com/office/officeart/2005/8/layout/list1"/>
    <dgm:cxn modelId="{62B28229-48F9-4874-952B-AA4483E156FA}" type="presParOf" srcId="{27B5C5EF-A621-43B1-9E5F-F745CF055896}" destId="{26F0A34E-ED2F-4684-85B5-5591642C3C24}" srcOrd="6" destOrd="0" presId="urn:microsoft.com/office/officeart/2005/8/layout/list1"/>
    <dgm:cxn modelId="{2FDF2259-3668-4C9E-9488-91C4EC4BF091}" type="presParOf" srcId="{27B5C5EF-A621-43B1-9E5F-F745CF055896}" destId="{FEA96B9F-841E-418F-B1DD-AEEF6C66C4BC}" srcOrd="7" destOrd="0" presId="urn:microsoft.com/office/officeart/2005/8/layout/list1"/>
    <dgm:cxn modelId="{22B3F56F-2208-4C48-BCD4-F4252A8D1FB5}" type="presParOf" srcId="{27B5C5EF-A621-43B1-9E5F-F745CF055896}" destId="{112B71C3-C8B4-4D91-AD3D-6DA1E853D57A}" srcOrd="8" destOrd="0" presId="urn:microsoft.com/office/officeart/2005/8/layout/list1"/>
    <dgm:cxn modelId="{7AE0548B-93A1-4672-B186-2137164483E8}" type="presParOf" srcId="{112B71C3-C8B4-4D91-AD3D-6DA1E853D57A}" destId="{38C02861-2B3F-47C3-AC9C-E697B8993405}" srcOrd="0" destOrd="0" presId="urn:microsoft.com/office/officeart/2005/8/layout/list1"/>
    <dgm:cxn modelId="{20997C5B-7F50-461D-B676-29B11717235A}" type="presParOf" srcId="{112B71C3-C8B4-4D91-AD3D-6DA1E853D57A}" destId="{572411C1-FD69-4B94-A71A-2FD628AB33EA}" srcOrd="1" destOrd="0" presId="urn:microsoft.com/office/officeart/2005/8/layout/list1"/>
    <dgm:cxn modelId="{E41268D0-478C-4F19-987C-A88024B6714F}" type="presParOf" srcId="{27B5C5EF-A621-43B1-9E5F-F745CF055896}" destId="{8FBF0EF6-2964-4395-88A0-A5C9C909E31C}" srcOrd="9" destOrd="0" presId="urn:microsoft.com/office/officeart/2005/8/layout/list1"/>
    <dgm:cxn modelId="{998591D7-060C-491F-87F2-CCBC6E7C4476}" type="presParOf" srcId="{27B5C5EF-A621-43B1-9E5F-F745CF055896}" destId="{61938168-1C72-4794-A42B-0180A899D995}" srcOrd="10" destOrd="0" presId="urn:microsoft.com/office/officeart/2005/8/layout/list1"/>
    <dgm:cxn modelId="{8164D15F-9D55-49DA-9688-6B641377A315}" type="presParOf" srcId="{27B5C5EF-A621-43B1-9E5F-F745CF055896}" destId="{E2887BAC-86FD-4279-A997-4E7AB7AE598D}" srcOrd="11" destOrd="0" presId="urn:microsoft.com/office/officeart/2005/8/layout/list1"/>
    <dgm:cxn modelId="{4155B28E-CD7A-443C-BDE9-B0DE358C160F}" type="presParOf" srcId="{27B5C5EF-A621-43B1-9E5F-F745CF055896}" destId="{FE92C4BC-CB06-4EC7-9BE6-0300557DDC13}" srcOrd="12" destOrd="0" presId="urn:microsoft.com/office/officeart/2005/8/layout/list1"/>
    <dgm:cxn modelId="{C77A72CF-26E5-4812-A56C-9F9E1FC6DB94}" type="presParOf" srcId="{FE92C4BC-CB06-4EC7-9BE6-0300557DDC13}" destId="{9635C665-EA23-456C-BB04-EDE2DCA3BFC3}" srcOrd="0" destOrd="0" presId="urn:microsoft.com/office/officeart/2005/8/layout/list1"/>
    <dgm:cxn modelId="{FD839451-AC9D-45E4-85B5-60A4BAB57493}" type="presParOf" srcId="{FE92C4BC-CB06-4EC7-9BE6-0300557DDC13}" destId="{D205ED74-CBAD-4960-9B5A-52D467BDF169}" srcOrd="1" destOrd="0" presId="urn:microsoft.com/office/officeart/2005/8/layout/list1"/>
    <dgm:cxn modelId="{949F9FB5-5AB1-42CD-A09A-A1FDBC7EA322}" type="presParOf" srcId="{27B5C5EF-A621-43B1-9E5F-F745CF055896}" destId="{50FED862-7ABC-405E-8696-33DEDA10E919}" srcOrd="13" destOrd="0" presId="urn:microsoft.com/office/officeart/2005/8/layout/list1"/>
    <dgm:cxn modelId="{F77DEC4A-EBBE-4670-8EC9-7BD845769FFB}" type="presParOf" srcId="{27B5C5EF-A621-43B1-9E5F-F745CF055896}" destId="{5BA0EA90-EC0F-4598-9934-A672787C7D6B}" srcOrd="14" destOrd="0" presId="urn:microsoft.com/office/officeart/2005/8/layout/list1"/>
    <dgm:cxn modelId="{47742737-E39F-4B45-944A-8961A9C61FED}" type="presParOf" srcId="{27B5C5EF-A621-43B1-9E5F-F745CF055896}" destId="{EE9406F0-0DA0-48F8-A4F1-2AC84517CFC3}" srcOrd="15" destOrd="0" presId="urn:microsoft.com/office/officeart/2005/8/layout/list1"/>
    <dgm:cxn modelId="{D28E604A-D271-4C38-8D02-9D03926320CC}" type="presParOf" srcId="{27B5C5EF-A621-43B1-9E5F-F745CF055896}" destId="{06C0DE01-9FF0-4335-9B79-0E4FECFFA643}" srcOrd="16" destOrd="0" presId="urn:microsoft.com/office/officeart/2005/8/layout/list1"/>
    <dgm:cxn modelId="{A0E133B2-CD10-40DD-A34F-5AB78A338F59}" type="presParOf" srcId="{06C0DE01-9FF0-4335-9B79-0E4FECFFA643}" destId="{C872E965-6C9B-43D5-949A-801DEABC5147}" srcOrd="0" destOrd="0" presId="urn:microsoft.com/office/officeart/2005/8/layout/list1"/>
    <dgm:cxn modelId="{D52611BD-FAE2-4F30-9470-C21A21948A29}" type="presParOf" srcId="{06C0DE01-9FF0-4335-9B79-0E4FECFFA643}" destId="{983BFD98-F81B-48BA-A0EC-D38CA6C00464}" srcOrd="1" destOrd="0" presId="urn:microsoft.com/office/officeart/2005/8/layout/list1"/>
    <dgm:cxn modelId="{197F89FC-A2E8-407B-A4E2-30F4C1089306}" type="presParOf" srcId="{27B5C5EF-A621-43B1-9E5F-F745CF055896}" destId="{DC20B60F-845B-44B6-AB9D-07B0EEE9DFDF}" srcOrd="17" destOrd="0" presId="urn:microsoft.com/office/officeart/2005/8/layout/list1"/>
    <dgm:cxn modelId="{C466B863-A1E4-492B-B4B8-52D37A993ED4}" type="presParOf" srcId="{27B5C5EF-A621-43B1-9E5F-F745CF055896}" destId="{3308EB56-D8E6-4751-BA28-FB16491E46F7}" srcOrd="18" destOrd="0" presId="urn:microsoft.com/office/officeart/2005/8/layout/list1"/>
    <dgm:cxn modelId="{5BE6AA4C-AAF3-45A9-96D2-48A8869E3EE3}" type="presParOf" srcId="{27B5C5EF-A621-43B1-9E5F-F745CF055896}" destId="{3E5518A2-1498-486E-A997-522C5DA91A15}" srcOrd="19" destOrd="0" presId="urn:microsoft.com/office/officeart/2005/8/layout/list1"/>
    <dgm:cxn modelId="{AE3CF0C4-AF44-457A-B4EE-8FE6506CFEA0}" type="presParOf" srcId="{27B5C5EF-A621-43B1-9E5F-F745CF055896}" destId="{493EA2A2-0E4E-44DA-B6D6-2671B10A8859}" srcOrd="20" destOrd="0" presId="urn:microsoft.com/office/officeart/2005/8/layout/list1"/>
    <dgm:cxn modelId="{9DEF58A6-1217-4BE6-A5F8-2B0B62390DD5}" type="presParOf" srcId="{493EA2A2-0E4E-44DA-B6D6-2671B10A8859}" destId="{571463DF-F657-47AB-9467-C2E9A4920F16}" srcOrd="0" destOrd="0" presId="urn:microsoft.com/office/officeart/2005/8/layout/list1"/>
    <dgm:cxn modelId="{4F062162-5E48-4C7D-84DC-53250AB51367}" type="presParOf" srcId="{493EA2A2-0E4E-44DA-B6D6-2671B10A8859}" destId="{0FE3338C-6824-4F9A-9C94-0A1F33B90CC8}" srcOrd="1" destOrd="0" presId="urn:microsoft.com/office/officeart/2005/8/layout/list1"/>
    <dgm:cxn modelId="{139EDBDE-D688-4DDC-AA8A-0014C9F998C6}" type="presParOf" srcId="{27B5C5EF-A621-43B1-9E5F-F745CF055896}" destId="{7EA5BA1B-0B85-4CE8-AE60-02C14FDF3540}" srcOrd="21" destOrd="0" presId="urn:microsoft.com/office/officeart/2005/8/layout/list1"/>
    <dgm:cxn modelId="{46D90DF7-4BDC-49AF-875C-B5776E790691}" type="presParOf" srcId="{27B5C5EF-A621-43B1-9E5F-F745CF055896}" destId="{D05F6A93-C1B6-4E94-B0D2-563E602BA76E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8B27CBBE-2B3C-4DF9-96E0-9B7FF528E1C5}" type="doc">
      <dgm:prSet loTypeId="urn:microsoft.com/office/officeart/2005/8/layout/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55B72F63-54A2-416A-9F4A-42621C03A43D}">
      <dgm:prSet phldrT="[文本]" custT="1"/>
      <dgm:spPr/>
      <dgm:t>
        <a:bodyPr/>
        <a:lstStyle/>
        <a:p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记录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_system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函数地址</a:t>
          </a:r>
        </a:p>
      </dgm:t>
    </dgm:pt>
    <dgm:pt modelId="{FFEE04FB-F5C2-4165-A7C2-5D6BAA587982}" type="par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7C795C86-9CD1-4E8D-9307-AFB345A2438E}" type="sibTrans" cxnId="{BED5AF2C-B452-4BAA-ACE6-1DE8E6DC9324}">
      <dgm:prSet/>
      <dgm:spPr/>
      <dgm:t>
        <a:bodyPr/>
        <a:lstStyle/>
        <a:p>
          <a:endParaRPr lang="zh-CN" altLang="en-US"/>
        </a:p>
      </dgm:t>
    </dgm:pt>
    <dgm:pt modelId="{A3311C7C-16A8-4653-96C1-7573B0048A4D}">
      <dgm:prSet phldrT="[文本]" custT="1"/>
      <dgm:spPr/>
      <dgm:t>
        <a:bodyPr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溢出填充的计算：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gm:t>
    </dgm:pt>
    <dgm:pt modelId="{0BCF4B4D-9451-4317-8269-C7F355B79813}" type="par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E28C6E41-1ADA-440D-8D22-6B9D7E73E898}" type="sibTrans" cxnId="{781907B8-B46B-433C-B775-0DAD75825550}">
      <dgm:prSet/>
      <dgm:spPr/>
      <dgm:t>
        <a:bodyPr/>
        <a:lstStyle/>
        <a:p>
          <a:endParaRPr lang="zh-CN" altLang="en-US"/>
        </a:p>
      </dgm:t>
    </dgm:pt>
    <dgm:pt modelId="{2B6201FC-CD7C-4D37-B6CE-D4BE3D3C2D99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、填充缓冲区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+EBP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（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0x88+4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565CD2-150A-46FF-837E-97185BCD502C}" type="parTrans" cxnId="{A9146E2A-81BF-47EC-ABF2-83C09243DCAD}">
      <dgm:prSet/>
      <dgm:spPr/>
      <dgm:t>
        <a:bodyPr/>
        <a:lstStyle/>
        <a:p>
          <a:endParaRPr lang="zh-CN" altLang="en-US"/>
        </a:p>
      </dgm:t>
    </dgm:pt>
    <dgm:pt modelId="{1C5B5F4D-0829-4317-97C5-AEE27685B1C9}" type="sibTrans" cxnId="{A9146E2A-81BF-47EC-ABF2-83C09243DCAD}">
      <dgm:prSet/>
      <dgm:spPr/>
      <dgm:t>
        <a:bodyPr/>
        <a:lstStyle/>
        <a:p>
          <a:endParaRPr lang="zh-CN" altLang="en-US"/>
        </a:p>
      </dgm:t>
    </dgm:pt>
    <dgm:pt modelId="{FD128E2B-F13D-43B1-9802-D36A7ADA3BCE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溢出为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_system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函数地址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AD403CD-C1E1-4D3A-946B-3C5805E16358}" type="parTrans" cxnId="{21F5DF24-8DEA-4768-A3D6-CC2A8A5D2A43}">
      <dgm:prSet/>
      <dgm:spPr/>
      <dgm:t>
        <a:bodyPr/>
        <a:lstStyle/>
        <a:p>
          <a:endParaRPr lang="zh-CN" altLang="en-US"/>
        </a:p>
      </dgm:t>
    </dgm:pt>
    <dgm:pt modelId="{E61E889D-2B7D-400C-B335-D1DA8EAF9469}" type="sibTrans" cxnId="{21F5DF24-8DEA-4768-A3D6-CC2A8A5D2A43}">
      <dgm:prSet/>
      <dgm:spPr/>
      <dgm:t>
        <a:bodyPr/>
        <a:lstStyle/>
        <a:p>
          <a:endParaRPr lang="zh-CN" altLang="en-US"/>
        </a:p>
      </dgm:t>
    </dgm:pt>
    <dgm:pt modelId="{FE7C53BA-3E55-44EB-9D81-71F528D2CC03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、填充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字节，当作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_</a:t>
          </a:r>
          <a:r>
            <a:rPr lang="en-US" altLang="zh-CN" sz="20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systemEIP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EC3FDCF-4FCE-4621-A19C-C30B296333A5}" type="parTrans" cxnId="{23A07540-2D81-4755-A568-ECE87031A261}">
      <dgm:prSet/>
      <dgm:spPr/>
      <dgm:t>
        <a:bodyPr/>
        <a:lstStyle/>
        <a:p>
          <a:endParaRPr lang="zh-CN" altLang="en-US"/>
        </a:p>
      </dgm:t>
    </dgm:pt>
    <dgm:pt modelId="{682EEAC7-9531-4D9B-850E-01123E99FBB7}" type="sibTrans" cxnId="{23A07540-2D81-4755-A568-ECE87031A261}">
      <dgm:prSet/>
      <dgm:spPr/>
      <dgm:t>
        <a:bodyPr/>
        <a:lstStyle/>
        <a:p>
          <a:endParaRPr lang="zh-CN" altLang="en-US"/>
        </a:p>
      </dgm:t>
    </dgm:pt>
    <dgm:pt modelId="{CFD45E4F-810F-4D70-BCAF-01B23A2F2789}">
      <dgm:prSet phldrT="[文本]"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、溢出</a:t>
          </a:r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_system</a:t>
          </a:r>
          <a:r>
            <a: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函数参数</a:t>
          </a:r>
          <a:endParaRPr lang="en-US" altLang="zh-CN" sz="20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1CA6F79-D807-484D-9648-9797A43B865B}" type="parTrans" cxnId="{94FD42B0-E150-4DBC-ACC5-29F2C88A0A5B}">
      <dgm:prSet/>
      <dgm:spPr/>
      <dgm:t>
        <a:bodyPr/>
        <a:lstStyle/>
        <a:p>
          <a:endParaRPr lang="zh-CN" altLang="en-US"/>
        </a:p>
      </dgm:t>
    </dgm:pt>
    <dgm:pt modelId="{AAF8825A-035F-49BD-9D61-6219508FE8C0}" type="sibTrans" cxnId="{94FD42B0-E150-4DBC-ACC5-29F2C88A0A5B}">
      <dgm:prSet/>
      <dgm:spPr/>
      <dgm:t>
        <a:bodyPr/>
        <a:lstStyle/>
        <a:p>
          <a:endParaRPr lang="zh-CN" altLang="en-US"/>
        </a:p>
      </dgm:t>
    </dgm:pt>
    <dgm:pt modelId="{27B5C5EF-A621-43B1-9E5F-F745CF055896}" type="pres">
      <dgm:prSet presAssocID="{8B27CBBE-2B3C-4DF9-96E0-9B7FF528E1C5}" presName="linear" presStyleCnt="0">
        <dgm:presLayoutVars>
          <dgm:dir/>
          <dgm:animLvl val="lvl"/>
          <dgm:resizeHandles val="exact"/>
        </dgm:presLayoutVars>
      </dgm:prSet>
      <dgm:spPr/>
    </dgm:pt>
    <dgm:pt modelId="{A8C315FE-D977-45CB-8335-B1666F3CBA4F}" type="pres">
      <dgm:prSet presAssocID="{55B72F63-54A2-416A-9F4A-42621C03A43D}" presName="parentLin" presStyleCnt="0"/>
      <dgm:spPr/>
    </dgm:pt>
    <dgm:pt modelId="{041FAF5D-FEAA-4730-BC94-1BF435A0AB9E}" type="pres">
      <dgm:prSet presAssocID="{55B72F63-54A2-416A-9F4A-42621C03A43D}" presName="parentLeftMargin" presStyleLbl="node1" presStyleIdx="0" presStyleCnt="6"/>
      <dgm:spPr/>
    </dgm:pt>
    <dgm:pt modelId="{224AE4A0-6A37-4649-ADCA-13A53CF2B5EA}" type="pres">
      <dgm:prSet presAssocID="{55B72F63-54A2-416A-9F4A-42621C03A43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C99908F7-22A3-4396-8805-93594C2E72B3}" type="pres">
      <dgm:prSet presAssocID="{55B72F63-54A2-416A-9F4A-42621C03A43D}" presName="negativeSpace" presStyleCnt="0"/>
      <dgm:spPr/>
    </dgm:pt>
    <dgm:pt modelId="{29D67E7E-6A42-414D-9B9B-0E645D728C18}" type="pres">
      <dgm:prSet presAssocID="{55B72F63-54A2-416A-9F4A-42621C03A43D}" presName="childText" presStyleLbl="conFgAcc1" presStyleIdx="0" presStyleCnt="6">
        <dgm:presLayoutVars>
          <dgm:bulletEnabled val="1"/>
        </dgm:presLayoutVars>
      </dgm:prSet>
      <dgm:spPr/>
    </dgm:pt>
    <dgm:pt modelId="{92332D43-8816-4D84-AE79-C3EAFC84FBC8}" type="pres">
      <dgm:prSet presAssocID="{7C795C86-9CD1-4E8D-9307-AFB345A2438E}" presName="spaceBetweenRectangles" presStyleCnt="0"/>
      <dgm:spPr/>
    </dgm:pt>
    <dgm:pt modelId="{FDCEB285-12B9-42A6-86DD-55B35C1EAACF}" type="pres">
      <dgm:prSet presAssocID="{A3311C7C-16A8-4653-96C1-7573B0048A4D}" presName="parentLin" presStyleCnt="0"/>
      <dgm:spPr/>
    </dgm:pt>
    <dgm:pt modelId="{3EC3A128-3C7B-479A-8401-4C226313805A}" type="pres">
      <dgm:prSet presAssocID="{A3311C7C-16A8-4653-96C1-7573B0048A4D}" presName="parentLeftMargin" presStyleLbl="node1" presStyleIdx="0" presStyleCnt="6"/>
      <dgm:spPr/>
    </dgm:pt>
    <dgm:pt modelId="{57B4AFD2-DD9B-45E9-ABDF-BA2D42455870}" type="pres">
      <dgm:prSet presAssocID="{A3311C7C-16A8-4653-96C1-7573B0048A4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4D8A8EF-825D-4926-90DF-513A2DF4A813}" type="pres">
      <dgm:prSet presAssocID="{A3311C7C-16A8-4653-96C1-7573B0048A4D}" presName="negativeSpace" presStyleCnt="0"/>
      <dgm:spPr/>
    </dgm:pt>
    <dgm:pt modelId="{26F0A34E-ED2F-4684-85B5-5591642C3C24}" type="pres">
      <dgm:prSet presAssocID="{A3311C7C-16A8-4653-96C1-7573B0048A4D}" presName="childText" presStyleLbl="conFgAcc1" presStyleIdx="1" presStyleCnt="6">
        <dgm:presLayoutVars>
          <dgm:bulletEnabled val="1"/>
        </dgm:presLayoutVars>
      </dgm:prSet>
      <dgm:spPr/>
    </dgm:pt>
    <dgm:pt modelId="{FEA96B9F-841E-418F-B1DD-AEEF6C66C4BC}" type="pres">
      <dgm:prSet presAssocID="{E28C6E41-1ADA-440D-8D22-6B9D7E73E898}" presName="spaceBetweenRectangles" presStyleCnt="0"/>
      <dgm:spPr/>
    </dgm:pt>
    <dgm:pt modelId="{112B71C3-C8B4-4D91-AD3D-6DA1E853D57A}" type="pres">
      <dgm:prSet presAssocID="{2B6201FC-CD7C-4D37-B6CE-D4BE3D3C2D99}" presName="parentLin" presStyleCnt="0"/>
      <dgm:spPr/>
    </dgm:pt>
    <dgm:pt modelId="{38C02861-2B3F-47C3-AC9C-E697B8993405}" type="pres">
      <dgm:prSet presAssocID="{2B6201FC-CD7C-4D37-B6CE-D4BE3D3C2D99}" presName="parentLeftMargin" presStyleLbl="node1" presStyleIdx="1" presStyleCnt="6"/>
      <dgm:spPr/>
    </dgm:pt>
    <dgm:pt modelId="{572411C1-FD69-4B94-A71A-2FD628AB33EA}" type="pres">
      <dgm:prSet presAssocID="{2B6201FC-CD7C-4D37-B6CE-D4BE3D3C2D9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FBF0EF6-2964-4395-88A0-A5C9C909E31C}" type="pres">
      <dgm:prSet presAssocID="{2B6201FC-CD7C-4D37-B6CE-D4BE3D3C2D99}" presName="negativeSpace" presStyleCnt="0"/>
      <dgm:spPr/>
    </dgm:pt>
    <dgm:pt modelId="{61938168-1C72-4794-A42B-0180A899D995}" type="pres">
      <dgm:prSet presAssocID="{2B6201FC-CD7C-4D37-B6CE-D4BE3D3C2D99}" presName="childText" presStyleLbl="conFgAcc1" presStyleIdx="2" presStyleCnt="6">
        <dgm:presLayoutVars>
          <dgm:bulletEnabled val="1"/>
        </dgm:presLayoutVars>
      </dgm:prSet>
      <dgm:spPr/>
    </dgm:pt>
    <dgm:pt modelId="{E2887BAC-86FD-4279-A997-4E7AB7AE598D}" type="pres">
      <dgm:prSet presAssocID="{1C5B5F4D-0829-4317-97C5-AEE27685B1C9}" presName="spaceBetweenRectangles" presStyleCnt="0"/>
      <dgm:spPr/>
    </dgm:pt>
    <dgm:pt modelId="{FE92C4BC-CB06-4EC7-9BE6-0300557DDC13}" type="pres">
      <dgm:prSet presAssocID="{FD128E2B-F13D-43B1-9802-D36A7ADA3BCE}" presName="parentLin" presStyleCnt="0"/>
      <dgm:spPr/>
    </dgm:pt>
    <dgm:pt modelId="{9635C665-EA23-456C-BB04-EDE2DCA3BFC3}" type="pres">
      <dgm:prSet presAssocID="{FD128E2B-F13D-43B1-9802-D36A7ADA3BCE}" presName="parentLeftMargin" presStyleLbl="node1" presStyleIdx="2" presStyleCnt="6"/>
      <dgm:spPr/>
    </dgm:pt>
    <dgm:pt modelId="{D205ED74-CBAD-4960-9B5A-52D467BDF169}" type="pres">
      <dgm:prSet presAssocID="{FD128E2B-F13D-43B1-9802-D36A7ADA3BC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0FED862-7ABC-405E-8696-33DEDA10E919}" type="pres">
      <dgm:prSet presAssocID="{FD128E2B-F13D-43B1-9802-D36A7ADA3BCE}" presName="negativeSpace" presStyleCnt="0"/>
      <dgm:spPr/>
    </dgm:pt>
    <dgm:pt modelId="{5BA0EA90-EC0F-4598-9934-A672787C7D6B}" type="pres">
      <dgm:prSet presAssocID="{FD128E2B-F13D-43B1-9802-D36A7ADA3BCE}" presName="childText" presStyleLbl="conFgAcc1" presStyleIdx="3" presStyleCnt="6">
        <dgm:presLayoutVars>
          <dgm:bulletEnabled val="1"/>
        </dgm:presLayoutVars>
      </dgm:prSet>
      <dgm:spPr/>
    </dgm:pt>
    <dgm:pt modelId="{EE9406F0-0DA0-48F8-A4F1-2AC84517CFC3}" type="pres">
      <dgm:prSet presAssocID="{E61E889D-2B7D-400C-B335-D1DA8EAF9469}" presName="spaceBetweenRectangles" presStyleCnt="0"/>
      <dgm:spPr/>
    </dgm:pt>
    <dgm:pt modelId="{06C0DE01-9FF0-4335-9B79-0E4FECFFA643}" type="pres">
      <dgm:prSet presAssocID="{FE7C53BA-3E55-44EB-9D81-71F528D2CC03}" presName="parentLin" presStyleCnt="0"/>
      <dgm:spPr/>
    </dgm:pt>
    <dgm:pt modelId="{C872E965-6C9B-43D5-949A-801DEABC5147}" type="pres">
      <dgm:prSet presAssocID="{FE7C53BA-3E55-44EB-9D81-71F528D2CC03}" presName="parentLeftMargin" presStyleLbl="node1" presStyleIdx="3" presStyleCnt="6"/>
      <dgm:spPr/>
    </dgm:pt>
    <dgm:pt modelId="{983BFD98-F81B-48BA-A0EC-D38CA6C00464}" type="pres">
      <dgm:prSet presAssocID="{FE7C53BA-3E55-44EB-9D81-71F528D2CC0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C20B60F-845B-44B6-AB9D-07B0EEE9DFDF}" type="pres">
      <dgm:prSet presAssocID="{FE7C53BA-3E55-44EB-9D81-71F528D2CC03}" presName="negativeSpace" presStyleCnt="0"/>
      <dgm:spPr/>
    </dgm:pt>
    <dgm:pt modelId="{3308EB56-D8E6-4751-BA28-FB16491E46F7}" type="pres">
      <dgm:prSet presAssocID="{FE7C53BA-3E55-44EB-9D81-71F528D2CC03}" presName="childText" presStyleLbl="conFgAcc1" presStyleIdx="4" presStyleCnt="6">
        <dgm:presLayoutVars>
          <dgm:bulletEnabled val="1"/>
        </dgm:presLayoutVars>
      </dgm:prSet>
      <dgm:spPr/>
    </dgm:pt>
    <dgm:pt modelId="{3E5518A2-1498-486E-A997-522C5DA91A15}" type="pres">
      <dgm:prSet presAssocID="{682EEAC7-9531-4D9B-850E-01123E99FBB7}" presName="spaceBetweenRectangles" presStyleCnt="0"/>
      <dgm:spPr/>
    </dgm:pt>
    <dgm:pt modelId="{493EA2A2-0E4E-44DA-B6D6-2671B10A8859}" type="pres">
      <dgm:prSet presAssocID="{CFD45E4F-810F-4D70-BCAF-01B23A2F2789}" presName="parentLin" presStyleCnt="0"/>
      <dgm:spPr/>
    </dgm:pt>
    <dgm:pt modelId="{571463DF-F657-47AB-9467-C2E9A4920F16}" type="pres">
      <dgm:prSet presAssocID="{CFD45E4F-810F-4D70-BCAF-01B23A2F2789}" presName="parentLeftMargin" presStyleLbl="node1" presStyleIdx="4" presStyleCnt="6"/>
      <dgm:spPr/>
    </dgm:pt>
    <dgm:pt modelId="{0FE3338C-6824-4F9A-9C94-0A1F33B90CC8}" type="pres">
      <dgm:prSet presAssocID="{CFD45E4F-810F-4D70-BCAF-01B23A2F2789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7EA5BA1B-0B85-4CE8-AE60-02C14FDF3540}" type="pres">
      <dgm:prSet presAssocID="{CFD45E4F-810F-4D70-BCAF-01B23A2F2789}" presName="negativeSpace" presStyleCnt="0"/>
      <dgm:spPr/>
    </dgm:pt>
    <dgm:pt modelId="{D05F6A93-C1B6-4E94-B0D2-563E602BA76E}" type="pres">
      <dgm:prSet presAssocID="{CFD45E4F-810F-4D70-BCAF-01B23A2F2789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661CAD0D-D71E-4AE0-8A0D-F946430876D0}" type="presOf" srcId="{8B27CBBE-2B3C-4DF9-96E0-9B7FF528E1C5}" destId="{27B5C5EF-A621-43B1-9E5F-F745CF055896}" srcOrd="0" destOrd="0" presId="urn:microsoft.com/office/officeart/2005/8/layout/list1"/>
    <dgm:cxn modelId="{51BBAF1D-1C44-47B4-8A8D-EA648655F4CB}" type="presOf" srcId="{2B6201FC-CD7C-4D37-B6CE-D4BE3D3C2D99}" destId="{38C02861-2B3F-47C3-AC9C-E697B8993405}" srcOrd="0" destOrd="0" presId="urn:microsoft.com/office/officeart/2005/8/layout/list1"/>
    <dgm:cxn modelId="{351A5F1E-0DB3-47DF-8F49-7F8A06B2AACD}" type="presOf" srcId="{CFD45E4F-810F-4D70-BCAF-01B23A2F2789}" destId="{0FE3338C-6824-4F9A-9C94-0A1F33B90CC8}" srcOrd="1" destOrd="0" presId="urn:microsoft.com/office/officeart/2005/8/layout/list1"/>
    <dgm:cxn modelId="{21F5DF24-8DEA-4768-A3D6-CC2A8A5D2A43}" srcId="{8B27CBBE-2B3C-4DF9-96E0-9B7FF528E1C5}" destId="{FD128E2B-F13D-43B1-9802-D36A7ADA3BCE}" srcOrd="3" destOrd="0" parTransId="{FAD403CD-C1E1-4D3A-946B-3C5805E16358}" sibTransId="{E61E889D-2B7D-400C-B335-D1DA8EAF9469}"/>
    <dgm:cxn modelId="{A9146E2A-81BF-47EC-ABF2-83C09243DCAD}" srcId="{8B27CBBE-2B3C-4DF9-96E0-9B7FF528E1C5}" destId="{2B6201FC-CD7C-4D37-B6CE-D4BE3D3C2D99}" srcOrd="2" destOrd="0" parTransId="{03565CD2-150A-46FF-837E-97185BCD502C}" sibTransId="{1C5B5F4D-0829-4317-97C5-AEE27685B1C9}"/>
    <dgm:cxn modelId="{BED5AF2C-B452-4BAA-ACE6-1DE8E6DC9324}" srcId="{8B27CBBE-2B3C-4DF9-96E0-9B7FF528E1C5}" destId="{55B72F63-54A2-416A-9F4A-42621C03A43D}" srcOrd="0" destOrd="0" parTransId="{FFEE04FB-F5C2-4165-A7C2-5D6BAA587982}" sibTransId="{7C795C86-9CD1-4E8D-9307-AFB345A2438E}"/>
    <dgm:cxn modelId="{AAE8BF3F-3ACA-4D8D-BECD-8C68FE31DC54}" type="presOf" srcId="{2B6201FC-CD7C-4D37-B6CE-D4BE3D3C2D99}" destId="{572411C1-FD69-4B94-A71A-2FD628AB33EA}" srcOrd="1" destOrd="0" presId="urn:microsoft.com/office/officeart/2005/8/layout/list1"/>
    <dgm:cxn modelId="{23A07540-2D81-4755-A568-ECE87031A261}" srcId="{8B27CBBE-2B3C-4DF9-96E0-9B7FF528E1C5}" destId="{FE7C53BA-3E55-44EB-9D81-71F528D2CC03}" srcOrd="4" destOrd="0" parTransId="{2EC3FDCF-4FCE-4621-A19C-C30B296333A5}" sibTransId="{682EEAC7-9531-4D9B-850E-01123E99FBB7}"/>
    <dgm:cxn modelId="{C3A67748-D72D-480D-8590-AE08ADB278E1}" type="presOf" srcId="{CFD45E4F-810F-4D70-BCAF-01B23A2F2789}" destId="{571463DF-F657-47AB-9467-C2E9A4920F16}" srcOrd="0" destOrd="0" presId="urn:microsoft.com/office/officeart/2005/8/layout/list1"/>
    <dgm:cxn modelId="{707B9077-2E10-4397-BDF9-41CA03F26A41}" type="presOf" srcId="{FD128E2B-F13D-43B1-9802-D36A7ADA3BCE}" destId="{D205ED74-CBAD-4960-9B5A-52D467BDF169}" srcOrd="1" destOrd="0" presId="urn:microsoft.com/office/officeart/2005/8/layout/list1"/>
    <dgm:cxn modelId="{2AACF2A8-B595-4D0F-B2BA-9088B87B5EEF}" type="presOf" srcId="{FE7C53BA-3E55-44EB-9D81-71F528D2CC03}" destId="{983BFD98-F81B-48BA-A0EC-D38CA6C00464}" srcOrd="1" destOrd="0" presId="urn:microsoft.com/office/officeart/2005/8/layout/list1"/>
    <dgm:cxn modelId="{94FD42B0-E150-4DBC-ACC5-29F2C88A0A5B}" srcId="{8B27CBBE-2B3C-4DF9-96E0-9B7FF528E1C5}" destId="{CFD45E4F-810F-4D70-BCAF-01B23A2F2789}" srcOrd="5" destOrd="0" parTransId="{31CA6F79-D807-484D-9648-9797A43B865B}" sibTransId="{AAF8825A-035F-49BD-9D61-6219508FE8C0}"/>
    <dgm:cxn modelId="{781907B8-B46B-433C-B775-0DAD75825550}" srcId="{8B27CBBE-2B3C-4DF9-96E0-9B7FF528E1C5}" destId="{A3311C7C-16A8-4653-96C1-7573B0048A4D}" srcOrd="1" destOrd="0" parTransId="{0BCF4B4D-9451-4317-8269-C7F355B79813}" sibTransId="{E28C6E41-1ADA-440D-8D22-6B9D7E73E898}"/>
    <dgm:cxn modelId="{E198C2CB-6F28-4C8E-AC22-46179C7ED24F}" type="presOf" srcId="{A3311C7C-16A8-4653-96C1-7573B0048A4D}" destId="{57B4AFD2-DD9B-45E9-ABDF-BA2D42455870}" srcOrd="1" destOrd="0" presId="urn:microsoft.com/office/officeart/2005/8/layout/list1"/>
    <dgm:cxn modelId="{26F65ACC-9610-46DE-8B66-BBB6138182EC}" type="presOf" srcId="{FE7C53BA-3E55-44EB-9D81-71F528D2CC03}" destId="{C872E965-6C9B-43D5-949A-801DEABC5147}" srcOrd="0" destOrd="0" presId="urn:microsoft.com/office/officeart/2005/8/layout/list1"/>
    <dgm:cxn modelId="{2E5CECCE-68EA-478A-865E-5A8288AC8C24}" type="presOf" srcId="{55B72F63-54A2-416A-9F4A-42621C03A43D}" destId="{041FAF5D-FEAA-4730-BC94-1BF435A0AB9E}" srcOrd="0" destOrd="0" presId="urn:microsoft.com/office/officeart/2005/8/layout/list1"/>
    <dgm:cxn modelId="{818437CF-3D6C-4D0E-AA91-69F5679EDEED}" type="presOf" srcId="{55B72F63-54A2-416A-9F4A-42621C03A43D}" destId="{224AE4A0-6A37-4649-ADCA-13A53CF2B5EA}" srcOrd="1" destOrd="0" presId="urn:microsoft.com/office/officeart/2005/8/layout/list1"/>
    <dgm:cxn modelId="{AB9698D3-9495-44E1-A6DB-E4953305BCDA}" type="presOf" srcId="{A3311C7C-16A8-4653-96C1-7573B0048A4D}" destId="{3EC3A128-3C7B-479A-8401-4C226313805A}" srcOrd="0" destOrd="0" presId="urn:microsoft.com/office/officeart/2005/8/layout/list1"/>
    <dgm:cxn modelId="{4233ACEE-F5D9-4E26-94FA-747A7AB061AA}" type="presOf" srcId="{FD128E2B-F13D-43B1-9802-D36A7ADA3BCE}" destId="{9635C665-EA23-456C-BB04-EDE2DCA3BFC3}" srcOrd="0" destOrd="0" presId="urn:microsoft.com/office/officeart/2005/8/layout/list1"/>
    <dgm:cxn modelId="{291C472B-9820-436C-9D26-5C2BE99E3C17}" type="presParOf" srcId="{27B5C5EF-A621-43B1-9E5F-F745CF055896}" destId="{A8C315FE-D977-45CB-8335-B1666F3CBA4F}" srcOrd="0" destOrd="0" presId="urn:microsoft.com/office/officeart/2005/8/layout/list1"/>
    <dgm:cxn modelId="{73D963F6-C021-46CA-A0B4-8305FE2D1478}" type="presParOf" srcId="{A8C315FE-D977-45CB-8335-B1666F3CBA4F}" destId="{041FAF5D-FEAA-4730-BC94-1BF435A0AB9E}" srcOrd="0" destOrd="0" presId="urn:microsoft.com/office/officeart/2005/8/layout/list1"/>
    <dgm:cxn modelId="{EC70C620-F550-488E-A4B4-0E50C478FA0C}" type="presParOf" srcId="{A8C315FE-D977-45CB-8335-B1666F3CBA4F}" destId="{224AE4A0-6A37-4649-ADCA-13A53CF2B5EA}" srcOrd="1" destOrd="0" presId="urn:microsoft.com/office/officeart/2005/8/layout/list1"/>
    <dgm:cxn modelId="{8322F4B4-21D5-4FFA-A6EF-92A4CCC51D93}" type="presParOf" srcId="{27B5C5EF-A621-43B1-9E5F-F745CF055896}" destId="{C99908F7-22A3-4396-8805-93594C2E72B3}" srcOrd="1" destOrd="0" presId="urn:microsoft.com/office/officeart/2005/8/layout/list1"/>
    <dgm:cxn modelId="{3423F980-4DAF-4752-B2AC-A423716FD695}" type="presParOf" srcId="{27B5C5EF-A621-43B1-9E5F-F745CF055896}" destId="{29D67E7E-6A42-414D-9B9B-0E645D728C18}" srcOrd="2" destOrd="0" presId="urn:microsoft.com/office/officeart/2005/8/layout/list1"/>
    <dgm:cxn modelId="{5B4A46DA-ED08-473F-AE9B-0F3E509AE742}" type="presParOf" srcId="{27B5C5EF-A621-43B1-9E5F-F745CF055896}" destId="{92332D43-8816-4D84-AE79-C3EAFC84FBC8}" srcOrd="3" destOrd="0" presId="urn:microsoft.com/office/officeart/2005/8/layout/list1"/>
    <dgm:cxn modelId="{C5F299F8-7566-41CA-B099-00C27BE95C0A}" type="presParOf" srcId="{27B5C5EF-A621-43B1-9E5F-F745CF055896}" destId="{FDCEB285-12B9-42A6-86DD-55B35C1EAACF}" srcOrd="4" destOrd="0" presId="urn:microsoft.com/office/officeart/2005/8/layout/list1"/>
    <dgm:cxn modelId="{BE0E6D61-4BDC-405C-9B1D-84F1905D754A}" type="presParOf" srcId="{FDCEB285-12B9-42A6-86DD-55B35C1EAACF}" destId="{3EC3A128-3C7B-479A-8401-4C226313805A}" srcOrd="0" destOrd="0" presId="urn:microsoft.com/office/officeart/2005/8/layout/list1"/>
    <dgm:cxn modelId="{9460AA98-A14F-4EAB-BC4B-A1A217EFE72E}" type="presParOf" srcId="{FDCEB285-12B9-42A6-86DD-55B35C1EAACF}" destId="{57B4AFD2-DD9B-45E9-ABDF-BA2D42455870}" srcOrd="1" destOrd="0" presId="urn:microsoft.com/office/officeart/2005/8/layout/list1"/>
    <dgm:cxn modelId="{75ED2632-2F37-4B54-AB42-601706AFDDB5}" type="presParOf" srcId="{27B5C5EF-A621-43B1-9E5F-F745CF055896}" destId="{C4D8A8EF-825D-4926-90DF-513A2DF4A813}" srcOrd="5" destOrd="0" presId="urn:microsoft.com/office/officeart/2005/8/layout/list1"/>
    <dgm:cxn modelId="{62B28229-48F9-4874-952B-AA4483E156FA}" type="presParOf" srcId="{27B5C5EF-A621-43B1-9E5F-F745CF055896}" destId="{26F0A34E-ED2F-4684-85B5-5591642C3C24}" srcOrd="6" destOrd="0" presId="urn:microsoft.com/office/officeart/2005/8/layout/list1"/>
    <dgm:cxn modelId="{2FDF2259-3668-4C9E-9488-91C4EC4BF091}" type="presParOf" srcId="{27B5C5EF-A621-43B1-9E5F-F745CF055896}" destId="{FEA96B9F-841E-418F-B1DD-AEEF6C66C4BC}" srcOrd="7" destOrd="0" presId="urn:microsoft.com/office/officeart/2005/8/layout/list1"/>
    <dgm:cxn modelId="{22B3F56F-2208-4C48-BCD4-F4252A8D1FB5}" type="presParOf" srcId="{27B5C5EF-A621-43B1-9E5F-F745CF055896}" destId="{112B71C3-C8B4-4D91-AD3D-6DA1E853D57A}" srcOrd="8" destOrd="0" presId="urn:microsoft.com/office/officeart/2005/8/layout/list1"/>
    <dgm:cxn modelId="{7AE0548B-93A1-4672-B186-2137164483E8}" type="presParOf" srcId="{112B71C3-C8B4-4D91-AD3D-6DA1E853D57A}" destId="{38C02861-2B3F-47C3-AC9C-E697B8993405}" srcOrd="0" destOrd="0" presId="urn:microsoft.com/office/officeart/2005/8/layout/list1"/>
    <dgm:cxn modelId="{20997C5B-7F50-461D-B676-29B11717235A}" type="presParOf" srcId="{112B71C3-C8B4-4D91-AD3D-6DA1E853D57A}" destId="{572411C1-FD69-4B94-A71A-2FD628AB33EA}" srcOrd="1" destOrd="0" presId="urn:microsoft.com/office/officeart/2005/8/layout/list1"/>
    <dgm:cxn modelId="{E41268D0-478C-4F19-987C-A88024B6714F}" type="presParOf" srcId="{27B5C5EF-A621-43B1-9E5F-F745CF055896}" destId="{8FBF0EF6-2964-4395-88A0-A5C9C909E31C}" srcOrd="9" destOrd="0" presId="urn:microsoft.com/office/officeart/2005/8/layout/list1"/>
    <dgm:cxn modelId="{998591D7-060C-491F-87F2-CCBC6E7C4476}" type="presParOf" srcId="{27B5C5EF-A621-43B1-9E5F-F745CF055896}" destId="{61938168-1C72-4794-A42B-0180A899D995}" srcOrd="10" destOrd="0" presId="urn:microsoft.com/office/officeart/2005/8/layout/list1"/>
    <dgm:cxn modelId="{8164D15F-9D55-49DA-9688-6B641377A315}" type="presParOf" srcId="{27B5C5EF-A621-43B1-9E5F-F745CF055896}" destId="{E2887BAC-86FD-4279-A997-4E7AB7AE598D}" srcOrd="11" destOrd="0" presId="urn:microsoft.com/office/officeart/2005/8/layout/list1"/>
    <dgm:cxn modelId="{4155B28E-CD7A-443C-BDE9-B0DE358C160F}" type="presParOf" srcId="{27B5C5EF-A621-43B1-9E5F-F745CF055896}" destId="{FE92C4BC-CB06-4EC7-9BE6-0300557DDC13}" srcOrd="12" destOrd="0" presId="urn:microsoft.com/office/officeart/2005/8/layout/list1"/>
    <dgm:cxn modelId="{C77A72CF-26E5-4812-A56C-9F9E1FC6DB94}" type="presParOf" srcId="{FE92C4BC-CB06-4EC7-9BE6-0300557DDC13}" destId="{9635C665-EA23-456C-BB04-EDE2DCA3BFC3}" srcOrd="0" destOrd="0" presId="urn:microsoft.com/office/officeart/2005/8/layout/list1"/>
    <dgm:cxn modelId="{FD839451-AC9D-45E4-85B5-60A4BAB57493}" type="presParOf" srcId="{FE92C4BC-CB06-4EC7-9BE6-0300557DDC13}" destId="{D205ED74-CBAD-4960-9B5A-52D467BDF169}" srcOrd="1" destOrd="0" presId="urn:microsoft.com/office/officeart/2005/8/layout/list1"/>
    <dgm:cxn modelId="{949F9FB5-5AB1-42CD-A09A-A1FDBC7EA322}" type="presParOf" srcId="{27B5C5EF-A621-43B1-9E5F-F745CF055896}" destId="{50FED862-7ABC-405E-8696-33DEDA10E919}" srcOrd="13" destOrd="0" presId="urn:microsoft.com/office/officeart/2005/8/layout/list1"/>
    <dgm:cxn modelId="{F77DEC4A-EBBE-4670-8EC9-7BD845769FFB}" type="presParOf" srcId="{27B5C5EF-A621-43B1-9E5F-F745CF055896}" destId="{5BA0EA90-EC0F-4598-9934-A672787C7D6B}" srcOrd="14" destOrd="0" presId="urn:microsoft.com/office/officeart/2005/8/layout/list1"/>
    <dgm:cxn modelId="{47742737-E39F-4B45-944A-8961A9C61FED}" type="presParOf" srcId="{27B5C5EF-A621-43B1-9E5F-F745CF055896}" destId="{EE9406F0-0DA0-48F8-A4F1-2AC84517CFC3}" srcOrd="15" destOrd="0" presId="urn:microsoft.com/office/officeart/2005/8/layout/list1"/>
    <dgm:cxn modelId="{D28E604A-D271-4C38-8D02-9D03926320CC}" type="presParOf" srcId="{27B5C5EF-A621-43B1-9E5F-F745CF055896}" destId="{06C0DE01-9FF0-4335-9B79-0E4FECFFA643}" srcOrd="16" destOrd="0" presId="urn:microsoft.com/office/officeart/2005/8/layout/list1"/>
    <dgm:cxn modelId="{A0E133B2-CD10-40DD-A34F-5AB78A338F59}" type="presParOf" srcId="{06C0DE01-9FF0-4335-9B79-0E4FECFFA643}" destId="{C872E965-6C9B-43D5-949A-801DEABC5147}" srcOrd="0" destOrd="0" presId="urn:microsoft.com/office/officeart/2005/8/layout/list1"/>
    <dgm:cxn modelId="{D52611BD-FAE2-4F30-9470-C21A21948A29}" type="presParOf" srcId="{06C0DE01-9FF0-4335-9B79-0E4FECFFA643}" destId="{983BFD98-F81B-48BA-A0EC-D38CA6C00464}" srcOrd="1" destOrd="0" presId="urn:microsoft.com/office/officeart/2005/8/layout/list1"/>
    <dgm:cxn modelId="{197F89FC-A2E8-407B-A4E2-30F4C1089306}" type="presParOf" srcId="{27B5C5EF-A621-43B1-9E5F-F745CF055896}" destId="{DC20B60F-845B-44B6-AB9D-07B0EEE9DFDF}" srcOrd="17" destOrd="0" presId="urn:microsoft.com/office/officeart/2005/8/layout/list1"/>
    <dgm:cxn modelId="{C466B863-A1E4-492B-B4B8-52D37A993ED4}" type="presParOf" srcId="{27B5C5EF-A621-43B1-9E5F-F745CF055896}" destId="{3308EB56-D8E6-4751-BA28-FB16491E46F7}" srcOrd="18" destOrd="0" presId="urn:microsoft.com/office/officeart/2005/8/layout/list1"/>
    <dgm:cxn modelId="{5BE6AA4C-AAF3-45A9-96D2-48A8869E3EE3}" type="presParOf" srcId="{27B5C5EF-A621-43B1-9E5F-F745CF055896}" destId="{3E5518A2-1498-486E-A997-522C5DA91A15}" srcOrd="19" destOrd="0" presId="urn:microsoft.com/office/officeart/2005/8/layout/list1"/>
    <dgm:cxn modelId="{AE3CF0C4-AF44-457A-B4EE-8FE6506CFEA0}" type="presParOf" srcId="{27B5C5EF-A621-43B1-9E5F-F745CF055896}" destId="{493EA2A2-0E4E-44DA-B6D6-2671B10A8859}" srcOrd="20" destOrd="0" presId="urn:microsoft.com/office/officeart/2005/8/layout/list1"/>
    <dgm:cxn modelId="{9DEF58A6-1217-4BE6-A5F8-2B0B62390DD5}" type="presParOf" srcId="{493EA2A2-0E4E-44DA-B6D6-2671B10A8859}" destId="{571463DF-F657-47AB-9467-C2E9A4920F16}" srcOrd="0" destOrd="0" presId="urn:microsoft.com/office/officeart/2005/8/layout/list1"/>
    <dgm:cxn modelId="{4F062162-5E48-4C7D-84DC-53250AB51367}" type="presParOf" srcId="{493EA2A2-0E4E-44DA-B6D6-2671B10A8859}" destId="{0FE3338C-6824-4F9A-9C94-0A1F33B90CC8}" srcOrd="1" destOrd="0" presId="urn:microsoft.com/office/officeart/2005/8/layout/list1"/>
    <dgm:cxn modelId="{139EDBDE-D688-4DDC-AA8A-0014C9F998C6}" type="presParOf" srcId="{27B5C5EF-A621-43B1-9E5F-F745CF055896}" destId="{7EA5BA1B-0B85-4CE8-AE60-02C14FDF3540}" srcOrd="21" destOrd="0" presId="urn:microsoft.com/office/officeart/2005/8/layout/list1"/>
    <dgm:cxn modelId="{46D90DF7-4BDC-49AF-875C-B5776E790691}" type="presParOf" srcId="{27B5C5EF-A621-43B1-9E5F-F745CF055896}" destId="{D05F6A93-C1B6-4E94-B0D2-563E602BA76E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常出现在字符串格式化输出（</a:t>
          </a:r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printf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函数）</a:t>
          </a: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常见格式化方式包括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%d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%s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%f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等</a:t>
          </a: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A00776F9-260F-480A-92D8-178D227E05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较老的漏洞，常见于物联网设备</a:t>
          </a:r>
        </a:p>
      </dgm:t>
    </dgm:pt>
    <dgm:pt modelId="{E3BD2F3B-9379-4A3A-B0A1-C7B531A335EC}" type="par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ED696679-E027-461A-94C4-780284D7F7B8}" type="sib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7068F1E-7407-4D05-AFCA-1FE69A3E19F8}" type="pres">
      <dgm:prSet presAssocID="{A00776F9-260F-480A-92D8-178D227E0559}" presName="parentLin" presStyleCnt="0"/>
      <dgm:spPr/>
    </dgm:pt>
    <dgm:pt modelId="{DC5B7833-A7CD-46DB-A05C-EFD7F795D173}" type="pres">
      <dgm:prSet presAssocID="{A00776F9-260F-480A-92D8-178D227E0559}" presName="parentLeftMargin" presStyleLbl="node1" presStyleIdx="0" presStyleCnt="3"/>
      <dgm:spPr/>
    </dgm:pt>
    <dgm:pt modelId="{B8055738-835B-4AA4-AEE8-7EF5D64841A1}" type="pres">
      <dgm:prSet presAssocID="{A00776F9-260F-480A-92D8-178D227E05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E4F2265-2C17-4B01-BD83-497356D1E78D}" type="pres">
      <dgm:prSet presAssocID="{A00776F9-260F-480A-92D8-178D227E0559}" presName="negativeSpace" presStyleCnt="0"/>
      <dgm:spPr/>
    </dgm:pt>
    <dgm:pt modelId="{4E628121-7E33-40CD-B43C-3D112A49B9DE}" type="pres">
      <dgm:prSet presAssocID="{A00776F9-260F-480A-92D8-178D227E0559}" presName="childText" presStyleLbl="conFgAcc1" presStyleIdx="0" presStyleCnt="3">
        <dgm:presLayoutVars>
          <dgm:bulletEnabled val="1"/>
        </dgm:presLayoutVars>
      </dgm:prSet>
      <dgm:spPr/>
    </dgm:pt>
    <dgm:pt modelId="{5A12F493-4956-4084-AAC5-BE80816DA181}" type="pres">
      <dgm:prSet presAssocID="{ED696679-E027-461A-94C4-780284D7F7B8}" presName="spaceBetweenRectangles" presStyleCnt="0"/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3"/>
      <dgm:spPr/>
    </dgm:pt>
    <dgm:pt modelId="{A4DBA456-5C7E-44C4-A4EC-3CEC69B98C85}" type="pres">
      <dgm:prSet presAssocID="{291AE741-19A1-4F21-9908-E9000469EA5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1" presStyleCnt="3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1" presStyleCnt="3"/>
      <dgm:spPr/>
    </dgm:pt>
    <dgm:pt modelId="{0BA4B5E1-DED6-4BF7-B3BD-0050AC25C2F9}" type="pres">
      <dgm:prSet presAssocID="{1C1EB755-94AC-49E2-9FC6-06DD3F3C94A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59AA4634-CC61-4786-810D-955D04FE2003}" type="presOf" srcId="{A00776F9-260F-480A-92D8-178D227E0559}" destId="{DC5B7833-A7CD-46DB-A05C-EFD7F795D173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73CCF84C-FE38-4CCD-8F1B-841BACFE0B3C}" srcId="{94BAFB6B-B720-4BB5-A81F-76FB916DFE7C}" destId="{A00776F9-260F-480A-92D8-178D227E0559}" srcOrd="0" destOrd="0" parTransId="{E3BD2F3B-9379-4A3A-B0A1-C7B531A335EC}" sibTransId="{ED696679-E027-461A-94C4-780284D7F7B8}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082D0683-2C00-48EB-9553-02142F423973}" type="presOf" srcId="{A00776F9-260F-480A-92D8-178D227E0559}" destId="{B8055738-835B-4AA4-AEE8-7EF5D64841A1}" srcOrd="1" destOrd="0" presId="urn:microsoft.com/office/officeart/2005/8/layout/list1"/>
    <dgm:cxn modelId="{A7494B86-41A2-403D-A80E-7E0A3B76FD4A}" srcId="{94BAFB6B-B720-4BB5-A81F-76FB916DFE7C}" destId="{1C1EB755-94AC-49E2-9FC6-06DD3F3C94A7}" srcOrd="2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1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1A612818-4E1F-460C-9BA4-4F3DCD34D60B}" type="presParOf" srcId="{90D2FBDF-B2F4-420E-9024-F3EB41A0152B}" destId="{57068F1E-7407-4D05-AFCA-1FE69A3E19F8}" srcOrd="0" destOrd="0" presId="urn:microsoft.com/office/officeart/2005/8/layout/list1"/>
    <dgm:cxn modelId="{06F548FD-7170-4B57-A548-D2779B87808B}" type="presParOf" srcId="{57068F1E-7407-4D05-AFCA-1FE69A3E19F8}" destId="{DC5B7833-A7CD-46DB-A05C-EFD7F795D173}" srcOrd="0" destOrd="0" presId="urn:microsoft.com/office/officeart/2005/8/layout/list1"/>
    <dgm:cxn modelId="{D7539FF6-E9A3-4BF8-94A2-3FEF3508F6FD}" type="presParOf" srcId="{57068F1E-7407-4D05-AFCA-1FE69A3E19F8}" destId="{B8055738-835B-4AA4-AEE8-7EF5D64841A1}" srcOrd="1" destOrd="0" presId="urn:microsoft.com/office/officeart/2005/8/layout/list1"/>
    <dgm:cxn modelId="{4014F6E7-A3F0-4DC9-ACB9-D03D7915664D}" type="presParOf" srcId="{90D2FBDF-B2F4-420E-9024-F3EB41A0152B}" destId="{0E4F2265-2C17-4B01-BD83-497356D1E78D}" srcOrd="1" destOrd="0" presId="urn:microsoft.com/office/officeart/2005/8/layout/list1"/>
    <dgm:cxn modelId="{038F7C81-60E8-451B-994E-4E18BA8BFF6C}" type="presParOf" srcId="{90D2FBDF-B2F4-420E-9024-F3EB41A0152B}" destId="{4E628121-7E33-40CD-B43C-3D112A49B9DE}" srcOrd="2" destOrd="0" presId="urn:microsoft.com/office/officeart/2005/8/layout/list1"/>
    <dgm:cxn modelId="{60B97DB5-B084-41FC-ACAD-05911E3DD00C}" type="presParOf" srcId="{90D2FBDF-B2F4-420E-9024-F3EB41A0152B}" destId="{5A12F493-4956-4084-AAC5-BE80816DA181}" srcOrd="3" destOrd="0" presId="urn:microsoft.com/office/officeart/2005/8/layout/list1"/>
    <dgm:cxn modelId="{DAB84800-DA25-47AB-ABAD-E0136E2A2BC1}" type="presParOf" srcId="{90D2FBDF-B2F4-420E-9024-F3EB41A0152B}" destId="{5EF2DF05-AF25-4FE0-8AD1-84139E360CAF}" srcOrd="4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5" destOrd="0" presId="urn:microsoft.com/office/officeart/2005/8/layout/list1"/>
    <dgm:cxn modelId="{3F65B61C-BF1A-4836-B45B-5DEB76731B8F}" type="presParOf" srcId="{90D2FBDF-B2F4-420E-9024-F3EB41A0152B}" destId="{F75197EA-068F-43F5-BCCF-439BB12CEED7}" srcOrd="6" destOrd="0" presId="urn:microsoft.com/office/officeart/2005/8/layout/list1"/>
    <dgm:cxn modelId="{70C5EAF9-331A-4BCE-B53C-511A37B6591F}" type="presParOf" srcId="{90D2FBDF-B2F4-420E-9024-F3EB41A0152B}" destId="{23B6C78F-ACBF-4924-845E-FAFDDB447D18}" srcOrd="7" destOrd="0" presId="urn:microsoft.com/office/officeart/2005/8/layout/list1"/>
    <dgm:cxn modelId="{4B78A635-9C2B-450E-809B-3E56EDB62D7A}" type="presParOf" srcId="{90D2FBDF-B2F4-420E-9024-F3EB41A0152B}" destId="{96651B9B-6C65-41F0-9811-3A92A86C4778}" srcOrd="8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9" destOrd="0" presId="urn:microsoft.com/office/officeart/2005/8/layout/list1"/>
    <dgm:cxn modelId="{D0ADAD0E-F17B-4C7B-9EFA-CF83FC6DC5E1}" type="presParOf" srcId="{90D2FBDF-B2F4-420E-9024-F3EB41A0152B}" destId="{AE2F4F9B-4191-4658-9C0B-0D47EF65352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第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个参数是字符串地址</a:t>
          </a: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第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个参数是变量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a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的值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10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A00776F9-260F-480A-92D8-178D227E05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函数</a:t>
          </a:r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printf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的栈结构</a:t>
          </a:r>
        </a:p>
      </dgm:t>
    </dgm:pt>
    <dgm:pt modelId="{E3BD2F3B-9379-4A3A-B0A1-C7B531A335EC}" type="par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ED696679-E027-461A-94C4-780284D7F7B8}" type="sib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7068F1E-7407-4D05-AFCA-1FE69A3E19F8}" type="pres">
      <dgm:prSet presAssocID="{A00776F9-260F-480A-92D8-178D227E0559}" presName="parentLin" presStyleCnt="0"/>
      <dgm:spPr/>
    </dgm:pt>
    <dgm:pt modelId="{DC5B7833-A7CD-46DB-A05C-EFD7F795D173}" type="pres">
      <dgm:prSet presAssocID="{A00776F9-260F-480A-92D8-178D227E0559}" presName="parentLeftMargin" presStyleLbl="node1" presStyleIdx="0" presStyleCnt="3"/>
      <dgm:spPr/>
    </dgm:pt>
    <dgm:pt modelId="{B8055738-835B-4AA4-AEE8-7EF5D64841A1}" type="pres">
      <dgm:prSet presAssocID="{A00776F9-260F-480A-92D8-178D227E05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E4F2265-2C17-4B01-BD83-497356D1E78D}" type="pres">
      <dgm:prSet presAssocID="{A00776F9-260F-480A-92D8-178D227E0559}" presName="negativeSpace" presStyleCnt="0"/>
      <dgm:spPr/>
    </dgm:pt>
    <dgm:pt modelId="{4E628121-7E33-40CD-B43C-3D112A49B9DE}" type="pres">
      <dgm:prSet presAssocID="{A00776F9-260F-480A-92D8-178D227E0559}" presName="childText" presStyleLbl="conFgAcc1" presStyleIdx="0" presStyleCnt="3">
        <dgm:presLayoutVars>
          <dgm:bulletEnabled val="1"/>
        </dgm:presLayoutVars>
      </dgm:prSet>
      <dgm:spPr/>
    </dgm:pt>
    <dgm:pt modelId="{5A12F493-4956-4084-AAC5-BE80816DA181}" type="pres">
      <dgm:prSet presAssocID="{ED696679-E027-461A-94C4-780284D7F7B8}" presName="spaceBetweenRectangles" presStyleCnt="0"/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3"/>
      <dgm:spPr/>
    </dgm:pt>
    <dgm:pt modelId="{A4DBA456-5C7E-44C4-A4EC-3CEC69B98C85}" type="pres">
      <dgm:prSet presAssocID="{291AE741-19A1-4F21-9908-E9000469EA5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1" presStyleCnt="3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1" presStyleCnt="3"/>
      <dgm:spPr/>
    </dgm:pt>
    <dgm:pt modelId="{0BA4B5E1-DED6-4BF7-B3BD-0050AC25C2F9}" type="pres">
      <dgm:prSet presAssocID="{1C1EB755-94AC-49E2-9FC6-06DD3F3C94A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59AA4634-CC61-4786-810D-955D04FE2003}" type="presOf" srcId="{A00776F9-260F-480A-92D8-178D227E0559}" destId="{DC5B7833-A7CD-46DB-A05C-EFD7F795D173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73CCF84C-FE38-4CCD-8F1B-841BACFE0B3C}" srcId="{94BAFB6B-B720-4BB5-A81F-76FB916DFE7C}" destId="{A00776F9-260F-480A-92D8-178D227E0559}" srcOrd="0" destOrd="0" parTransId="{E3BD2F3B-9379-4A3A-B0A1-C7B531A335EC}" sibTransId="{ED696679-E027-461A-94C4-780284D7F7B8}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082D0683-2C00-48EB-9553-02142F423973}" type="presOf" srcId="{A00776F9-260F-480A-92D8-178D227E0559}" destId="{B8055738-835B-4AA4-AEE8-7EF5D64841A1}" srcOrd="1" destOrd="0" presId="urn:microsoft.com/office/officeart/2005/8/layout/list1"/>
    <dgm:cxn modelId="{A7494B86-41A2-403D-A80E-7E0A3B76FD4A}" srcId="{94BAFB6B-B720-4BB5-A81F-76FB916DFE7C}" destId="{1C1EB755-94AC-49E2-9FC6-06DD3F3C94A7}" srcOrd="2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1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1A612818-4E1F-460C-9BA4-4F3DCD34D60B}" type="presParOf" srcId="{90D2FBDF-B2F4-420E-9024-F3EB41A0152B}" destId="{57068F1E-7407-4D05-AFCA-1FE69A3E19F8}" srcOrd="0" destOrd="0" presId="urn:microsoft.com/office/officeart/2005/8/layout/list1"/>
    <dgm:cxn modelId="{06F548FD-7170-4B57-A548-D2779B87808B}" type="presParOf" srcId="{57068F1E-7407-4D05-AFCA-1FE69A3E19F8}" destId="{DC5B7833-A7CD-46DB-A05C-EFD7F795D173}" srcOrd="0" destOrd="0" presId="urn:microsoft.com/office/officeart/2005/8/layout/list1"/>
    <dgm:cxn modelId="{D7539FF6-E9A3-4BF8-94A2-3FEF3508F6FD}" type="presParOf" srcId="{57068F1E-7407-4D05-AFCA-1FE69A3E19F8}" destId="{B8055738-835B-4AA4-AEE8-7EF5D64841A1}" srcOrd="1" destOrd="0" presId="urn:microsoft.com/office/officeart/2005/8/layout/list1"/>
    <dgm:cxn modelId="{4014F6E7-A3F0-4DC9-ACB9-D03D7915664D}" type="presParOf" srcId="{90D2FBDF-B2F4-420E-9024-F3EB41A0152B}" destId="{0E4F2265-2C17-4B01-BD83-497356D1E78D}" srcOrd="1" destOrd="0" presId="urn:microsoft.com/office/officeart/2005/8/layout/list1"/>
    <dgm:cxn modelId="{038F7C81-60E8-451B-994E-4E18BA8BFF6C}" type="presParOf" srcId="{90D2FBDF-B2F4-420E-9024-F3EB41A0152B}" destId="{4E628121-7E33-40CD-B43C-3D112A49B9DE}" srcOrd="2" destOrd="0" presId="urn:microsoft.com/office/officeart/2005/8/layout/list1"/>
    <dgm:cxn modelId="{60B97DB5-B084-41FC-ACAD-05911E3DD00C}" type="presParOf" srcId="{90D2FBDF-B2F4-420E-9024-F3EB41A0152B}" destId="{5A12F493-4956-4084-AAC5-BE80816DA181}" srcOrd="3" destOrd="0" presId="urn:microsoft.com/office/officeart/2005/8/layout/list1"/>
    <dgm:cxn modelId="{DAB84800-DA25-47AB-ABAD-E0136E2A2BC1}" type="presParOf" srcId="{90D2FBDF-B2F4-420E-9024-F3EB41A0152B}" destId="{5EF2DF05-AF25-4FE0-8AD1-84139E360CAF}" srcOrd="4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5" destOrd="0" presId="urn:microsoft.com/office/officeart/2005/8/layout/list1"/>
    <dgm:cxn modelId="{3F65B61C-BF1A-4836-B45B-5DEB76731B8F}" type="presParOf" srcId="{90D2FBDF-B2F4-420E-9024-F3EB41A0152B}" destId="{F75197EA-068F-43F5-BCCF-439BB12CEED7}" srcOrd="6" destOrd="0" presId="urn:microsoft.com/office/officeart/2005/8/layout/list1"/>
    <dgm:cxn modelId="{70C5EAF9-331A-4BCE-B53C-511A37B6591F}" type="presParOf" srcId="{90D2FBDF-B2F4-420E-9024-F3EB41A0152B}" destId="{23B6C78F-ACBF-4924-845E-FAFDDB447D18}" srcOrd="7" destOrd="0" presId="urn:microsoft.com/office/officeart/2005/8/layout/list1"/>
    <dgm:cxn modelId="{4B78A635-9C2B-450E-809B-3E56EDB62D7A}" type="presParOf" srcId="{90D2FBDF-B2F4-420E-9024-F3EB41A0152B}" destId="{96651B9B-6C65-41F0-9811-3A92A86C4778}" srcOrd="8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9" destOrd="0" presId="urn:microsoft.com/office/officeart/2005/8/layout/list1"/>
    <dgm:cxn modelId="{D0ADAD0E-F17B-4C7B-9EFA-CF83FC6DC5E1}" type="presParOf" srcId="{90D2FBDF-B2F4-420E-9024-F3EB41A0152B}" destId="{AE2F4F9B-4191-4658-9C0B-0D47EF65352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如果没有提供第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个参数</a:t>
          </a: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就会显示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ebp+3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位置的数据</a:t>
          </a: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A00776F9-260F-480A-92D8-178D227E05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函数</a:t>
          </a:r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printf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的栈结构</a:t>
          </a:r>
        </a:p>
      </dgm:t>
    </dgm:pt>
    <dgm:pt modelId="{E3BD2F3B-9379-4A3A-B0A1-C7B531A335EC}" type="par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ED696679-E027-461A-94C4-780284D7F7B8}" type="sib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7068F1E-7407-4D05-AFCA-1FE69A3E19F8}" type="pres">
      <dgm:prSet presAssocID="{A00776F9-260F-480A-92D8-178D227E0559}" presName="parentLin" presStyleCnt="0"/>
      <dgm:spPr/>
    </dgm:pt>
    <dgm:pt modelId="{DC5B7833-A7CD-46DB-A05C-EFD7F795D173}" type="pres">
      <dgm:prSet presAssocID="{A00776F9-260F-480A-92D8-178D227E0559}" presName="parentLeftMargin" presStyleLbl="node1" presStyleIdx="0" presStyleCnt="3"/>
      <dgm:spPr/>
    </dgm:pt>
    <dgm:pt modelId="{B8055738-835B-4AA4-AEE8-7EF5D64841A1}" type="pres">
      <dgm:prSet presAssocID="{A00776F9-260F-480A-92D8-178D227E05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E4F2265-2C17-4B01-BD83-497356D1E78D}" type="pres">
      <dgm:prSet presAssocID="{A00776F9-260F-480A-92D8-178D227E0559}" presName="negativeSpace" presStyleCnt="0"/>
      <dgm:spPr/>
    </dgm:pt>
    <dgm:pt modelId="{4E628121-7E33-40CD-B43C-3D112A49B9DE}" type="pres">
      <dgm:prSet presAssocID="{A00776F9-260F-480A-92D8-178D227E0559}" presName="childText" presStyleLbl="conFgAcc1" presStyleIdx="0" presStyleCnt="3">
        <dgm:presLayoutVars>
          <dgm:bulletEnabled val="1"/>
        </dgm:presLayoutVars>
      </dgm:prSet>
      <dgm:spPr/>
    </dgm:pt>
    <dgm:pt modelId="{5A12F493-4956-4084-AAC5-BE80816DA181}" type="pres">
      <dgm:prSet presAssocID="{ED696679-E027-461A-94C4-780284D7F7B8}" presName="spaceBetweenRectangles" presStyleCnt="0"/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3"/>
      <dgm:spPr/>
    </dgm:pt>
    <dgm:pt modelId="{A4DBA456-5C7E-44C4-A4EC-3CEC69B98C85}" type="pres">
      <dgm:prSet presAssocID="{291AE741-19A1-4F21-9908-E9000469EA5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1" presStyleCnt="3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1" presStyleCnt="3"/>
      <dgm:spPr/>
    </dgm:pt>
    <dgm:pt modelId="{0BA4B5E1-DED6-4BF7-B3BD-0050AC25C2F9}" type="pres">
      <dgm:prSet presAssocID="{1C1EB755-94AC-49E2-9FC6-06DD3F3C94A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59AA4634-CC61-4786-810D-955D04FE2003}" type="presOf" srcId="{A00776F9-260F-480A-92D8-178D227E0559}" destId="{DC5B7833-A7CD-46DB-A05C-EFD7F795D173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73CCF84C-FE38-4CCD-8F1B-841BACFE0B3C}" srcId="{94BAFB6B-B720-4BB5-A81F-76FB916DFE7C}" destId="{A00776F9-260F-480A-92D8-178D227E0559}" srcOrd="0" destOrd="0" parTransId="{E3BD2F3B-9379-4A3A-B0A1-C7B531A335EC}" sibTransId="{ED696679-E027-461A-94C4-780284D7F7B8}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082D0683-2C00-48EB-9553-02142F423973}" type="presOf" srcId="{A00776F9-260F-480A-92D8-178D227E0559}" destId="{B8055738-835B-4AA4-AEE8-7EF5D64841A1}" srcOrd="1" destOrd="0" presId="urn:microsoft.com/office/officeart/2005/8/layout/list1"/>
    <dgm:cxn modelId="{A7494B86-41A2-403D-A80E-7E0A3B76FD4A}" srcId="{94BAFB6B-B720-4BB5-A81F-76FB916DFE7C}" destId="{1C1EB755-94AC-49E2-9FC6-06DD3F3C94A7}" srcOrd="2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1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1A612818-4E1F-460C-9BA4-4F3DCD34D60B}" type="presParOf" srcId="{90D2FBDF-B2F4-420E-9024-F3EB41A0152B}" destId="{57068F1E-7407-4D05-AFCA-1FE69A3E19F8}" srcOrd="0" destOrd="0" presId="urn:microsoft.com/office/officeart/2005/8/layout/list1"/>
    <dgm:cxn modelId="{06F548FD-7170-4B57-A548-D2779B87808B}" type="presParOf" srcId="{57068F1E-7407-4D05-AFCA-1FE69A3E19F8}" destId="{DC5B7833-A7CD-46DB-A05C-EFD7F795D173}" srcOrd="0" destOrd="0" presId="urn:microsoft.com/office/officeart/2005/8/layout/list1"/>
    <dgm:cxn modelId="{D7539FF6-E9A3-4BF8-94A2-3FEF3508F6FD}" type="presParOf" srcId="{57068F1E-7407-4D05-AFCA-1FE69A3E19F8}" destId="{B8055738-835B-4AA4-AEE8-7EF5D64841A1}" srcOrd="1" destOrd="0" presId="urn:microsoft.com/office/officeart/2005/8/layout/list1"/>
    <dgm:cxn modelId="{4014F6E7-A3F0-4DC9-ACB9-D03D7915664D}" type="presParOf" srcId="{90D2FBDF-B2F4-420E-9024-F3EB41A0152B}" destId="{0E4F2265-2C17-4B01-BD83-497356D1E78D}" srcOrd="1" destOrd="0" presId="urn:microsoft.com/office/officeart/2005/8/layout/list1"/>
    <dgm:cxn modelId="{038F7C81-60E8-451B-994E-4E18BA8BFF6C}" type="presParOf" srcId="{90D2FBDF-B2F4-420E-9024-F3EB41A0152B}" destId="{4E628121-7E33-40CD-B43C-3D112A49B9DE}" srcOrd="2" destOrd="0" presId="urn:microsoft.com/office/officeart/2005/8/layout/list1"/>
    <dgm:cxn modelId="{60B97DB5-B084-41FC-ACAD-05911E3DD00C}" type="presParOf" srcId="{90D2FBDF-B2F4-420E-9024-F3EB41A0152B}" destId="{5A12F493-4956-4084-AAC5-BE80816DA181}" srcOrd="3" destOrd="0" presId="urn:microsoft.com/office/officeart/2005/8/layout/list1"/>
    <dgm:cxn modelId="{DAB84800-DA25-47AB-ABAD-E0136E2A2BC1}" type="presParOf" srcId="{90D2FBDF-B2F4-420E-9024-F3EB41A0152B}" destId="{5EF2DF05-AF25-4FE0-8AD1-84139E360CAF}" srcOrd="4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5" destOrd="0" presId="urn:microsoft.com/office/officeart/2005/8/layout/list1"/>
    <dgm:cxn modelId="{3F65B61C-BF1A-4836-B45B-5DEB76731B8F}" type="presParOf" srcId="{90D2FBDF-B2F4-420E-9024-F3EB41A0152B}" destId="{F75197EA-068F-43F5-BCCF-439BB12CEED7}" srcOrd="6" destOrd="0" presId="urn:microsoft.com/office/officeart/2005/8/layout/list1"/>
    <dgm:cxn modelId="{70C5EAF9-331A-4BCE-B53C-511A37B6591F}" type="presParOf" srcId="{90D2FBDF-B2F4-420E-9024-F3EB41A0152B}" destId="{23B6C78F-ACBF-4924-845E-FAFDDB447D18}" srcOrd="7" destOrd="0" presId="urn:microsoft.com/office/officeart/2005/8/layout/list1"/>
    <dgm:cxn modelId="{4B78A635-9C2B-450E-809B-3E56EDB62D7A}" type="presParOf" srcId="{90D2FBDF-B2F4-420E-9024-F3EB41A0152B}" destId="{96651B9B-6C65-41F0-9811-3A92A86C4778}" srcOrd="8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9" destOrd="0" presId="urn:microsoft.com/office/officeart/2005/8/layout/list1"/>
    <dgm:cxn modelId="{D0ADAD0E-F17B-4C7B-9EFA-CF83FC6DC5E1}" type="presParOf" srcId="{90D2FBDF-B2F4-420E-9024-F3EB41A0152B}" destId="{AE2F4F9B-4191-4658-9C0B-0D47EF65352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向</a:t>
          </a:r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printf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输出，导致参数个数不匹配</a:t>
          </a: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后果：任意内存读写</a:t>
          </a: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A00776F9-260F-480A-92D8-178D227E05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漏洞源于用户通过可控输入源（</a:t>
          </a:r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scanf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</a:p>
      </dgm:t>
    </dgm:pt>
    <dgm:pt modelId="{E3BD2F3B-9379-4A3A-B0A1-C7B531A335EC}" type="par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ED696679-E027-461A-94C4-780284D7F7B8}" type="sib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7068F1E-7407-4D05-AFCA-1FE69A3E19F8}" type="pres">
      <dgm:prSet presAssocID="{A00776F9-260F-480A-92D8-178D227E0559}" presName="parentLin" presStyleCnt="0"/>
      <dgm:spPr/>
    </dgm:pt>
    <dgm:pt modelId="{DC5B7833-A7CD-46DB-A05C-EFD7F795D173}" type="pres">
      <dgm:prSet presAssocID="{A00776F9-260F-480A-92D8-178D227E0559}" presName="parentLeftMargin" presStyleLbl="node1" presStyleIdx="0" presStyleCnt="3"/>
      <dgm:spPr/>
    </dgm:pt>
    <dgm:pt modelId="{B8055738-835B-4AA4-AEE8-7EF5D64841A1}" type="pres">
      <dgm:prSet presAssocID="{A00776F9-260F-480A-92D8-178D227E05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E4F2265-2C17-4B01-BD83-497356D1E78D}" type="pres">
      <dgm:prSet presAssocID="{A00776F9-260F-480A-92D8-178D227E0559}" presName="negativeSpace" presStyleCnt="0"/>
      <dgm:spPr/>
    </dgm:pt>
    <dgm:pt modelId="{4E628121-7E33-40CD-B43C-3D112A49B9DE}" type="pres">
      <dgm:prSet presAssocID="{A00776F9-260F-480A-92D8-178D227E0559}" presName="childText" presStyleLbl="conFgAcc1" presStyleIdx="0" presStyleCnt="3">
        <dgm:presLayoutVars>
          <dgm:bulletEnabled val="1"/>
        </dgm:presLayoutVars>
      </dgm:prSet>
      <dgm:spPr/>
    </dgm:pt>
    <dgm:pt modelId="{5A12F493-4956-4084-AAC5-BE80816DA181}" type="pres">
      <dgm:prSet presAssocID="{ED696679-E027-461A-94C4-780284D7F7B8}" presName="spaceBetweenRectangles" presStyleCnt="0"/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3"/>
      <dgm:spPr/>
    </dgm:pt>
    <dgm:pt modelId="{A4DBA456-5C7E-44C4-A4EC-3CEC69B98C85}" type="pres">
      <dgm:prSet presAssocID="{291AE741-19A1-4F21-9908-E9000469EA5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1" presStyleCnt="3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1" presStyleCnt="3"/>
      <dgm:spPr/>
    </dgm:pt>
    <dgm:pt modelId="{0BA4B5E1-DED6-4BF7-B3BD-0050AC25C2F9}" type="pres">
      <dgm:prSet presAssocID="{1C1EB755-94AC-49E2-9FC6-06DD3F3C94A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59AA4634-CC61-4786-810D-955D04FE2003}" type="presOf" srcId="{A00776F9-260F-480A-92D8-178D227E0559}" destId="{DC5B7833-A7CD-46DB-A05C-EFD7F795D173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73CCF84C-FE38-4CCD-8F1B-841BACFE0B3C}" srcId="{94BAFB6B-B720-4BB5-A81F-76FB916DFE7C}" destId="{A00776F9-260F-480A-92D8-178D227E0559}" srcOrd="0" destOrd="0" parTransId="{E3BD2F3B-9379-4A3A-B0A1-C7B531A335EC}" sibTransId="{ED696679-E027-461A-94C4-780284D7F7B8}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082D0683-2C00-48EB-9553-02142F423973}" type="presOf" srcId="{A00776F9-260F-480A-92D8-178D227E0559}" destId="{B8055738-835B-4AA4-AEE8-7EF5D64841A1}" srcOrd="1" destOrd="0" presId="urn:microsoft.com/office/officeart/2005/8/layout/list1"/>
    <dgm:cxn modelId="{A7494B86-41A2-403D-A80E-7E0A3B76FD4A}" srcId="{94BAFB6B-B720-4BB5-A81F-76FB916DFE7C}" destId="{1C1EB755-94AC-49E2-9FC6-06DD3F3C94A7}" srcOrd="2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1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1A612818-4E1F-460C-9BA4-4F3DCD34D60B}" type="presParOf" srcId="{90D2FBDF-B2F4-420E-9024-F3EB41A0152B}" destId="{57068F1E-7407-4D05-AFCA-1FE69A3E19F8}" srcOrd="0" destOrd="0" presId="urn:microsoft.com/office/officeart/2005/8/layout/list1"/>
    <dgm:cxn modelId="{06F548FD-7170-4B57-A548-D2779B87808B}" type="presParOf" srcId="{57068F1E-7407-4D05-AFCA-1FE69A3E19F8}" destId="{DC5B7833-A7CD-46DB-A05C-EFD7F795D173}" srcOrd="0" destOrd="0" presId="urn:microsoft.com/office/officeart/2005/8/layout/list1"/>
    <dgm:cxn modelId="{D7539FF6-E9A3-4BF8-94A2-3FEF3508F6FD}" type="presParOf" srcId="{57068F1E-7407-4D05-AFCA-1FE69A3E19F8}" destId="{B8055738-835B-4AA4-AEE8-7EF5D64841A1}" srcOrd="1" destOrd="0" presId="urn:microsoft.com/office/officeart/2005/8/layout/list1"/>
    <dgm:cxn modelId="{4014F6E7-A3F0-4DC9-ACB9-D03D7915664D}" type="presParOf" srcId="{90D2FBDF-B2F4-420E-9024-F3EB41A0152B}" destId="{0E4F2265-2C17-4B01-BD83-497356D1E78D}" srcOrd="1" destOrd="0" presId="urn:microsoft.com/office/officeart/2005/8/layout/list1"/>
    <dgm:cxn modelId="{038F7C81-60E8-451B-994E-4E18BA8BFF6C}" type="presParOf" srcId="{90D2FBDF-B2F4-420E-9024-F3EB41A0152B}" destId="{4E628121-7E33-40CD-B43C-3D112A49B9DE}" srcOrd="2" destOrd="0" presId="urn:microsoft.com/office/officeart/2005/8/layout/list1"/>
    <dgm:cxn modelId="{60B97DB5-B084-41FC-ACAD-05911E3DD00C}" type="presParOf" srcId="{90D2FBDF-B2F4-420E-9024-F3EB41A0152B}" destId="{5A12F493-4956-4084-AAC5-BE80816DA181}" srcOrd="3" destOrd="0" presId="urn:microsoft.com/office/officeart/2005/8/layout/list1"/>
    <dgm:cxn modelId="{DAB84800-DA25-47AB-ABAD-E0136E2A2BC1}" type="presParOf" srcId="{90D2FBDF-B2F4-420E-9024-F3EB41A0152B}" destId="{5EF2DF05-AF25-4FE0-8AD1-84139E360CAF}" srcOrd="4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5" destOrd="0" presId="urn:microsoft.com/office/officeart/2005/8/layout/list1"/>
    <dgm:cxn modelId="{3F65B61C-BF1A-4836-B45B-5DEB76731B8F}" type="presParOf" srcId="{90D2FBDF-B2F4-420E-9024-F3EB41A0152B}" destId="{F75197EA-068F-43F5-BCCF-439BB12CEED7}" srcOrd="6" destOrd="0" presId="urn:microsoft.com/office/officeart/2005/8/layout/list1"/>
    <dgm:cxn modelId="{70C5EAF9-331A-4BCE-B53C-511A37B6591F}" type="presParOf" srcId="{90D2FBDF-B2F4-420E-9024-F3EB41A0152B}" destId="{23B6C78F-ACBF-4924-845E-FAFDDB447D18}" srcOrd="7" destOrd="0" presId="urn:microsoft.com/office/officeart/2005/8/layout/list1"/>
    <dgm:cxn modelId="{4B78A635-9C2B-450E-809B-3E56EDB62D7A}" type="presParOf" srcId="{90D2FBDF-B2F4-420E-9024-F3EB41A0152B}" destId="{96651B9B-6C65-41F0-9811-3A92A86C4778}" srcOrd="8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9" destOrd="0" presId="urn:microsoft.com/office/officeart/2005/8/layout/list1"/>
    <dgm:cxn modelId="{D0ADAD0E-F17B-4C7B-9EFA-CF83FC6DC5E1}" type="presParOf" srcId="{90D2FBDF-B2F4-420E-9024-F3EB41A0152B}" destId="{AE2F4F9B-4191-4658-9C0B-0D47EF65352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输入</a:t>
          </a:r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AAAA%x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-%x-%x-%x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A00776F9-260F-480A-92D8-178D227E05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读取内存（栈）中的数据</a:t>
          </a:r>
        </a:p>
      </dgm:t>
    </dgm:pt>
    <dgm:pt modelId="{E3BD2F3B-9379-4A3A-B0A1-C7B531A335EC}" type="par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ED696679-E027-461A-94C4-780284D7F7B8}" type="sib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E735DB4E-140C-481D-8DBC-4CD144521E46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找到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AAAA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码值输出位置</a:t>
          </a:r>
        </a:p>
      </dgm:t>
    </dgm:pt>
    <dgm:pt modelId="{AD8FC196-5885-45DC-A39D-8720DC8CA663}" type="parTrans" cxnId="{B8C395BC-A6FD-4381-9BD0-54852F0C39D0}">
      <dgm:prSet/>
      <dgm:spPr/>
      <dgm:t>
        <a:bodyPr/>
        <a:lstStyle/>
        <a:p>
          <a:endParaRPr lang="zh-CN" altLang="en-US"/>
        </a:p>
      </dgm:t>
    </dgm:pt>
    <dgm:pt modelId="{7292181C-9037-4B4C-A142-76296751CAA6}" type="sibTrans" cxnId="{B8C395BC-A6FD-4381-9BD0-54852F0C39D0}">
      <dgm:prSet/>
      <dgm:spPr/>
      <dgm:t>
        <a:bodyPr/>
        <a:lstStyle/>
        <a:p>
          <a:endParaRPr lang="zh-CN" altLang="en-US"/>
        </a:p>
      </dgm:t>
    </dgm:pt>
    <dgm:pt modelId="{DD6BFAFF-488C-4975-9207-C454EA2CD9E7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计算该参数</a:t>
          </a:r>
          <a:r>
            <a:rPr lang="zh-CN" altLang="en-US" sz="18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偏移量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为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1152437-5674-496C-9221-221625E04BAD}" type="parTrans" cxnId="{62D2DAA2-B2CA-494C-B130-5EAD3A32911C}">
      <dgm:prSet/>
      <dgm:spPr/>
      <dgm:t>
        <a:bodyPr/>
        <a:lstStyle/>
        <a:p>
          <a:endParaRPr lang="zh-CN" altLang="en-US"/>
        </a:p>
      </dgm:t>
    </dgm:pt>
    <dgm:pt modelId="{04B6BB01-37F7-410C-81C2-0ED8AB6AD7D7}" type="sibTrans" cxnId="{62D2DAA2-B2CA-494C-B130-5EAD3A32911C}">
      <dgm:prSet/>
      <dgm:spPr/>
      <dgm:t>
        <a:bodyPr/>
        <a:lstStyle/>
        <a:p>
          <a:endParaRPr lang="zh-CN" altLang="en-US"/>
        </a:p>
      </dgm:t>
    </dgm:pt>
    <dgm:pt modelId="{1E50AC0E-08F9-451C-AB84-76741AB4D39F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利用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%x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读取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n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个越界数据</a:t>
          </a:r>
        </a:p>
      </dgm:t>
    </dgm:pt>
    <dgm:pt modelId="{157319CC-AC63-4D91-B8F0-8C16ECD48E88}" type="parTrans" cxnId="{0739BEB4-FAC2-4821-A2A9-97EDC0B7308F}">
      <dgm:prSet/>
      <dgm:spPr/>
      <dgm:t>
        <a:bodyPr/>
        <a:lstStyle/>
        <a:p>
          <a:endParaRPr lang="zh-CN" altLang="en-US"/>
        </a:p>
      </dgm:t>
    </dgm:pt>
    <dgm:pt modelId="{24297218-ECA8-44A2-919D-592454DADBEE}" type="sibTrans" cxnId="{0739BEB4-FAC2-4821-A2A9-97EDC0B7308F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7068F1E-7407-4D05-AFCA-1FE69A3E19F8}" type="pres">
      <dgm:prSet presAssocID="{A00776F9-260F-480A-92D8-178D227E0559}" presName="parentLin" presStyleCnt="0"/>
      <dgm:spPr/>
    </dgm:pt>
    <dgm:pt modelId="{DC5B7833-A7CD-46DB-A05C-EFD7F795D173}" type="pres">
      <dgm:prSet presAssocID="{A00776F9-260F-480A-92D8-178D227E0559}" presName="parentLeftMargin" presStyleLbl="node1" presStyleIdx="0" presStyleCnt="5"/>
      <dgm:spPr/>
    </dgm:pt>
    <dgm:pt modelId="{B8055738-835B-4AA4-AEE8-7EF5D64841A1}" type="pres">
      <dgm:prSet presAssocID="{A00776F9-260F-480A-92D8-178D227E055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E4F2265-2C17-4B01-BD83-497356D1E78D}" type="pres">
      <dgm:prSet presAssocID="{A00776F9-260F-480A-92D8-178D227E0559}" presName="negativeSpace" presStyleCnt="0"/>
      <dgm:spPr/>
    </dgm:pt>
    <dgm:pt modelId="{4E628121-7E33-40CD-B43C-3D112A49B9DE}" type="pres">
      <dgm:prSet presAssocID="{A00776F9-260F-480A-92D8-178D227E0559}" presName="childText" presStyleLbl="conFgAcc1" presStyleIdx="0" presStyleCnt="5">
        <dgm:presLayoutVars>
          <dgm:bulletEnabled val="1"/>
        </dgm:presLayoutVars>
      </dgm:prSet>
      <dgm:spPr/>
    </dgm:pt>
    <dgm:pt modelId="{5A12F493-4956-4084-AAC5-BE80816DA181}" type="pres">
      <dgm:prSet presAssocID="{ED696679-E027-461A-94C4-780284D7F7B8}" presName="spaceBetweenRectangles" presStyleCnt="0"/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5"/>
      <dgm:spPr/>
    </dgm:pt>
    <dgm:pt modelId="{A4DBA456-5C7E-44C4-A4EC-3CEC69B98C85}" type="pres">
      <dgm:prSet presAssocID="{291AE741-19A1-4F21-9908-E9000469EA5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1" presStyleCnt="5">
        <dgm:presLayoutVars>
          <dgm:bulletEnabled val="1"/>
        </dgm:presLayoutVars>
      </dgm:prSet>
      <dgm:spPr/>
    </dgm:pt>
    <dgm:pt modelId="{99C7CAF7-E06F-40EB-B220-C80584D80884}" type="pres">
      <dgm:prSet presAssocID="{511CAB5E-EE9A-4C7E-9510-7BD91C098721}" presName="spaceBetweenRectangles" presStyleCnt="0"/>
      <dgm:spPr/>
    </dgm:pt>
    <dgm:pt modelId="{56AD3A75-A2C2-4061-B0DD-56F4D26BA533}" type="pres">
      <dgm:prSet presAssocID="{E735DB4E-140C-481D-8DBC-4CD144521E46}" presName="parentLin" presStyleCnt="0"/>
      <dgm:spPr/>
    </dgm:pt>
    <dgm:pt modelId="{D6D6E822-D7A1-4290-A6FD-545E20C3B7B7}" type="pres">
      <dgm:prSet presAssocID="{E735DB4E-140C-481D-8DBC-4CD144521E46}" presName="parentLeftMargin" presStyleLbl="node1" presStyleIdx="1" presStyleCnt="5"/>
      <dgm:spPr/>
    </dgm:pt>
    <dgm:pt modelId="{6D991364-84B4-4517-8B06-9DE8DEFCF066}" type="pres">
      <dgm:prSet presAssocID="{E735DB4E-140C-481D-8DBC-4CD144521E4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3EDA211-FC79-42FE-B05A-AF6F1B6524C3}" type="pres">
      <dgm:prSet presAssocID="{E735DB4E-140C-481D-8DBC-4CD144521E46}" presName="negativeSpace" presStyleCnt="0"/>
      <dgm:spPr/>
    </dgm:pt>
    <dgm:pt modelId="{D8C24859-03D0-4B53-A219-87CB6B4F259D}" type="pres">
      <dgm:prSet presAssocID="{E735DB4E-140C-481D-8DBC-4CD144521E46}" presName="childText" presStyleLbl="conFgAcc1" presStyleIdx="2" presStyleCnt="5">
        <dgm:presLayoutVars>
          <dgm:bulletEnabled val="1"/>
        </dgm:presLayoutVars>
      </dgm:prSet>
      <dgm:spPr/>
    </dgm:pt>
    <dgm:pt modelId="{A18ABAFE-A888-4329-98FA-5C79818FECAA}" type="pres">
      <dgm:prSet presAssocID="{7292181C-9037-4B4C-A142-76296751CAA6}" presName="spaceBetweenRectangles" presStyleCnt="0"/>
      <dgm:spPr/>
    </dgm:pt>
    <dgm:pt modelId="{6002E669-2496-4259-BFB2-B7F1BCEAD93D}" type="pres">
      <dgm:prSet presAssocID="{DD6BFAFF-488C-4975-9207-C454EA2CD9E7}" presName="parentLin" presStyleCnt="0"/>
      <dgm:spPr/>
    </dgm:pt>
    <dgm:pt modelId="{407467EA-C2E1-45CB-8A6F-C8A5EC6255FD}" type="pres">
      <dgm:prSet presAssocID="{DD6BFAFF-488C-4975-9207-C454EA2CD9E7}" presName="parentLeftMargin" presStyleLbl="node1" presStyleIdx="2" presStyleCnt="5"/>
      <dgm:spPr/>
    </dgm:pt>
    <dgm:pt modelId="{82288AD1-3022-44B0-A23A-80C6E3575D10}" type="pres">
      <dgm:prSet presAssocID="{DD6BFAFF-488C-4975-9207-C454EA2CD9E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DD8A107-4509-4629-B16B-C6F27097F851}" type="pres">
      <dgm:prSet presAssocID="{DD6BFAFF-488C-4975-9207-C454EA2CD9E7}" presName="negativeSpace" presStyleCnt="0"/>
      <dgm:spPr/>
    </dgm:pt>
    <dgm:pt modelId="{1E87E3B9-C5A2-4E91-B146-688DA9DF0637}" type="pres">
      <dgm:prSet presAssocID="{DD6BFAFF-488C-4975-9207-C454EA2CD9E7}" presName="childText" presStyleLbl="conFgAcc1" presStyleIdx="3" presStyleCnt="5">
        <dgm:presLayoutVars>
          <dgm:bulletEnabled val="1"/>
        </dgm:presLayoutVars>
      </dgm:prSet>
      <dgm:spPr/>
    </dgm:pt>
    <dgm:pt modelId="{FE4E2B01-8B73-4673-8A1C-A2AC779868EF}" type="pres">
      <dgm:prSet presAssocID="{04B6BB01-37F7-410C-81C2-0ED8AB6AD7D7}" presName="spaceBetweenRectangles" presStyleCnt="0"/>
      <dgm:spPr/>
    </dgm:pt>
    <dgm:pt modelId="{E2B18E43-B5F7-4809-A72B-D54F39069A76}" type="pres">
      <dgm:prSet presAssocID="{1E50AC0E-08F9-451C-AB84-76741AB4D39F}" presName="parentLin" presStyleCnt="0"/>
      <dgm:spPr/>
    </dgm:pt>
    <dgm:pt modelId="{6FB95E33-FD8C-4D35-B1E2-E8AFF8583FDF}" type="pres">
      <dgm:prSet presAssocID="{1E50AC0E-08F9-451C-AB84-76741AB4D39F}" presName="parentLeftMargin" presStyleLbl="node1" presStyleIdx="3" presStyleCnt="5"/>
      <dgm:spPr/>
    </dgm:pt>
    <dgm:pt modelId="{E5FAD2F9-B2B4-41C2-B7F5-766D66B9E6DC}" type="pres">
      <dgm:prSet presAssocID="{1E50AC0E-08F9-451C-AB84-76741AB4D39F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9DB5EC36-EB1F-48A6-94D3-7388885D326E}" type="pres">
      <dgm:prSet presAssocID="{1E50AC0E-08F9-451C-AB84-76741AB4D39F}" presName="negativeSpace" presStyleCnt="0"/>
      <dgm:spPr/>
    </dgm:pt>
    <dgm:pt modelId="{1D4D0556-B095-4198-9A0E-6C6ADEF5E14B}" type="pres">
      <dgm:prSet presAssocID="{1E50AC0E-08F9-451C-AB84-76741AB4D39F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1F590E33-9A80-4A13-98EB-4C176ED1210C}" type="presOf" srcId="{1E50AC0E-08F9-451C-AB84-76741AB4D39F}" destId="{E5FAD2F9-B2B4-41C2-B7F5-766D66B9E6DC}" srcOrd="1" destOrd="0" presId="urn:microsoft.com/office/officeart/2005/8/layout/list1"/>
    <dgm:cxn modelId="{59AA4634-CC61-4786-810D-955D04FE2003}" type="presOf" srcId="{A00776F9-260F-480A-92D8-178D227E0559}" destId="{DC5B7833-A7CD-46DB-A05C-EFD7F795D173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FB57786C-048C-4045-96B2-4585EDF2D6A1}" type="presOf" srcId="{1E50AC0E-08F9-451C-AB84-76741AB4D39F}" destId="{6FB95E33-FD8C-4D35-B1E2-E8AFF8583FDF}" srcOrd="0" destOrd="0" presId="urn:microsoft.com/office/officeart/2005/8/layout/list1"/>
    <dgm:cxn modelId="{73CCF84C-FE38-4CCD-8F1B-841BACFE0B3C}" srcId="{94BAFB6B-B720-4BB5-A81F-76FB916DFE7C}" destId="{A00776F9-260F-480A-92D8-178D227E0559}" srcOrd="0" destOrd="0" parTransId="{E3BD2F3B-9379-4A3A-B0A1-C7B531A335EC}" sibTransId="{ED696679-E027-461A-94C4-780284D7F7B8}"/>
    <dgm:cxn modelId="{67F8ED4E-217D-472C-B749-6EB116EB2094}" type="presOf" srcId="{DD6BFAFF-488C-4975-9207-C454EA2CD9E7}" destId="{407467EA-C2E1-45CB-8A6F-C8A5EC6255FD}" srcOrd="0" destOrd="0" presId="urn:microsoft.com/office/officeart/2005/8/layout/list1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082D0683-2C00-48EB-9553-02142F423973}" type="presOf" srcId="{A00776F9-260F-480A-92D8-178D227E0559}" destId="{B8055738-835B-4AA4-AEE8-7EF5D64841A1}" srcOrd="1" destOrd="0" presId="urn:microsoft.com/office/officeart/2005/8/layout/list1"/>
    <dgm:cxn modelId="{4F3B2391-0C5C-4440-A25C-0C044666E9DA}" srcId="{94BAFB6B-B720-4BB5-A81F-76FB916DFE7C}" destId="{291AE741-19A1-4F21-9908-E9000469EA59}" srcOrd="1" destOrd="0" parTransId="{3DC3ECD0-E7C4-4ACF-9344-ED242BCE5304}" sibTransId="{511CAB5E-EE9A-4C7E-9510-7BD91C098721}"/>
    <dgm:cxn modelId="{62D2DAA2-B2CA-494C-B130-5EAD3A32911C}" srcId="{94BAFB6B-B720-4BB5-A81F-76FB916DFE7C}" destId="{DD6BFAFF-488C-4975-9207-C454EA2CD9E7}" srcOrd="3" destOrd="0" parTransId="{E1152437-5674-496C-9221-221625E04BAD}" sibTransId="{04B6BB01-37F7-410C-81C2-0ED8AB6AD7D7}"/>
    <dgm:cxn modelId="{943E43AD-DBB5-4B20-AC89-48F92461F665}" type="presOf" srcId="{DD6BFAFF-488C-4975-9207-C454EA2CD9E7}" destId="{82288AD1-3022-44B0-A23A-80C6E3575D10}" srcOrd="1" destOrd="0" presId="urn:microsoft.com/office/officeart/2005/8/layout/list1"/>
    <dgm:cxn modelId="{0739BEB4-FAC2-4821-A2A9-97EDC0B7308F}" srcId="{94BAFB6B-B720-4BB5-A81F-76FB916DFE7C}" destId="{1E50AC0E-08F9-451C-AB84-76741AB4D39F}" srcOrd="4" destOrd="0" parTransId="{157319CC-AC63-4D91-B8F0-8C16ECD48E88}" sibTransId="{24297218-ECA8-44A2-919D-592454DADBEE}"/>
    <dgm:cxn modelId="{B8C395BC-A6FD-4381-9BD0-54852F0C39D0}" srcId="{94BAFB6B-B720-4BB5-A81F-76FB916DFE7C}" destId="{E735DB4E-140C-481D-8DBC-4CD144521E46}" srcOrd="2" destOrd="0" parTransId="{AD8FC196-5885-45DC-A39D-8720DC8CA663}" sibTransId="{7292181C-9037-4B4C-A142-76296751CAA6}"/>
    <dgm:cxn modelId="{95CB73CA-D03F-4B5D-A138-B3DB9E148591}" type="presOf" srcId="{E735DB4E-140C-481D-8DBC-4CD144521E46}" destId="{6D991364-84B4-4517-8B06-9DE8DEFCF066}" srcOrd="1" destOrd="0" presId="urn:microsoft.com/office/officeart/2005/8/layout/list1"/>
    <dgm:cxn modelId="{4160E6EF-F702-4E48-859A-093A8BB24261}" type="presOf" srcId="{E735DB4E-140C-481D-8DBC-4CD144521E46}" destId="{D6D6E822-D7A1-4290-A6FD-545E20C3B7B7}" srcOrd="0" destOrd="0" presId="urn:microsoft.com/office/officeart/2005/8/layout/list1"/>
    <dgm:cxn modelId="{1A612818-4E1F-460C-9BA4-4F3DCD34D60B}" type="presParOf" srcId="{90D2FBDF-B2F4-420E-9024-F3EB41A0152B}" destId="{57068F1E-7407-4D05-AFCA-1FE69A3E19F8}" srcOrd="0" destOrd="0" presId="urn:microsoft.com/office/officeart/2005/8/layout/list1"/>
    <dgm:cxn modelId="{06F548FD-7170-4B57-A548-D2779B87808B}" type="presParOf" srcId="{57068F1E-7407-4D05-AFCA-1FE69A3E19F8}" destId="{DC5B7833-A7CD-46DB-A05C-EFD7F795D173}" srcOrd="0" destOrd="0" presId="urn:microsoft.com/office/officeart/2005/8/layout/list1"/>
    <dgm:cxn modelId="{D7539FF6-E9A3-4BF8-94A2-3FEF3508F6FD}" type="presParOf" srcId="{57068F1E-7407-4D05-AFCA-1FE69A3E19F8}" destId="{B8055738-835B-4AA4-AEE8-7EF5D64841A1}" srcOrd="1" destOrd="0" presId="urn:microsoft.com/office/officeart/2005/8/layout/list1"/>
    <dgm:cxn modelId="{4014F6E7-A3F0-4DC9-ACB9-D03D7915664D}" type="presParOf" srcId="{90D2FBDF-B2F4-420E-9024-F3EB41A0152B}" destId="{0E4F2265-2C17-4B01-BD83-497356D1E78D}" srcOrd="1" destOrd="0" presId="urn:microsoft.com/office/officeart/2005/8/layout/list1"/>
    <dgm:cxn modelId="{038F7C81-60E8-451B-994E-4E18BA8BFF6C}" type="presParOf" srcId="{90D2FBDF-B2F4-420E-9024-F3EB41A0152B}" destId="{4E628121-7E33-40CD-B43C-3D112A49B9DE}" srcOrd="2" destOrd="0" presId="urn:microsoft.com/office/officeart/2005/8/layout/list1"/>
    <dgm:cxn modelId="{60B97DB5-B084-41FC-ACAD-05911E3DD00C}" type="presParOf" srcId="{90D2FBDF-B2F4-420E-9024-F3EB41A0152B}" destId="{5A12F493-4956-4084-AAC5-BE80816DA181}" srcOrd="3" destOrd="0" presId="urn:microsoft.com/office/officeart/2005/8/layout/list1"/>
    <dgm:cxn modelId="{DAB84800-DA25-47AB-ABAD-E0136E2A2BC1}" type="presParOf" srcId="{90D2FBDF-B2F4-420E-9024-F3EB41A0152B}" destId="{5EF2DF05-AF25-4FE0-8AD1-84139E360CAF}" srcOrd="4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5" destOrd="0" presId="urn:microsoft.com/office/officeart/2005/8/layout/list1"/>
    <dgm:cxn modelId="{3F65B61C-BF1A-4836-B45B-5DEB76731B8F}" type="presParOf" srcId="{90D2FBDF-B2F4-420E-9024-F3EB41A0152B}" destId="{F75197EA-068F-43F5-BCCF-439BB12CEED7}" srcOrd="6" destOrd="0" presId="urn:microsoft.com/office/officeart/2005/8/layout/list1"/>
    <dgm:cxn modelId="{FB266D65-F123-4D94-A8B9-C2334AE6B1DD}" type="presParOf" srcId="{90D2FBDF-B2F4-420E-9024-F3EB41A0152B}" destId="{99C7CAF7-E06F-40EB-B220-C80584D80884}" srcOrd="7" destOrd="0" presId="urn:microsoft.com/office/officeart/2005/8/layout/list1"/>
    <dgm:cxn modelId="{51982D97-80F5-48AB-A4CF-7C0FB2852EFC}" type="presParOf" srcId="{90D2FBDF-B2F4-420E-9024-F3EB41A0152B}" destId="{56AD3A75-A2C2-4061-B0DD-56F4D26BA533}" srcOrd="8" destOrd="0" presId="urn:microsoft.com/office/officeart/2005/8/layout/list1"/>
    <dgm:cxn modelId="{A94153D6-2231-40F8-AD2D-BBB92D311F4E}" type="presParOf" srcId="{56AD3A75-A2C2-4061-B0DD-56F4D26BA533}" destId="{D6D6E822-D7A1-4290-A6FD-545E20C3B7B7}" srcOrd="0" destOrd="0" presId="urn:microsoft.com/office/officeart/2005/8/layout/list1"/>
    <dgm:cxn modelId="{ABEB2093-DABF-4C3A-8CAA-1EDEDC6EA426}" type="presParOf" srcId="{56AD3A75-A2C2-4061-B0DD-56F4D26BA533}" destId="{6D991364-84B4-4517-8B06-9DE8DEFCF066}" srcOrd="1" destOrd="0" presId="urn:microsoft.com/office/officeart/2005/8/layout/list1"/>
    <dgm:cxn modelId="{CB0567AA-B94C-49BD-90E4-8F86E4B61323}" type="presParOf" srcId="{90D2FBDF-B2F4-420E-9024-F3EB41A0152B}" destId="{93EDA211-FC79-42FE-B05A-AF6F1B6524C3}" srcOrd="9" destOrd="0" presId="urn:microsoft.com/office/officeart/2005/8/layout/list1"/>
    <dgm:cxn modelId="{309C0AE8-B1E2-4DEB-98DF-F17A40EDCEFE}" type="presParOf" srcId="{90D2FBDF-B2F4-420E-9024-F3EB41A0152B}" destId="{D8C24859-03D0-4B53-A219-87CB6B4F259D}" srcOrd="10" destOrd="0" presId="urn:microsoft.com/office/officeart/2005/8/layout/list1"/>
    <dgm:cxn modelId="{477CE3FD-96E8-4A55-ADDE-DB2375FB875C}" type="presParOf" srcId="{90D2FBDF-B2F4-420E-9024-F3EB41A0152B}" destId="{A18ABAFE-A888-4329-98FA-5C79818FECAA}" srcOrd="11" destOrd="0" presId="urn:microsoft.com/office/officeart/2005/8/layout/list1"/>
    <dgm:cxn modelId="{8DA6D27B-DAFC-44BF-BB51-33A2BABB02E5}" type="presParOf" srcId="{90D2FBDF-B2F4-420E-9024-F3EB41A0152B}" destId="{6002E669-2496-4259-BFB2-B7F1BCEAD93D}" srcOrd="12" destOrd="0" presId="urn:microsoft.com/office/officeart/2005/8/layout/list1"/>
    <dgm:cxn modelId="{82AF85A4-094C-47B1-9E37-9E5B0F83D044}" type="presParOf" srcId="{6002E669-2496-4259-BFB2-B7F1BCEAD93D}" destId="{407467EA-C2E1-45CB-8A6F-C8A5EC6255FD}" srcOrd="0" destOrd="0" presId="urn:microsoft.com/office/officeart/2005/8/layout/list1"/>
    <dgm:cxn modelId="{100D2DD8-743F-4B77-8211-F26417D8C1AD}" type="presParOf" srcId="{6002E669-2496-4259-BFB2-B7F1BCEAD93D}" destId="{82288AD1-3022-44B0-A23A-80C6E3575D10}" srcOrd="1" destOrd="0" presId="urn:microsoft.com/office/officeart/2005/8/layout/list1"/>
    <dgm:cxn modelId="{17BAA13A-5229-4A20-B743-D555934A25BF}" type="presParOf" srcId="{90D2FBDF-B2F4-420E-9024-F3EB41A0152B}" destId="{EDD8A107-4509-4629-B16B-C6F27097F851}" srcOrd="13" destOrd="0" presId="urn:microsoft.com/office/officeart/2005/8/layout/list1"/>
    <dgm:cxn modelId="{01626E01-E75B-40D0-8AD8-9FE5675F3DBA}" type="presParOf" srcId="{90D2FBDF-B2F4-420E-9024-F3EB41A0152B}" destId="{1E87E3B9-C5A2-4E91-B146-688DA9DF0637}" srcOrd="14" destOrd="0" presId="urn:microsoft.com/office/officeart/2005/8/layout/list1"/>
    <dgm:cxn modelId="{F885EDBF-417E-4306-9985-138239506D60}" type="presParOf" srcId="{90D2FBDF-B2F4-420E-9024-F3EB41A0152B}" destId="{FE4E2B01-8B73-4673-8A1C-A2AC779868EF}" srcOrd="15" destOrd="0" presId="urn:microsoft.com/office/officeart/2005/8/layout/list1"/>
    <dgm:cxn modelId="{61F16AF9-48AD-4A53-AC6A-9FCCFCE83D02}" type="presParOf" srcId="{90D2FBDF-B2F4-420E-9024-F3EB41A0152B}" destId="{E2B18E43-B5F7-4809-A72B-D54F39069A76}" srcOrd="16" destOrd="0" presId="urn:microsoft.com/office/officeart/2005/8/layout/list1"/>
    <dgm:cxn modelId="{8798392D-C83B-4294-82B6-149D1C315B20}" type="presParOf" srcId="{E2B18E43-B5F7-4809-A72B-D54F39069A76}" destId="{6FB95E33-FD8C-4D35-B1E2-E8AFF8583FDF}" srcOrd="0" destOrd="0" presId="urn:microsoft.com/office/officeart/2005/8/layout/list1"/>
    <dgm:cxn modelId="{3E779950-D6F3-4972-8E21-F14EB5068404}" type="presParOf" srcId="{E2B18E43-B5F7-4809-A72B-D54F39069A76}" destId="{E5FAD2F9-B2B4-41C2-B7F5-766D66B9E6DC}" srcOrd="1" destOrd="0" presId="urn:microsoft.com/office/officeart/2005/8/layout/list1"/>
    <dgm:cxn modelId="{BF6E4FC2-0D53-4126-B2D9-21DAE354198D}" type="presParOf" srcId="{90D2FBDF-B2F4-420E-9024-F3EB41A0152B}" destId="{9DB5EC36-EB1F-48A6-94D3-7388885D326E}" srcOrd="17" destOrd="0" presId="urn:microsoft.com/office/officeart/2005/8/layout/list1"/>
    <dgm:cxn modelId="{5B3B32D0-4569-4380-B953-F6A8518D98E3}" type="presParOf" srcId="{90D2FBDF-B2F4-420E-9024-F3EB41A0152B}" destId="{1D4D0556-B095-4198-9A0E-6C6ADEF5E14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格式化</a:t>
          </a:r>
          <a:r>
            <a:rPr lang="en-US" altLang="zh-CN" sz="18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%n</a:t>
          </a:r>
          <a:endParaRPr lang="zh-CN" altLang="en-US" sz="1800" dirty="0"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A00776F9-260F-480A-92D8-178D227E05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覆盖栈中内存数据</a:t>
          </a:r>
        </a:p>
      </dgm:t>
    </dgm:pt>
    <dgm:pt modelId="{E3BD2F3B-9379-4A3A-B0A1-C7B531A335EC}" type="par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ED696679-E027-461A-94C4-780284D7F7B8}" type="sib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E735DB4E-140C-481D-8DBC-4CD144521E46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将字符数存入制定地址</a:t>
          </a:r>
        </a:p>
      </dgm:t>
    </dgm:pt>
    <dgm:pt modelId="{AD8FC196-5885-45DC-A39D-8720DC8CA663}" type="parTrans" cxnId="{B8C395BC-A6FD-4381-9BD0-54852F0C39D0}">
      <dgm:prSet/>
      <dgm:spPr/>
      <dgm:t>
        <a:bodyPr/>
        <a:lstStyle/>
        <a:p>
          <a:endParaRPr lang="zh-CN" altLang="en-US"/>
        </a:p>
      </dgm:t>
    </dgm:pt>
    <dgm:pt modelId="{7292181C-9037-4B4C-A142-76296751CAA6}" type="sibTrans" cxnId="{B8C395BC-A6FD-4381-9BD0-54852F0C39D0}">
      <dgm:prSet/>
      <dgm:spPr/>
      <dgm:t>
        <a:bodyPr/>
        <a:lstStyle/>
        <a:p>
          <a:endParaRPr lang="zh-CN" altLang="en-US"/>
        </a:p>
      </dgm:t>
    </dgm:pt>
    <dgm:pt modelId="{D4A1BE1E-4696-423C-A44C-6FB03E895CC5}">
      <dgm:prSet phldrT="[文本]" custT="1"/>
      <dgm:spPr/>
      <dgm:t>
        <a:bodyPr/>
        <a:lstStyle/>
        <a:p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0-9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共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10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个字符，存入变量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a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AF18272-0084-4DD6-8A44-DDF328F62C15}" type="parTrans" cxnId="{5EE20AEE-20BA-49E5-B041-D180456BA34A}">
      <dgm:prSet/>
      <dgm:spPr/>
      <dgm:t>
        <a:bodyPr/>
        <a:lstStyle/>
        <a:p>
          <a:endParaRPr lang="zh-CN" altLang="en-US"/>
        </a:p>
      </dgm:t>
    </dgm:pt>
    <dgm:pt modelId="{31EA58DA-96B7-4198-9864-568809ADF924}" type="sibTrans" cxnId="{5EE20AEE-20BA-49E5-B041-D180456BA34A}">
      <dgm:prSet/>
      <dgm:spPr/>
      <dgm:t>
        <a:bodyPr/>
        <a:lstStyle/>
        <a:p>
          <a:endParaRPr lang="zh-CN" altLang="en-US"/>
        </a:p>
      </dgm:t>
    </dgm:pt>
    <dgm:pt modelId="{CC3ADAD3-DCA4-4882-9F25-CB3BC37BF9E4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可用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%</a:t>
          </a:r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Nc%n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，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N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为所需填入数</a:t>
          </a:r>
        </a:p>
      </dgm:t>
    </dgm:pt>
    <dgm:pt modelId="{9E6E177B-F6E8-4C79-8B25-7FAB37773668}" type="parTrans" cxnId="{0CA28E84-1325-4FBF-9FB9-2463C43B1B3A}">
      <dgm:prSet/>
      <dgm:spPr/>
      <dgm:t>
        <a:bodyPr/>
        <a:lstStyle/>
        <a:p>
          <a:endParaRPr lang="zh-CN" altLang="en-US"/>
        </a:p>
      </dgm:t>
    </dgm:pt>
    <dgm:pt modelId="{8B70D933-F6C4-46DE-8A49-053C3A11B44C}" type="sibTrans" cxnId="{0CA28E84-1325-4FBF-9FB9-2463C43B1B3A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7068F1E-7407-4D05-AFCA-1FE69A3E19F8}" type="pres">
      <dgm:prSet presAssocID="{A00776F9-260F-480A-92D8-178D227E0559}" presName="parentLin" presStyleCnt="0"/>
      <dgm:spPr/>
    </dgm:pt>
    <dgm:pt modelId="{DC5B7833-A7CD-46DB-A05C-EFD7F795D173}" type="pres">
      <dgm:prSet presAssocID="{A00776F9-260F-480A-92D8-178D227E0559}" presName="parentLeftMargin" presStyleLbl="node1" presStyleIdx="0" presStyleCnt="5"/>
      <dgm:spPr/>
    </dgm:pt>
    <dgm:pt modelId="{B8055738-835B-4AA4-AEE8-7EF5D64841A1}" type="pres">
      <dgm:prSet presAssocID="{A00776F9-260F-480A-92D8-178D227E055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E4F2265-2C17-4B01-BD83-497356D1E78D}" type="pres">
      <dgm:prSet presAssocID="{A00776F9-260F-480A-92D8-178D227E0559}" presName="negativeSpace" presStyleCnt="0"/>
      <dgm:spPr/>
    </dgm:pt>
    <dgm:pt modelId="{4E628121-7E33-40CD-B43C-3D112A49B9DE}" type="pres">
      <dgm:prSet presAssocID="{A00776F9-260F-480A-92D8-178D227E0559}" presName="childText" presStyleLbl="conFgAcc1" presStyleIdx="0" presStyleCnt="5">
        <dgm:presLayoutVars>
          <dgm:bulletEnabled val="1"/>
        </dgm:presLayoutVars>
      </dgm:prSet>
      <dgm:spPr/>
    </dgm:pt>
    <dgm:pt modelId="{5A12F493-4956-4084-AAC5-BE80816DA181}" type="pres">
      <dgm:prSet presAssocID="{ED696679-E027-461A-94C4-780284D7F7B8}" presName="spaceBetweenRectangles" presStyleCnt="0"/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5"/>
      <dgm:spPr/>
    </dgm:pt>
    <dgm:pt modelId="{A4DBA456-5C7E-44C4-A4EC-3CEC69B98C85}" type="pres">
      <dgm:prSet presAssocID="{291AE741-19A1-4F21-9908-E9000469EA5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1" presStyleCnt="5">
        <dgm:presLayoutVars>
          <dgm:bulletEnabled val="1"/>
        </dgm:presLayoutVars>
      </dgm:prSet>
      <dgm:spPr/>
    </dgm:pt>
    <dgm:pt modelId="{99C7CAF7-E06F-40EB-B220-C80584D80884}" type="pres">
      <dgm:prSet presAssocID="{511CAB5E-EE9A-4C7E-9510-7BD91C098721}" presName="spaceBetweenRectangles" presStyleCnt="0"/>
      <dgm:spPr/>
    </dgm:pt>
    <dgm:pt modelId="{56AD3A75-A2C2-4061-B0DD-56F4D26BA533}" type="pres">
      <dgm:prSet presAssocID="{E735DB4E-140C-481D-8DBC-4CD144521E46}" presName="parentLin" presStyleCnt="0"/>
      <dgm:spPr/>
    </dgm:pt>
    <dgm:pt modelId="{D6D6E822-D7A1-4290-A6FD-545E20C3B7B7}" type="pres">
      <dgm:prSet presAssocID="{E735DB4E-140C-481D-8DBC-4CD144521E46}" presName="parentLeftMargin" presStyleLbl="node1" presStyleIdx="1" presStyleCnt="5"/>
      <dgm:spPr/>
    </dgm:pt>
    <dgm:pt modelId="{6D991364-84B4-4517-8B06-9DE8DEFCF066}" type="pres">
      <dgm:prSet presAssocID="{E735DB4E-140C-481D-8DBC-4CD144521E4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3EDA211-FC79-42FE-B05A-AF6F1B6524C3}" type="pres">
      <dgm:prSet presAssocID="{E735DB4E-140C-481D-8DBC-4CD144521E46}" presName="negativeSpace" presStyleCnt="0"/>
      <dgm:spPr/>
    </dgm:pt>
    <dgm:pt modelId="{D8C24859-03D0-4B53-A219-87CB6B4F259D}" type="pres">
      <dgm:prSet presAssocID="{E735DB4E-140C-481D-8DBC-4CD144521E46}" presName="childText" presStyleLbl="conFgAcc1" presStyleIdx="2" presStyleCnt="5">
        <dgm:presLayoutVars>
          <dgm:bulletEnabled val="1"/>
        </dgm:presLayoutVars>
      </dgm:prSet>
      <dgm:spPr/>
    </dgm:pt>
    <dgm:pt modelId="{1EC9B2B2-A18E-4539-BB47-01EAB5805758}" type="pres">
      <dgm:prSet presAssocID="{7292181C-9037-4B4C-A142-76296751CAA6}" presName="spaceBetweenRectangles" presStyleCnt="0"/>
      <dgm:spPr/>
    </dgm:pt>
    <dgm:pt modelId="{ED635716-E6D8-4C3D-9480-AAC680DDBFB8}" type="pres">
      <dgm:prSet presAssocID="{D4A1BE1E-4696-423C-A44C-6FB03E895CC5}" presName="parentLin" presStyleCnt="0"/>
      <dgm:spPr/>
    </dgm:pt>
    <dgm:pt modelId="{8279B8B2-76F7-4A6D-92F7-3A540705EF36}" type="pres">
      <dgm:prSet presAssocID="{D4A1BE1E-4696-423C-A44C-6FB03E895CC5}" presName="parentLeftMargin" presStyleLbl="node1" presStyleIdx="2" presStyleCnt="5"/>
      <dgm:spPr/>
    </dgm:pt>
    <dgm:pt modelId="{7B866710-3D9A-4C68-A547-55D9D14F4E39}" type="pres">
      <dgm:prSet presAssocID="{D4A1BE1E-4696-423C-A44C-6FB03E895CC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546A612-056A-4B6F-9246-B7623594E891}" type="pres">
      <dgm:prSet presAssocID="{D4A1BE1E-4696-423C-A44C-6FB03E895CC5}" presName="negativeSpace" presStyleCnt="0"/>
      <dgm:spPr/>
    </dgm:pt>
    <dgm:pt modelId="{28D1C538-090C-4536-A46D-7CCBF46EA799}" type="pres">
      <dgm:prSet presAssocID="{D4A1BE1E-4696-423C-A44C-6FB03E895CC5}" presName="childText" presStyleLbl="conFgAcc1" presStyleIdx="3" presStyleCnt="5">
        <dgm:presLayoutVars>
          <dgm:bulletEnabled val="1"/>
        </dgm:presLayoutVars>
      </dgm:prSet>
      <dgm:spPr/>
    </dgm:pt>
    <dgm:pt modelId="{E3638896-1F17-49A2-89D6-4CABA3E9268D}" type="pres">
      <dgm:prSet presAssocID="{31EA58DA-96B7-4198-9864-568809ADF924}" presName="spaceBetweenRectangles" presStyleCnt="0"/>
      <dgm:spPr/>
    </dgm:pt>
    <dgm:pt modelId="{CF794B62-1852-4954-BC86-97744D61E347}" type="pres">
      <dgm:prSet presAssocID="{CC3ADAD3-DCA4-4882-9F25-CB3BC37BF9E4}" presName="parentLin" presStyleCnt="0"/>
      <dgm:spPr/>
    </dgm:pt>
    <dgm:pt modelId="{6207D5DB-BB48-40B7-A875-D77362EEDB5E}" type="pres">
      <dgm:prSet presAssocID="{CC3ADAD3-DCA4-4882-9F25-CB3BC37BF9E4}" presName="parentLeftMargin" presStyleLbl="node1" presStyleIdx="3" presStyleCnt="5"/>
      <dgm:spPr/>
    </dgm:pt>
    <dgm:pt modelId="{DF1C592A-31BE-4513-B7C8-9B4935FBA80E}" type="pres">
      <dgm:prSet presAssocID="{CC3ADAD3-DCA4-4882-9F25-CB3BC37BF9E4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9F85AE5F-3973-45C1-89BC-AF58B045417A}" type="pres">
      <dgm:prSet presAssocID="{CC3ADAD3-DCA4-4882-9F25-CB3BC37BF9E4}" presName="negativeSpace" presStyleCnt="0"/>
      <dgm:spPr/>
    </dgm:pt>
    <dgm:pt modelId="{5C93F3EC-08FA-4818-9392-5DF34EF5BC6F}" type="pres">
      <dgm:prSet presAssocID="{CC3ADAD3-DCA4-4882-9F25-CB3BC37BF9E4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0A266C0D-80A3-42A0-A067-AF65BBF76901}" type="presOf" srcId="{CC3ADAD3-DCA4-4882-9F25-CB3BC37BF9E4}" destId="{DF1C592A-31BE-4513-B7C8-9B4935FBA80E}" srcOrd="1" destOrd="0" presId="urn:microsoft.com/office/officeart/2005/8/layout/list1"/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59AA4634-CC61-4786-810D-955D04FE2003}" type="presOf" srcId="{A00776F9-260F-480A-92D8-178D227E0559}" destId="{DC5B7833-A7CD-46DB-A05C-EFD7F795D173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73CCF84C-FE38-4CCD-8F1B-841BACFE0B3C}" srcId="{94BAFB6B-B720-4BB5-A81F-76FB916DFE7C}" destId="{A00776F9-260F-480A-92D8-178D227E0559}" srcOrd="0" destOrd="0" parTransId="{E3BD2F3B-9379-4A3A-B0A1-C7B531A335EC}" sibTransId="{ED696679-E027-461A-94C4-780284D7F7B8}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082D0683-2C00-48EB-9553-02142F423973}" type="presOf" srcId="{A00776F9-260F-480A-92D8-178D227E0559}" destId="{B8055738-835B-4AA4-AEE8-7EF5D64841A1}" srcOrd="1" destOrd="0" presId="urn:microsoft.com/office/officeart/2005/8/layout/list1"/>
    <dgm:cxn modelId="{0CA28E84-1325-4FBF-9FB9-2463C43B1B3A}" srcId="{94BAFB6B-B720-4BB5-A81F-76FB916DFE7C}" destId="{CC3ADAD3-DCA4-4882-9F25-CB3BC37BF9E4}" srcOrd="4" destOrd="0" parTransId="{9E6E177B-F6E8-4C79-8B25-7FAB37773668}" sibTransId="{8B70D933-F6C4-46DE-8A49-053C3A11B44C}"/>
    <dgm:cxn modelId="{4F3B2391-0C5C-4440-A25C-0C044666E9DA}" srcId="{94BAFB6B-B720-4BB5-A81F-76FB916DFE7C}" destId="{291AE741-19A1-4F21-9908-E9000469EA59}" srcOrd="1" destOrd="0" parTransId="{3DC3ECD0-E7C4-4ACF-9344-ED242BCE5304}" sibTransId="{511CAB5E-EE9A-4C7E-9510-7BD91C098721}"/>
    <dgm:cxn modelId="{74ABAFAC-BC53-4D97-ACC5-95ACF241FCE5}" type="presOf" srcId="{D4A1BE1E-4696-423C-A44C-6FB03E895CC5}" destId="{7B866710-3D9A-4C68-A547-55D9D14F4E39}" srcOrd="1" destOrd="0" presId="urn:microsoft.com/office/officeart/2005/8/layout/list1"/>
    <dgm:cxn modelId="{32688FBB-A142-427B-9197-2DF36ECC5C93}" type="presOf" srcId="{CC3ADAD3-DCA4-4882-9F25-CB3BC37BF9E4}" destId="{6207D5DB-BB48-40B7-A875-D77362EEDB5E}" srcOrd="0" destOrd="0" presId="urn:microsoft.com/office/officeart/2005/8/layout/list1"/>
    <dgm:cxn modelId="{B8C395BC-A6FD-4381-9BD0-54852F0C39D0}" srcId="{94BAFB6B-B720-4BB5-A81F-76FB916DFE7C}" destId="{E735DB4E-140C-481D-8DBC-4CD144521E46}" srcOrd="2" destOrd="0" parTransId="{AD8FC196-5885-45DC-A39D-8720DC8CA663}" sibTransId="{7292181C-9037-4B4C-A142-76296751CAA6}"/>
    <dgm:cxn modelId="{95CB73CA-D03F-4B5D-A138-B3DB9E148591}" type="presOf" srcId="{E735DB4E-140C-481D-8DBC-4CD144521E46}" destId="{6D991364-84B4-4517-8B06-9DE8DEFCF066}" srcOrd="1" destOrd="0" presId="urn:microsoft.com/office/officeart/2005/8/layout/list1"/>
    <dgm:cxn modelId="{4387F3DC-C1D1-4859-B4B2-3E4DB9ACBE43}" type="presOf" srcId="{D4A1BE1E-4696-423C-A44C-6FB03E895CC5}" destId="{8279B8B2-76F7-4A6D-92F7-3A540705EF36}" srcOrd="0" destOrd="0" presId="urn:microsoft.com/office/officeart/2005/8/layout/list1"/>
    <dgm:cxn modelId="{5EE20AEE-20BA-49E5-B041-D180456BA34A}" srcId="{94BAFB6B-B720-4BB5-A81F-76FB916DFE7C}" destId="{D4A1BE1E-4696-423C-A44C-6FB03E895CC5}" srcOrd="3" destOrd="0" parTransId="{9AF18272-0084-4DD6-8A44-DDF328F62C15}" sibTransId="{31EA58DA-96B7-4198-9864-568809ADF924}"/>
    <dgm:cxn modelId="{4160E6EF-F702-4E48-859A-093A8BB24261}" type="presOf" srcId="{E735DB4E-140C-481D-8DBC-4CD144521E46}" destId="{D6D6E822-D7A1-4290-A6FD-545E20C3B7B7}" srcOrd="0" destOrd="0" presId="urn:microsoft.com/office/officeart/2005/8/layout/list1"/>
    <dgm:cxn modelId="{1A612818-4E1F-460C-9BA4-4F3DCD34D60B}" type="presParOf" srcId="{90D2FBDF-B2F4-420E-9024-F3EB41A0152B}" destId="{57068F1E-7407-4D05-AFCA-1FE69A3E19F8}" srcOrd="0" destOrd="0" presId="urn:microsoft.com/office/officeart/2005/8/layout/list1"/>
    <dgm:cxn modelId="{06F548FD-7170-4B57-A548-D2779B87808B}" type="presParOf" srcId="{57068F1E-7407-4D05-AFCA-1FE69A3E19F8}" destId="{DC5B7833-A7CD-46DB-A05C-EFD7F795D173}" srcOrd="0" destOrd="0" presId="urn:microsoft.com/office/officeart/2005/8/layout/list1"/>
    <dgm:cxn modelId="{D7539FF6-E9A3-4BF8-94A2-3FEF3508F6FD}" type="presParOf" srcId="{57068F1E-7407-4D05-AFCA-1FE69A3E19F8}" destId="{B8055738-835B-4AA4-AEE8-7EF5D64841A1}" srcOrd="1" destOrd="0" presId="urn:microsoft.com/office/officeart/2005/8/layout/list1"/>
    <dgm:cxn modelId="{4014F6E7-A3F0-4DC9-ACB9-D03D7915664D}" type="presParOf" srcId="{90D2FBDF-B2F4-420E-9024-F3EB41A0152B}" destId="{0E4F2265-2C17-4B01-BD83-497356D1E78D}" srcOrd="1" destOrd="0" presId="urn:microsoft.com/office/officeart/2005/8/layout/list1"/>
    <dgm:cxn modelId="{038F7C81-60E8-451B-994E-4E18BA8BFF6C}" type="presParOf" srcId="{90D2FBDF-B2F4-420E-9024-F3EB41A0152B}" destId="{4E628121-7E33-40CD-B43C-3D112A49B9DE}" srcOrd="2" destOrd="0" presId="urn:microsoft.com/office/officeart/2005/8/layout/list1"/>
    <dgm:cxn modelId="{60B97DB5-B084-41FC-ACAD-05911E3DD00C}" type="presParOf" srcId="{90D2FBDF-B2F4-420E-9024-F3EB41A0152B}" destId="{5A12F493-4956-4084-AAC5-BE80816DA181}" srcOrd="3" destOrd="0" presId="urn:microsoft.com/office/officeart/2005/8/layout/list1"/>
    <dgm:cxn modelId="{DAB84800-DA25-47AB-ABAD-E0136E2A2BC1}" type="presParOf" srcId="{90D2FBDF-B2F4-420E-9024-F3EB41A0152B}" destId="{5EF2DF05-AF25-4FE0-8AD1-84139E360CAF}" srcOrd="4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5" destOrd="0" presId="urn:microsoft.com/office/officeart/2005/8/layout/list1"/>
    <dgm:cxn modelId="{3F65B61C-BF1A-4836-B45B-5DEB76731B8F}" type="presParOf" srcId="{90D2FBDF-B2F4-420E-9024-F3EB41A0152B}" destId="{F75197EA-068F-43F5-BCCF-439BB12CEED7}" srcOrd="6" destOrd="0" presId="urn:microsoft.com/office/officeart/2005/8/layout/list1"/>
    <dgm:cxn modelId="{FB266D65-F123-4D94-A8B9-C2334AE6B1DD}" type="presParOf" srcId="{90D2FBDF-B2F4-420E-9024-F3EB41A0152B}" destId="{99C7CAF7-E06F-40EB-B220-C80584D80884}" srcOrd="7" destOrd="0" presId="urn:microsoft.com/office/officeart/2005/8/layout/list1"/>
    <dgm:cxn modelId="{51982D97-80F5-48AB-A4CF-7C0FB2852EFC}" type="presParOf" srcId="{90D2FBDF-B2F4-420E-9024-F3EB41A0152B}" destId="{56AD3A75-A2C2-4061-B0DD-56F4D26BA533}" srcOrd="8" destOrd="0" presId="urn:microsoft.com/office/officeart/2005/8/layout/list1"/>
    <dgm:cxn modelId="{A94153D6-2231-40F8-AD2D-BBB92D311F4E}" type="presParOf" srcId="{56AD3A75-A2C2-4061-B0DD-56F4D26BA533}" destId="{D6D6E822-D7A1-4290-A6FD-545E20C3B7B7}" srcOrd="0" destOrd="0" presId="urn:microsoft.com/office/officeart/2005/8/layout/list1"/>
    <dgm:cxn modelId="{ABEB2093-DABF-4C3A-8CAA-1EDEDC6EA426}" type="presParOf" srcId="{56AD3A75-A2C2-4061-B0DD-56F4D26BA533}" destId="{6D991364-84B4-4517-8B06-9DE8DEFCF066}" srcOrd="1" destOrd="0" presId="urn:microsoft.com/office/officeart/2005/8/layout/list1"/>
    <dgm:cxn modelId="{CB0567AA-B94C-49BD-90E4-8F86E4B61323}" type="presParOf" srcId="{90D2FBDF-B2F4-420E-9024-F3EB41A0152B}" destId="{93EDA211-FC79-42FE-B05A-AF6F1B6524C3}" srcOrd="9" destOrd="0" presId="urn:microsoft.com/office/officeart/2005/8/layout/list1"/>
    <dgm:cxn modelId="{309C0AE8-B1E2-4DEB-98DF-F17A40EDCEFE}" type="presParOf" srcId="{90D2FBDF-B2F4-420E-9024-F3EB41A0152B}" destId="{D8C24859-03D0-4B53-A219-87CB6B4F259D}" srcOrd="10" destOrd="0" presId="urn:microsoft.com/office/officeart/2005/8/layout/list1"/>
    <dgm:cxn modelId="{3D23A581-8248-4723-98E7-69D42EF18A8E}" type="presParOf" srcId="{90D2FBDF-B2F4-420E-9024-F3EB41A0152B}" destId="{1EC9B2B2-A18E-4539-BB47-01EAB5805758}" srcOrd="11" destOrd="0" presId="urn:microsoft.com/office/officeart/2005/8/layout/list1"/>
    <dgm:cxn modelId="{C6425EF9-424A-434F-98E6-E79A45BA9E8D}" type="presParOf" srcId="{90D2FBDF-B2F4-420E-9024-F3EB41A0152B}" destId="{ED635716-E6D8-4C3D-9480-AAC680DDBFB8}" srcOrd="12" destOrd="0" presId="urn:microsoft.com/office/officeart/2005/8/layout/list1"/>
    <dgm:cxn modelId="{4C77270F-43AA-41B8-AFF8-53A2422F86BF}" type="presParOf" srcId="{ED635716-E6D8-4C3D-9480-AAC680DDBFB8}" destId="{8279B8B2-76F7-4A6D-92F7-3A540705EF36}" srcOrd="0" destOrd="0" presId="urn:microsoft.com/office/officeart/2005/8/layout/list1"/>
    <dgm:cxn modelId="{D1EE24BA-5050-46C1-A8D1-EFEF9AEB9B50}" type="presParOf" srcId="{ED635716-E6D8-4C3D-9480-AAC680DDBFB8}" destId="{7B866710-3D9A-4C68-A547-55D9D14F4E39}" srcOrd="1" destOrd="0" presId="urn:microsoft.com/office/officeart/2005/8/layout/list1"/>
    <dgm:cxn modelId="{15317C1A-FB37-4B97-BB39-5CFD619191B0}" type="presParOf" srcId="{90D2FBDF-B2F4-420E-9024-F3EB41A0152B}" destId="{C546A612-056A-4B6F-9246-B7623594E891}" srcOrd="13" destOrd="0" presId="urn:microsoft.com/office/officeart/2005/8/layout/list1"/>
    <dgm:cxn modelId="{34C3CCA6-5821-40C5-B78C-E237DC674601}" type="presParOf" srcId="{90D2FBDF-B2F4-420E-9024-F3EB41A0152B}" destId="{28D1C538-090C-4536-A46D-7CCBF46EA799}" srcOrd="14" destOrd="0" presId="urn:microsoft.com/office/officeart/2005/8/layout/list1"/>
    <dgm:cxn modelId="{1D7200CC-7EC0-4BA6-8858-59BC9232EB1F}" type="presParOf" srcId="{90D2FBDF-B2F4-420E-9024-F3EB41A0152B}" destId="{E3638896-1F17-49A2-89D6-4CABA3E9268D}" srcOrd="15" destOrd="0" presId="urn:microsoft.com/office/officeart/2005/8/layout/list1"/>
    <dgm:cxn modelId="{4218DF86-509D-4C6C-8790-BCA12422985A}" type="presParOf" srcId="{90D2FBDF-B2F4-420E-9024-F3EB41A0152B}" destId="{CF794B62-1852-4954-BC86-97744D61E347}" srcOrd="16" destOrd="0" presId="urn:microsoft.com/office/officeart/2005/8/layout/list1"/>
    <dgm:cxn modelId="{32A8EC3B-9602-419D-997C-8F3F16695105}" type="presParOf" srcId="{CF794B62-1852-4954-BC86-97744D61E347}" destId="{6207D5DB-BB48-40B7-A875-D77362EEDB5E}" srcOrd="0" destOrd="0" presId="urn:microsoft.com/office/officeart/2005/8/layout/list1"/>
    <dgm:cxn modelId="{4590CDB3-A9FD-4424-BDBE-0F0B70CDB798}" type="presParOf" srcId="{CF794B62-1852-4954-BC86-97744D61E347}" destId="{DF1C592A-31BE-4513-B7C8-9B4935FBA80E}" srcOrd="1" destOrd="0" presId="urn:microsoft.com/office/officeart/2005/8/layout/list1"/>
    <dgm:cxn modelId="{6D383D98-497C-4375-AFB7-CE39697FE058}" type="presParOf" srcId="{90D2FBDF-B2F4-420E-9024-F3EB41A0152B}" destId="{9F85AE5F-3973-45C1-89BC-AF58B045417A}" srcOrd="17" destOrd="0" presId="urn:microsoft.com/office/officeart/2005/8/layout/list1"/>
    <dgm:cxn modelId="{E88350AB-B1AF-4143-904B-042745673A96}" type="presParOf" srcId="{90D2FBDF-B2F4-420E-9024-F3EB41A0152B}" destId="{5C93F3EC-08FA-4818-9392-5DF34EF5BC6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CGfsb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，格式化漏洞</a:t>
          </a: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获取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flag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A00776F9-260F-480A-92D8-178D227E05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攻防世界</a:t>
          </a:r>
        </a:p>
      </dgm:t>
    </dgm:pt>
    <dgm:pt modelId="{E3BD2F3B-9379-4A3A-B0A1-C7B531A335EC}" type="par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ED696679-E027-461A-94C4-780284D7F7B8}" type="sib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7068F1E-7407-4D05-AFCA-1FE69A3E19F8}" type="pres">
      <dgm:prSet presAssocID="{A00776F9-260F-480A-92D8-178D227E0559}" presName="parentLin" presStyleCnt="0"/>
      <dgm:spPr/>
    </dgm:pt>
    <dgm:pt modelId="{DC5B7833-A7CD-46DB-A05C-EFD7F795D173}" type="pres">
      <dgm:prSet presAssocID="{A00776F9-260F-480A-92D8-178D227E0559}" presName="parentLeftMargin" presStyleLbl="node1" presStyleIdx="0" presStyleCnt="3"/>
      <dgm:spPr/>
    </dgm:pt>
    <dgm:pt modelId="{B8055738-835B-4AA4-AEE8-7EF5D64841A1}" type="pres">
      <dgm:prSet presAssocID="{A00776F9-260F-480A-92D8-178D227E05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E4F2265-2C17-4B01-BD83-497356D1E78D}" type="pres">
      <dgm:prSet presAssocID="{A00776F9-260F-480A-92D8-178D227E0559}" presName="negativeSpace" presStyleCnt="0"/>
      <dgm:spPr/>
    </dgm:pt>
    <dgm:pt modelId="{4E628121-7E33-40CD-B43C-3D112A49B9DE}" type="pres">
      <dgm:prSet presAssocID="{A00776F9-260F-480A-92D8-178D227E0559}" presName="childText" presStyleLbl="conFgAcc1" presStyleIdx="0" presStyleCnt="3">
        <dgm:presLayoutVars>
          <dgm:bulletEnabled val="1"/>
        </dgm:presLayoutVars>
      </dgm:prSet>
      <dgm:spPr/>
    </dgm:pt>
    <dgm:pt modelId="{5A12F493-4956-4084-AAC5-BE80816DA181}" type="pres">
      <dgm:prSet presAssocID="{ED696679-E027-461A-94C4-780284D7F7B8}" presName="spaceBetweenRectangles" presStyleCnt="0"/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3"/>
      <dgm:spPr/>
    </dgm:pt>
    <dgm:pt modelId="{A4DBA456-5C7E-44C4-A4EC-3CEC69B98C85}" type="pres">
      <dgm:prSet presAssocID="{291AE741-19A1-4F21-9908-E9000469EA5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1" presStyleCnt="3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1" presStyleCnt="3"/>
      <dgm:spPr/>
    </dgm:pt>
    <dgm:pt modelId="{0BA4B5E1-DED6-4BF7-B3BD-0050AC25C2F9}" type="pres">
      <dgm:prSet presAssocID="{1C1EB755-94AC-49E2-9FC6-06DD3F3C94A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59AA4634-CC61-4786-810D-955D04FE2003}" type="presOf" srcId="{A00776F9-260F-480A-92D8-178D227E0559}" destId="{DC5B7833-A7CD-46DB-A05C-EFD7F795D173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73CCF84C-FE38-4CCD-8F1B-841BACFE0B3C}" srcId="{94BAFB6B-B720-4BB5-A81F-76FB916DFE7C}" destId="{A00776F9-260F-480A-92D8-178D227E0559}" srcOrd="0" destOrd="0" parTransId="{E3BD2F3B-9379-4A3A-B0A1-C7B531A335EC}" sibTransId="{ED696679-E027-461A-94C4-780284D7F7B8}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082D0683-2C00-48EB-9553-02142F423973}" type="presOf" srcId="{A00776F9-260F-480A-92D8-178D227E0559}" destId="{B8055738-835B-4AA4-AEE8-7EF5D64841A1}" srcOrd="1" destOrd="0" presId="urn:microsoft.com/office/officeart/2005/8/layout/list1"/>
    <dgm:cxn modelId="{A7494B86-41A2-403D-A80E-7E0A3B76FD4A}" srcId="{94BAFB6B-B720-4BB5-A81F-76FB916DFE7C}" destId="{1C1EB755-94AC-49E2-9FC6-06DD3F3C94A7}" srcOrd="2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1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1A612818-4E1F-460C-9BA4-4F3DCD34D60B}" type="presParOf" srcId="{90D2FBDF-B2F4-420E-9024-F3EB41A0152B}" destId="{57068F1E-7407-4D05-AFCA-1FE69A3E19F8}" srcOrd="0" destOrd="0" presId="urn:microsoft.com/office/officeart/2005/8/layout/list1"/>
    <dgm:cxn modelId="{06F548FD-7170-4B57-A548-D2779B87808B}" type="presParOf" srcId="{57068F1E-7407-4D05-AFCA-1FE69A3E19F8}" destId="{DC5B7833-A7CD-46DB-A05C-EFD7F795D173}" srcOrd="0" destOrd="0" presId="urn:microsoft.com/office/officeart/2005/8/layout/list1"/>
    <dgm:cxn modelId="{D7539FF6-E9A3-4BF8-94A2-3FEF3508F6FD}" type="presParOf" srcId="{57068F1E-7407-4D05-AFCA-1FE69A3E19F8}" destId="{B8055738-835B-4AA4-AEE8-7EF5D64841A1}" srcOrd="1" destOrd="0" presId="urn:microsoft.com/office/officeart/2005/8/layout/list1"/>
    <dgm:cxn modelId="{4014F6E7-A3F0-4DC9-ACB9-D03D7915664D}" type="presParOf" srcId="{90D2FBDF-B2F4-420E-9024-F3EB41A0152B}" destId="{0E4F2265-2C17-4B01-BD83-497356D1E78D}" srcOrd="1" destOrd="0" presId="urn:microsoft.com/office/officeart/2005/8/layout/list1"/>
    <dgm:cxn modelId="{038F7C81-60E8-451B-994E-4E18BA8BFF6C}" type="presParOf" srcId="{90D2FBDF-B2F4-420E-9024-F3EB41A0152B}" destId="{4E628121-7E33-40CD-B43C-3D112A49B9DE}" srcOrd="2" destOrd="0" presId="urn:microsoft.com/office/officeart/2005/8/layout/list1"/>
    <dgm:cxn modelId="{60B97DB5-B084-41FC-ACAD-05911E3DD00C}" type="presParOf" srcId="{90D2FBDF-B2F4-420E-9024-F3EB41A0152B}" destId="{5A12F493-4956-4084-AAC5-BE80816DA181}" srcOrd="3" destOrd="0" presId="urn:microsoft.com/office/officeart/2005/8/layout/list1"/>
    <dgm:cxn modelId="{DAB84800-DA25-47AB-ABAD-E0136E2A2BC1}" type="presParOf" srcId="{90D2FBDF-B2F4-420E-9024-F3EB41A0152B}" destId="{5EF2DF05-AF25-4FE0-8AD1-84139E360CAF}" srcOrd="4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5" destOrd="0" presId="urn:microsoft.com/office/officeart/2005/8/layout/list1"/>
    <dgm:cxn modelId="{3F65B61C-BF1A-4836-B45B-5DEB76731B8F}" type="presParOf" srcId="{90D2FBDF-B2F4-420E-9024-F3EB41A0152B}" destId="{F75197EA-068F-43F5-BCCF-439BB12CEED7}" srcOrd="6" destOrd="0" presId="urn:microsoft.com/office/officeart/2005/8/layout/list1"/>
    <dgm:cxn modelId="{70C5EAF9-331A-4BCE-B53C-511A37B6591F}" type="presParOf" srcId="{90D2FBDF-B2F4-420E-9024-F3EB41A0152B}" destId="{23B6C78F-ACBF-4924-845E-FAFDDB447D18}" srcOrd="7" destOrd="0" presId="urn:microsoft.com/office/officeart/2005/8/layout/list1"/>
    <dgm:cxn modelId="{4B78A635-9C2B-450E-809B-3E56EDB62D7A}" type="presParOf" srcId="{90D2FBDF-B2F4-420E-9024-F3EB41A0152B}" destId="{96651B9B-6C65-41F0-9811-3A92A86C4778}" srcOrd="8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9" destOrd="0" presId="urn:microsoft.com/office/officeart/2005/8/layout/list1"/>
    <dgm:cxn modelId="{D0ADAD0E-F17B-4C7B-9EFA-CF83FC6DC5E1}" type="presParOf" srcId="{90D2FBDF-B2F4-420E-9024-F3EB41A0152B}" destId="{AE2F4F9B-4191-4658-9C0B-0D47EF65352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输入信息直接输出</a:t>
          </a: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敏感函数</a:t>
          </a:r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printf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A00776F9-260F-480A-92D8-178D227E05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一、</a:t>
          </a:r>
          <a:r>
            <a:rPr lang="zh-CN" altLang="en-US" sz="18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查找漏洞点</a:t>
          </a:r>
        </a:p>
      </dgm:t>
    </dgm:pt>
    <dgm:pt modelId="{E3BD2F3B-9379-4A3A-B0A1-C7B531A335EC}" type="par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ED696679-E027-461A-94C4-780284D7F7B8}" type="sib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7068F1E-7407-4D05-AFCA-1FE69A3E19F8}" type="pres">
      <dgm:prSet presAssocID="{A00776F9-260F-480A-92D8-178D227E0559}" presName="parentLin" presStyleCnt="0"/>
      <dgm:spPr/>
    </dgm:pt>
    <dgm:pt modelId="{DC5B7833-A7CD-46DB-A05C-EFD7F795D173}" type="pres">
      <dgm:prSet presAssocID="{A00776F9-260F-480A-92D8-178D227E0559}" presName="parentLeftMargin" presStyleLbl="node1" presStyleIdx="0" presStyleCnt="3"/>
      <dgm:spPr/>
    </dgm:pt>
    <dgm:pt modelId="{B8055738-835B-4AA4-AEE8-7EF5D64841A1}" type="pres">
      <dgm:prSet presAssocID="{A00776F9-260F-480A-92D8-178D227E05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E4F2265-2C17-4B01-BD83-497356D1E78D}" type="pres">
      <dgm:prSet presAssocID="{A00776F9-260F-480A-92D8-178D227E0559}" presName="negativeSpace" presStyleCnt="0"/>
      <dgm:spPr/>
    </dgm:pt>
    <dgm:pt modelId="{4E628121-7E33-40CD-B43C-3D112A49B9DE}" type="pres">
      <dgm:prSet presAssocID="{A00776F9-260F-480A-92D8-178D227E0559}" presName="childText" presStyleLbl="conFgAcc1" presStyleIdx="0" presStyleCnt="3">
        <dgm:presLayoutVars>
          <dgm:bulletEnabled val="1"/>
        </dgm:presLayoutVars>
      </dgm:prSet>
      <dgm:spPr/>
    </dgm:pt>
    <dgm:pt modelId="{5A12F493-4956-4084-AAC5-BE80816DA181}" type="pres">
      <dgm:prSet presAssocID="{ED696679-E027-461A-94C4-780284D7F7B8}" presName="spaceBetweenRectangles" presStyleCnt="0"/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3"/>
      <dgm:spPr/>
    </dgm:pt>
    <dgm:pt modelId="{A4DBA456-5C7E-44C4-A4EC-3CEC69B98C85}" type="pres">
      <dgm:prSet presAssocID="{291AE741-19A1-4F21-9908-E9000469EA5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1" presStyleCnt="3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1" presStyleCnt="3"/>
      <dgm:spPr/>
    </dgm:pt>
    <dgm:pt modelId="{0BA4B5E1-DED6-4BF7-B3BD-0050AC25C2F9}" type="pres">
      <dgm:prSet presAssocID="{1C1EB755-94AC-49E2-9FC6-06DD3F3C94A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59AA4634-CC61-4786-810D-955D04FE2003}" type="presOf" srcId="{A00776F9-260F-480A-92D8-178D227E0559}" destId="{DC5B7833-A7CD-46DB-A05C-EFD7F795D173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73CCF84C-FE38-4CCD-8F1B-841BACFE0B3C}" srcId="{94BAFB6B-B720-4BB5-A81F-76FB916DFE7C}" destId="{A00776F9-260F-480A-92D8-178D227E0559}" srcOrd="0" destOrd="0" parTransId="{E3BD2F3B-9379-4A3A-B0A1-C7B531A335EC}" sibTransId="{ED696679-E027-461A-94C4-780284D7F7B8}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082D0683-2C00-48EB-9553-02142F423973}" type="presOf" srcId="{A00776F9-260F-480A-92D8-178D227E0559}" destId="{B8055738-835B-4AA4-AEE8-7EF5D64841A1}" srcOrd="1" destOrd="0" presId="urn:microsoft.com/office/officeart/2005/8/layout/list1"/>
    <dgm:cxn modelId="{A7494B86-41A2-403D-A80E-7E0A3B76FD4A}" srcId="{94BAFB6B-B720-4BB5-A81F-76FB916DFE7C}" destId="{1C1EB755-94AC-49E2-9FC6-06DD3F3C94A7}" srcOrd="2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1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1A612818-4E1F-460C-9BA4-4F3DCD34D60B}" type="presParOf" srcId="{90D2FBDF-B2F4-420E-9024-F3EB41A0152B}" destId="{57068F1E-7407-4D05-AFCA-1FE69A3E19F8}" srcOrd="0" destOrd="0" presId="urn:microsoft.com/office/officeart/2005/8/layout/list1"/>
    <dgm:cxn modelId="{06F548FD-7170-4B57-A548-D2779B87808B}" type="presParOf" srcId="{57068F1E-7407-4D05-AFCA-1FE69A3E19F8}" destId="{DC5B7833-A7CD-46DB-A05C-EFD7F795D173}" srcOrd="0" destOrd="0" presId="urn:microsoft.com/office/officeart/2005/8/layout/list1"/>
    <dgm:cxn modelId="{D7539FF6-E9A3-4BF8-94A2-3FEF3508F6FD}" type="presParOf" srcId="{57068F1E-7407-4D05-AFCA-1FE69A3E19F8}" destId="{B8055738-835B-4AA4-AEE8-7EF5D64841A1}" srcOrd="1" destOrd="0" presId="urn:microsoft.com/office/officeart/2005/8/layout/list1"/>
    <dgm:cxn modelId="{4014F6E7-A3F0-4DC9-ACB9-D03D7915664D}" type="presParOf" srcId="{90D2FBDF-B2F4-420E-9024-F3EB41A0152B}" destId="{0E4F2265-2C17-4B01-BD83-497356D1E78D}" srcOrd="1" destOrd="0" presId="urn:microsoft.com/office/officeart/2005/8/layout/list1"/>
    <dgm:cxn modelId="{038F7C81-60E8-451B-994E-4E18BA8BFF6C}" type="presParOf" srcId="{90D2FBDF-B2F4-420E-9024-F3EB41A0152B}" destId="{4E628121-7E33-40CD-B43C-3D112A49B9DE}" srcOrd="2" destOrd="0" presId="urn:microsoft.com/office/officeart/2005/8/layout/list1"/>
    <dgm:cxn modelId="{60B97DB5-B084-41FC-ACAD-05911E3DD00C}" type="presParOf" srcId="{90D2FBDF-B2F4-420E-9024-F3EB41A0152B}" destId="{5A12F493-4956-4084-AAC5-BE80816DA181}" srcOrd="3" destOrd="0" presId="urn:microsoft.com/office/officeart/2005/8/layout/list1"/>
    <dgm:cxn modelId="{DAB84800-DA25-47AB-ABAD-E0136E2A2BC1}" type="presParOf" srcId="{90D2FBDF-B2F4-420E-9024-F3EB41A0152B}" destId="{5EF2DF05-AF25-4FE0-8AD1-84139E360CAF}" srcOrd="4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5" destOrd="0" presId="urn:microsoft.com/office/officeart/2005/8/layout/list1"/>
    <dgm:cxn modelId="{3F65B61C-BF1A-4836-B45B-5DEB76731B8F}" type="presParOf" srcId="{90D2FBDF-B2F4-420E-9024-F3EB41A0152B}" destId="{F75197EA-068F-43F5-BCCF-439BB12CEED7}" srcOrd="6" destOrd="0" presId="urn:microsoft.com/office/officeart/2005/8/layout/list1"/>
    <dgm:cxn modelId="{70C5EAF9-331A-4BCE-B53C-511A37B6591F}" type="presParOf" srcId="{90D2FBDF-B2F4-420E-9024-F3EB41A0152B}" destId="{23B6C78F-ACBF-4924-845E-FAFDDB447D18}" srcOrd="7" destOrd="0" presId="urn:microsoft.com/office/officeart/2005/8/layout/list1"/>
    <dgm:cxn modelId="{4B78A635-9C2B-450E-809B-3E56EDB62D7A}" type="presParOf" srcId="{90D2FBDF-B2F4-420E-9024-F3EB41A0152B}" destId="{96651B9B-6C65-41F0-9811-3A92A86C4778}" srcOrd="8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9" destOrd="0" presId="urn:microsoft.com/office/officeart/2005/8/layout/list1"/>
    <dgm:cxn modelId="{D0ADAD0E-F17B-4C7B-9EFA-CF83FC6DC5E1}" type="presParOf" srcId="{90D2FBDF-B2F4-420E-9024-F3EB41A0152B}" destId="{AE2F4F9B-4191-4658-9C0B-0D47EF65352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变量</a:t>
          </a:r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pwnme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值为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8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满足则执行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cat flag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A00776F9-260F-480A-92D8-178D227E05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二、</a:t>
          </a:r>
          <a:r>
            <a:rPr lang="zh-CN" altLang="en-US" sz="18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破解条件</a:t>
          </a:r>
        </a:p>
      </dgm:t>
    </dgm:pt>
    <dgm:pt modelId="{E3BD2F3B-9379-4A3A-B0A1-C7B531A335EC}" type="par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ED696679-E027-461A-94C4-780284D7F7B8}" type="sib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7068F1E-7407-4D05-AFCA-1FE69A3E19F8}" type="pres">
      <dgm:prSet presAssocID="{A00776F9-260F-480A-92D8-178D227E0559}" presName="parentLin" presStyleCnt="0"/>
      <dgm:spPr/>
    </dgm:pt>
    <dgm:pt modelId="{DC5B7833-A7CD-46DB-A05C-EFD7F795D173}" type="pres">
      <dgm:prSet presAssocID="{A00776F9-260F-480A-92D8-178D227E0559}" presName="parentLeftMargin" presStyleLbl="node1" presStyleIdx="0" presStyleCnt="3"/>
      <dgm:spPr/>
    </dgm:pt>
    <dgm:pt modelId="{B8055738-835B-4AA4-AEE8-7EF5D64841A1}" type="pres">
      <dgm:prSet presAssocID="{A00776F9-260F-480A-92D8-178D227E05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E4F2265-2C17-4B01-BD83-497356D1E78D}" type="pres">
      <dgm:prSet presAssocID="{A00776F9-260F-480A-92D8-178D227E0559}" presName="negativeSpace" presStyleCnt="0"/>
      <dgm:spPr/>
    </dgm:pt>
    <dgm:pt modelId="{4E628121-7E33-40CD-B43C-3D112A49B9DE}" type="pres">
      <dgm:prSet presAssocID="{A00776F9-260F-480A-92D8-178D227E0559}" presName="childText" presStyleLbl="conFgAcc1" presStyleIdx="0" presStyleCnt="3">
        <dgm:presLayoutVars>
          <dgm:bulletEnabled val="1"/>
        </dgm:presLayoutVars>
      </dgm:prSet>
      <dgm:spPr/>
    </dgm:pt>
    <dgm:pt modelId="{5A12F493-4956-4084-AAC5-BE80816DA181}" type="pres">
      <dgm:prSet presAssocID="{ED696679-E027-461A-94C4-780284D7F7B8}" presName="spaceBetweenRectangles" presStyleCnt="0"/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3"/>
      <dgm:spPr/>
    </dgm:pt>
    <dgm:pt modelId="{A4DBA456-5C7E-44C4-A4EC-3CEC69B98C85}" type="pres">
      <dgm:prSet presAssocID="{291AE741-19A1-4F21-9908-E9000469EA5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1" presStyleCnt="3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1" presStyleCnt="3"/>
      <dgm:spPr/>
    </dgm:pt>
    <dgm:pt modelId="{0BA4B5E1-DED6-4BF7-B3BD-0050AC25C2F9}" type="pres">
      <dgm:prSet presAssocID="{1C1EB755-94AC-49E2-9FC6-06DD3F3C94A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59AA4634-CC61-4786-810D-955D04FE2003}" type="presOf" srcId="{A00776F9-260F-480A-92D8-178D227E0559}" destId="{DC5B7833-A7CD-46DB-A05C-EFD7F795D173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73CCF84C-FE38-4CCD-8F1B-841BACFE0B3C}" srcId="{94BAFB6B-B720-4BB5-A81F-76FB916DFE7C}" destId="{A00776F9-260F-480A-92D8-178D227E0559}" srcOrd="0" destOrd="0" parTransId="{E3BD2F3B-9379-4A3A-B0A1-C7B531A335EC}" sibTransId="{ED696679-E027-461A-94C4-780284D7F7B8}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082D0683-2C00-48EB-9553-02142F423973}" type="presOf" srcId="{A00776F9-260F-480A-92D8-178D227E0559}" destId="{B8055738-835B-4AA4-AEE8-7EF5D64841A1}" srcOrd="1" destOrd="0" presId="urn:microsoft.com/office/officeart/2005/8/layout/list1"/>
    <dgm:cxn modelId="{A7494B86-41A2-403D-A80E-7E0A3B76FD4A}" srcId="{94BAFB6B-B720-4BB5-A81F-76FB916DFE7C}" destId="{1C1EB755-94AC-49E2-9FC6-06DD3F3C94A7}" srcOrd="2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1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1A612818-4E1F-460C-9BA4-4F3DCD34D60B}" type="presParOf" srcId="{90D2FBDF-B2F4-420E-9024-F3EB41A0152B}" destId="{57068F1E-7407-4D05-AFCA-1FE69A3E19F8}" srcOrd="0" destOrd="0" presId="urn:microsoft.com/office/officeart/2005/8/layout/list1"/>
    <dgm:cxn modelId="{06F548FD-7170-4B57-A548-D2779B87808B}" type="presParOf" srcId="{57068F1E-7407-4D05-AFCA-1FE69A3E19F8}" destId="{DC5B7833-A7CD-46DB-A05C-EFD7F795D173}" srcOrd="0" destOrd="0" presId="urn:microsoft.com/office/officeart/2005/8/layout/list1"/>
    <dgm:cxn modelId="{D7539FF6-E9A3-4BF8-94A2-3FEF3508F6FD}" type="presParOf" srcId="{57068F1E-7407-4D05-AFCA-1FE69A3E19F8}" destId="{B8055738-835B-4AA4-AEE8-7EF5D64841A1}" srcOrd="1" destOrd="0" presId="urn:microsoft.com/office/officeart/2005/8/layout/list1"/>
    <dgm:cxn modelId="{4014F6E7-A3F0-4DC9-ACB9-D03D7915664D}" type="presParOf" srcId="{90D2FBDF-B2F4-420E-9024-F3EB41A0152B}" destId="{0E4F2265-2C17-4B01-BD83-497356D1E78D}" srcOrd="1" destOrd="0" presId="urn:microsoft.com/office/officeart/2005/8/layout/list1"/>
    <dgm:cxn modelId="{038F7C81-60E8-451B-994E-4E18BA8BFF6C}" type="presParOf" srcId="{90D2FBDF-B2F4-420E-9024-F3EB41A0152B}" destId="{4E628121-7E33-40CD-B43C-3D112A49B9DE}" srcOrd="2" destOrd="0" presId="urn:microsoft.com/office/officeart/2005/8/layout/list1"/>
    <dgm:cxn modelId="{60B97DB5-B084-41FC-ACAD-05911E3DD00C}" type="presParOf" srcId="{90D2FBDF-B2F4-420E-9024-F3EB41A0152B}" destId="{5A12F493-4956-4084-AAC5-BE80816DA181}" srcOrd="3" destOrd="0" presId="urn:microsoft.com/office/officeart/2005/8/layout/list1"/>
    <dgm:cxn modelId="{DAB84800-DA25-47AB-ABAD-E0136E2A2BC1}" type="presParOf" srcId="{90D2FBDF-B2F4-420E-9024-F3EB41A0152B}" destId="{5EF2DF05-AF25-4FE0-8AD1-84139E360CAF}" srcOrd="4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5" destOrd="0" presId="urn:microsoft.com/office/officeart/2005/8/layout/list1"/>
    <dgm:cxn modelId="{3F65B61C-BF1A-4836-B45B-5DEB76731B8F}" type="presParOf" srcId="{90D2FBDF-B2F4-420E-9024-F3EB41A0152B}" destId="{F75197EA-068F-43F5-BCCF-439BB12CEED7}" srcOrd="6" destOrd="0" presId="urn:microsoft.com/office/officeart/2005/8/layout/list1"/>
    <dgm:cxn modelId="{70C5EAF9-331A-4BCE-B53C-511A37B6591F}" type="presParOf" srcId="{90D2FBDF-B2F4-420E-9024-F3EB41A0152B}" destId="{23B6C78F-ACBF-4924-845E-FAFDDB447D18}" srcOrd="7" destOrd="0" presId="urn:microsoft.com/office/officeart/2005/8/layout/list1"/>
    <dgm:cxn modelId="{4B78A635-9C2B-450E-809B-3E56EDB62D7A}" type="presParOf" srcId="{90D2FBDF-B2F4-420E-9024-F3EB41A0152B}" destId="{96651B9B-6C65-41F0-9811-3A92A86C4778}" srcOrd="8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9" destOrd="0" presId="urn:microsoft.com/office/officeart/2005/8/layout/list1"/>
    <dgm:cxn modelId="{D0ADAD0E-F17B-4C7B-9EFA-CF83FC6DC5E1}" type="presParOf" srcId="{90D2FBDF-B2F4-420E-9024-F3EB41A0152B}" destId="{AE2F4F9B-4191-4658-9C0B-0D47EF65352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输入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AAAA-%08x…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根据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41414141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位置确定偏移量为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10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A00776F9-260F-480A-92D8-178D227E05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三、</a:t>
          </a:r>
          <a:r>
            <a:rPr lang="zh-CN" altLang="en-US" sz="18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确定偏移量</a:t>
          </a:r>
        </a:p>
      </dgm:t>
    </dgm:pt>
    <dgm:pt modelId="{E3BD2F3B-9379-4A3A-B0A1-C7B531A335EC}" type="par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ED696679-E027-461A-94C4-780284D7F7B8}" type="sib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7068F1E-7407-4D05-AFCA-1FE69A3E19F8}" type="pres">
      <dgm:prSet presAssocID="{A00776F9-260F-480A-92D8-178D227E0559}" presName="parentLin" presStyleCnt="0"/>
      <dgm:spPr/>
    </dgm:pt>
    <dgm:pt modelId="{DC5B7833-A7CD-46DB-A05C-EFD7F795D173}" type="pres">
      <dgm:prSet presAssocID="{A00776F9-260F-480A-92D8-178D227E0559}" presName="parentLeftMargin" presStyleLbl="node1" presStyleIdx="0" presStyleCnt="3"/>
      <dgm:spPr/>
    </dgm:pt>
    <dgm:pt modelId="{B8055738-835B-4AA4-AEE8-7EF5D64841A1}" type="pres">
      <dgm:prSet presAssocID="{A00776F9-260F-480A-92D8-178D227E05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E4F2265-2C17-4B01-BD83-497356D1E78D}" type="pres">
      <dgm:prSet presAssocID="{A00776F9-260F-480A-92D8-178D227E0559}" presName="negativeSpace" presStyleCnt="0"/>
      <dgm:spPr/>
    </dgm:pt>
    <dgm:pt modelId="{4E628121-7E33-40CD-B43C-3D112A49B9DE}" type="pres">
      <dgm:prSet presAssocID="{A00776F9-260F-480A-92D8-178D227E0559}" presName="childText" presStyleLbl="conFgAcc1" presStyleIdx="0" presStyleCnt="3">
        <dgm:presLayoutVars>
          <dgm:bulletEnabled val="1"/>
        </dgm:presLayoutVars>
      </dgm:prSet>
      <dgm:spPr/>
    </dgm:pt>
    <dgm:pt modelId="{5A12F493-4956-4084-AAC5-BE80816DA181}" type="pres">
      <dgm:prSet presAssocID="{ED696679-E027-461A-94C4-780284D7F7B8}" presName="spaceBetweenRectangles" presStyleCnt="0"/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3"/>
      <dgm:spPr/>
    </dgm:pt>
    <dgm:pt modelId="{A4DBA456-5C7E-44C4-A4EC-3CEC69B98C85}" type="pres">
      <dgm:prSet presAssocID="{291AE741-19A1-4F21-9908-E9000469EA5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1" presStyleCnt="3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1" presStyleCnt="3"/>
      <dgm:spPr/>
    </dgm:pt>
    <dgm:pt modelId="{0BA4B5E1-DED6-4BF7-B3BD-0050AC25C2F9}" type="pres">
      <dgm:prSet presAssocID="{1C1EB755-94AC-49E2-9FC6-06DD3F3C94A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59AA4634-CC61-4786-810D-955D04FE2003}" type="presOf" srcId="{A00776F9-260F-480A-92D8-178D227E0559}" destId="{DC5B7833-A7CD-46DB-A05C-EFD7F795D173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73CCF84C-FE38-4CCD-8F1B-841BACFE0B3C}" srcId="{94BAFB6B-B720-4BB5-A81F-76FB916DFE7C}" destId="{A00776F9-260F-480A-92D8-178D227E0559}" srcOrd="0" destOrd="0" parTransId="{E3BD2F3B-9379-4A3A-B0A1-C7B531A335EC}" sibTransId="{ED696679-E027-461A-94C4-780284D7F7B8}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082D0683-2C00-48EB-9553-02142F423973}" type="presOf" srcId="{A00776F9-260F-480A-92D8-178D227E0559}" destId="{B8055738-835B-4AA4-AEE8-7EF5D64841A1}" srcOrd="1" destOrd="0" presId="urn:microsoft.com/office/officeart/2005/8/layout/list1"/>
    <dgm:cxn modelId="{A7494B86-41A2-403D-A80E-7E0A3B76FD4A}" srcId="{94BAFB6B-B720-4BB5-A81F-76FB916DFE7C}" destId="{1C1EB755-94AC-49E2-9FC6-06DD3F3C94A7}" srcOrd="2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1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1A612818-4E1F-460C-9BA4-4F3DCD34D60B}" type="presParOf" srcId="{90D2FBDF-B2F4-420E-9024-F3EB41A0152B}" destId="{57068F1E-7407-4D05-AFCA-1FE69A3E19F8}" srcOrd="0" destOrd="0" presId="urn:microsoft.com/office/officeart/2005/8/layout/list1"/>
    <dgm:cxn modelId="{06F548FD-7170-4B57-A548-D2779B87808B}" type="presParOf" srcId="{57068F1E-7407-4D05-AFCA-1FE69A3E19F8}" destId="{DC5B7833-A7CD-46DB-A05C-EFD7F795D173}" srcOrd="0" destOrd="0" presId="urn:microsoft.com/office/officeart/2005/8/layout/list1"/>
    <dgm:cxn modelId="{D7539FF6-E9A3-4BF8-94A2-3FEF3508F6FD}" type="presParOf" srcId="{57068F1E-7407-4D05-AFCA-1FE69A3E19F8}" destId="{B8055738-835B-4AA4-AEE8-7EF5D64841A1}" srcOrd="1" destOrd="0" presId="urn:microsoft.com/office/officeart/2005/8/layout/list1"/>
    <dgm:cxn modelId="{4014F6E7-A3F0-4DC9-ACB9-D03D7915664D}" type="presParOf" srcId="{90D2FBDF-B2F4-420E-9024-F3EB41A0152B}" destId="{0E4F2265-2C17-4B01-BD83-497356D1E78D}" srcOrd="1" destOrd="0" presId="urn:microsoft.com/office/officeart/2005/8/layout/list1"/>
    <dgm:cxn modelId="{038F7C81-60E8-451B-994E-4E18BA8BFF6C}" type="presParOf" srcId="{90D2FBDF-B2F4-420E-9024-F3EB41A0152B}" destId="{4E628121-7E33-40CD-B43C-3D112A49B9DE}" srcOrd="2" destOrd="0" presId="urn:microsoft.com/office/officeart/2005/8/layout/list1"/>
    <dgm:cxn modelId="{60B97DB5-B084-41FC-ACAD-05911E3DD00C}" type="presParOf" srcId="{90D2FBDF-B2F4-420E-9024-F3EB41A0152B}" destId="{5A12F493-4956-4084-AAC5-BE80816DA181}" srcOrd="3" destOrd="0" presId="urn:microsoft.com/office/officeart/2005/8/layout/list1"/>
    <dgm:cxn modelId="{DAB84800-DA25-47AB-ABAD-E0136E2A2BC1}" type="presParOf" srcId="{90D2FBDF-B2F4-420E-9024-F3EB41A0152B}" destId="{5EF2DF05-AF25-4FE0-8AD1-84139E360CAF}" srcOrd="4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5" destOrd="0" presId="urn:microsoft.com/office/officeart/2005/8/layout/list1"/>
    <dgm:cxn modelId="{3F65B61C-BF1A-4836-B45B-5DEB76731B8F}" type="presParOf" srcId="{90D2FBDF-B2F4-420E-9024-F3EB41A0152B}" destId="{F75197EA-068F-43F5-BCCF-439BB12CEED7}" srcOrd="6" destOrd="0" presId="urn:microsoft.com/office/officeart/2005/8/layout/list1"/>
    <dgm:cxn modelId="{70C5EAF9-331A-4BCE-B53C-511A37B6591F}" type="presParOf" srcId="{90D2FBDF-B2F4-420E-9024-F3EB41A0152B}" destId="{23B6C78F-ACBF-4924-845E-FAFDDB447D18}" srcOrd="7" destOrd="0" presId="urn:microsoft.com/office/officeart/2005/8/layout/list1"/>
    <dgm:cxn modelId="{4B78A635-9C2B-450E-809B-3E56EDB62D7A}" type="presParOf" srcId="{90D2FBDF-B2F4-420E-9024-F3EB41A0152B}" destId="{96651B9B-6C65-41F0-9811-3A92A86C4778}" srcOrd="8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9" destOrd="0" presId="urn:microsoft.com/office/officeart/2005/8/layout/list1"/>
    <dgm:cxn modelId="{D0ADAD0E-F17B-4C7B-9EFA-CF83FC6DC5E1}" type="presParOf" srcId="{90D2FBDF-B2F4-420E-9024-F3EB41A0152B}" destId="{AE2F4F9B-4191-4658-9C0B-0D47EF65352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双击变量</a:t>
          </a:r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pwnme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找到变量</a:t>
          </a:r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pwnme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的地址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0804A068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A00776F9-260F-480A-92D8-178D227E05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四、确定变量</a:t>
          </a:r>
          <a:r>
            <a:rPr lang="en-US" altLang="zh-CN" sz="1800" dirty="0" err="1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pwnme</a:t>
          </a:r>
          <a:r>
            <a:rPr lang="zh-CN" altLang="en-US" sz="18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地址</a:t>
          </a:r>
        </a:p>
      </dgm:t>
    </dgm:pt>
    <dgm:pt modelId="{E3BD2F3B-9379-4A3A-B0A1-C7B531A335EC}" type="par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ED696679-E027-461A-94C4-780284D7F7B8}" type="sib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7068F1E-7407-4D05-AFCA-1FE69A3E19F8}" type="pres">
      <dgm:prSet presAssocID="{A00776F9-260F-480A-92D8-178D227E0559}" presName="parentLin" presStyleCnt="0"/>
      <dgm:spPr/>
    </dgm:pt>
    <dgm:pt modelId="{DC5B7833-A7CD-46DB-A05C-EFD7F795D173}" type="pres">
      <dgm:prSet presAssocID="{A00776F9-260F-480A-92D8-178D227E0559}" presName="parentLeftMargin" presStyleLbl="node1" presStyleIdx="0" presStyleCnt="3"/>
      <dgm:spPr/>
    </dgm:pt>
    <dgm:pt modelId="{B8055738-835B-4AA4-AEE8-7EF5D64841A1}" type="pres">
      <dgm:prSet presAssocID="{A00776F9-260F-480A-92D8-178D227E05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E4F2265-2C17-4B01-BD83-497356D1E78D}" type="pres">
      <dgm:prSet presAssocID="{A00776F9-260F-480A-92D8-178D227E0559}" presName="negativeSpace" presStyleCnt="0"/>
      <dgm:spPr/>
    </dgm:pt>
    <dgm:pt modelId="{4E628121-7E33-40CD-B43C-3D112A49B9DE}" type="pres">
      <dgm:prSet presAssocID="{A00776F9-260F-480A-92D8-178D227E0559}" presName="childText" presStyleLbl="conFgAcc1" presStyleIdx="0" presStyleCnt="3">
        <dgm:presLayoutVars>
          <dgm:bulletEnabled val="1"/>
        </dgm:presLayoutVars>
      </dgm:prSet>
      <dgm:spPr/>
    </dgm:pt>
    <dgm:pt modelId="{5A12F493-4956-4084-AAC5-BE80816DA181}" type="pres">
      <dgm:prSet presAssocID="{ED696679-E027-461A-94C4-780284D7F7B8}" presName="spaceBetweenRectangles" presStyleCnt="0"/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3"/>
      <dgm:spPr/>
    </dgm:pt>
    <dgm:pt modelId="{A4DBA456-5C7E-44C4-A4EC-3CEC69B98C85}" type="pres">
      <dgm:prSet presAssocID="{291AE741-19A1-4F21-9908-E9000469EA5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1" presStyleCnt="3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1" presStyleCnt="3"/>
      <dgm:spPr/>
    </dgm:pt>
    <dgm:pt modelId="{0BA4B5E1-DED6-4BF7-B3BD-0050AC25C2F9}" type="pres">
      <dgm:prSet presAssocID="{1C1EB755-94AC-49E2-9FC6-06DD3F3C94A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59AA4634-CC61-4786-810D-955D04FE2003}" type="presOf" srcId="{A00776F9-260F-480A-92D8-178D227E0559}" destId="{DC5B7833-A7CD-46DB-A05C-EFD7F795D173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73CCF84C-FE38-4CCD-8F1B-841BACFE0B3C}" srcId="{94BAFB6B-B720-4BB5-A81F-76FB916DFE7C}" destId="{A00776F9-260F-480A-92D8-178D227E0559}" srcOrd="0" destOrd="0" parTransId="{E3BD2F3B-9379-4A3A-B0A1-C7B531A335EC}" sibTransId="{ED696679-E027-461A-94C4-780284D7F7B8}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082D0683-2C00-48EB-9553-02142F423973}" type="presOf" srcId="{A00776F9-260F-480A-92D8-178D227E0559}" destId="{B8055738-835B-4AA4-AEE8-7EF5D64841A1}" srcOrd="1" destOrd="0" presId="urn:microsoft.com/office/officeart/2005/8/layout/list1"/>
    <dgm:cxn modelId="{A7494B86-41A2-403D-A80E-7E0A3B76FD4A}" srcId="{94BAFB6B-B720-4BB5-A81F-76FB916DFE7C}" destId="{1C1EB755-94AC-49E2-9FC6-06DD3F3C94A7}" srcOrd="2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1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1A612818-4E1F-460C-9BA4-4F3DCD34D60B}" type="presParOf" srcId="{90D2FBDF-B2F4-420E-9024-F3EB41A0152B}" destId="{57068F1E-7407-4D05-AFCA-1FE69A3E19F8}" srcOrd="0" destOrd="0" presId="urn:microsoft.com/office/officeart/2005/8/layout/list1"/>
    <dgm:cxn modelId="{06F548FD-7170-4B57-A548-D2779B87808B}" type="presParOf" srcId="{57068F1E-7407-4D05-AFCA-1FE69A3E19F8}" destId="{DC5B7833-A7CD-46DB-A05C-EFD7F795D173}" srcOrd="0" destOrd="0" presId="urn:microsoft.com/office/officeart/2005/8/layout/list1"/>
    <dgm:cxn modelId="{D7539FF6-E9A3-4BF8-94A2-3FEF3508F6FD}" type="presParOf" srcId="{57068F1E-7407-4D05-AFCA-1FE69A3E19F8}" destId="{B8055738-835B-4AA4-AEE8-7EF5D64841A1}" srcOrd="1" destOrd="0" presId="urn:microsoft.com/office/officeart/2005/8/layout/list1"/>
    <dgm:cxn modelId="{4014F6E7-A3F0-4DC9-ACB9-D03D7915664D}" type="presParOf" srcId="{90D2FBDF-B2F4-420E-9024-F3EB41A0152B}" destId="{0E4F2265-2C17-4B01-BD83-497356D1E78D}" srcOrd="1" destOrd="0" presId="urn:microsoft.com/office/officeart/2005/8/layout/list1"/>
    <dgm:cxn modelId="{038F7C81-60E8-451B-994E-4E18BA8BFF6C}" type="presParOf" srcId="{90D2FBDF-B2F4-420E-9024-F3EB41A0152B}" destId="{4E628121-7E33-40CD-B43C-3D112A49B9DE}" srcOrd="2" destOrd="0" presId="urn:microsoft.com/office/officeart/2005/8/layout/list1"/>
    <dgm:cxn modelId="{60B97DB5-B084-41FC-ACAD-05911E3DD00C}" type="presParOf" srcId="{90D2FBDF-B2F4-420E-9024-F3EB41A0152B}" destId="{5A12F493-4956-4084-AAC5-BE80816DA181}" srcOrd="3" destOrd="0" presId="urn:microsoft.com/office/officeart/2005/8/layout/list1"/>
    <dgm:cxn modelId="{DAB84800-DA25-47AB-ABAD-E0136E2A2BC1}" type="presParOf" srcId="{90D2FBDF-B2F4-420E-9024-F3EB41A0152B}" destId="{5EF2DF05-AF25-4FE0-8AD1-84139E360CAF}" srcOrd="4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5" destOrd="0" presId="urn:microsoft.com/office/officeart/2005/8/layout/list1"/>
    <dgm:cxn modelId="{3F65B61C-BF1A-4836-B45B-5DEB76731B8F}" type="presParOf" srcId="{90D2FBDF-B2F4-420E-9024-F3EB41A0152B}" destId="{F75197EA-068F-43F5-BCCF-439BB12CEED7}" srcOrd="6" destOrd="0" presId="urn:microsoft.com/office/officeart/2005/8/layout/list1"/>
    <dgm:cxn modelId="{70C5EAF9-331A-4BCE-B53C-511A37B6591F}" type="presParOf" srcId="{90D2FBDF-B2F4-420E-9024-F3EB41A0152B}" destId="{23B6C78F-ACBF-4924-845E-FAFDDB447D18}" srcOrd="7" destOrd="0" presId="urn:microsoft.com/office/officeart/2005/8/layout/list1"/>
    <dgm:cxn modelId="{4B78A635-9C2B-450E-809B-3E56EDB62D7A}" type="presParOf" srcId="{90D2FBDF-B2F4-420E-9024-F3EB41A0152B}" destId="{96651B9B-6C65-41F0-9811-3A92A86C4778}" srcOrd="8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9" destOrd="0" presId="urn:microsoft.com/office/officeart/2005/8/layout/list1"/>
    <dgm:cxn modelId="{D0ADAD0E-F17B-4C7B-9EFA-CF83FC6DC5E1}" type="presParOf" srcId="{90D2FBDF-B2F4-420E-9024-F3EB41A0152B}" destId="{AE2F4F9B-4191-4658-9C0B-0D47EF65352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考虑破解条件、</a:t>
          </a:r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pwnme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地址、偏移量</a:t>
          </a: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将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8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写入偏移量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10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出现的</a:t>
          </a:r>
          <a:r>
            <a:rPr lang="en-US" altLang="zh-CN" sz="18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pwnme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地址中</a:t>
          </a: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A00776F9-260F-480A-92D8-178D227E05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五、组建</a:t>
          </a:r>
          <a:r>
            <a: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payload</a:t>
          </a:r>
          <a:endParaRPr lang="zh-CN" altLang="en-US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3BD2F3B-9379-4A3A-B0A1-C7B531A335EC}" type="par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ED696679-E027-461A-94C4-780284D7F7B8}" type="sib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7068F1E-7407-4D05-AFCA-1FE69A3E19F8}" type="pres">
      <dgm:prSet presAssocID="{A00776F9-260F-480A-92D8-178D227E0559}" presName="parentLin" presStyleCnt="0"/>
      <dgm:spPr/>
    </dgm:pt>
    <dgm:pt modelId="{DC5B7833-A7CD-46DB-A05C-EFD7F795D173}" type="pres">
      <dgm:prSet presAssocID="{A00776F9-260F-480A-92D8-178D227E0559}" presName="parentLeftMargin" presStyleLbl="node1" presStyleIdx="0" presStyleCnt="3"/>
      <dgm:spPr/>
    </dgm:pt>
    <dgm:pt modelId="{B8055738-835B-4AA4-AEE8-7EF5D64841A1}" type="pres">
      <dgm:prSet presAssocID="{A00776F9-260F-480A-92D8-178D227E05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E4F2265-2C17-4B01-BD83-497356D1E78D}" type="pres">
      <dgm:prSet presAssocID="{A00776F9-260F-480A-92D8-178D227E0559}" presName="negativeSpace" presStyleCnt="0"/>
      <dgm:spPr/>
    </dgm:pt>
    <dgm:pt modelId="{4E628121-7E33-40CD-B43C-3D112A49B9DE}" type="pres">
      <dgm:prSet presAssocID="{A00776F9-260F-480A-92D8-178D227E0559}" presName="childText" presStyleLbl="conFgAcc1" presStyleIdx="0" presStyleCnt="3">
        <dgm:presLayoutVars>
          <dgm:bulletEnabled val="1"/>
        </dgm:presLayoutVars>
      </dgm:prSet>
      <dgm:spPr/>
    </dgm:pt>
    <dgm:pt modelId="{5A12F493-4956-4084-AAC5-BE80816DA181}" type="pres">
      <dgm:prSet presAssocID="{ED696679-E027-461A-94C4-780284D7F7B8}" presName="spaceBetweenRectangles" presStyleCnt="0"/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3"/>
      <dgm:spPr/>
    </dgm:pt>
    <dgm:pt modelId="{A4DBA456-5C7E-44C4-A4EC-3CEC69B98C85}" type="pres">
      <dgm:prSet presAssocID="{291AE741-19A1-4F21-9908-E9000469EA5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1" presStyleCnt="3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1" presStyleCnt="3"/>
      <dgm:spPr/>
    </dgm:pt>
    <dgm:pt modelId="{0BA4B5E1-DED6-4BF7-B3BD-0050AC25C2F9}" type="pres">
      <dgm:prSet presAssocID="{1C1EB755-94AC-49E2-9FC6-06DD3F3C94A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59AA4634-CC61-4786-810D-955D04FE2003}" type="presOf" srcId="{A00776F9-260F-480A-92D8-178D227E0559}" destId="{DC5B7833-A7CD-46DB-A05C-EFD7F795D173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73CCF84C-FE38-4CCD-8F1B-841BACFE0B3C}" srcId="{94BAFB6B-B720-4BB5-A81F-76FB916DFE7C}" destId="{A00776F9-260F-480A-92D8-178D227E0559}" srcOrd="0" destOrd="0" parTransId="{E3BD2F3B-9379-4A3A-B0A1-C7B531A335EC}" sibTransId="{ED696679-E027-461A-94C4-780284D7F7B8}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082D0683-2C00-48EB-9553-02142F423973}" type="presOf" srcId="{A00776F9-260F-480A-92D8-178D227E0559}" destId="{B8055738-835B-4AA4-AEE8-7EF5D64841A1}" srcOrd="1" destOrd="0" presId="urn:microsoft.com/office/officeart/2005/8/layout/list1"/>
    <dgm:cxn modelId="{A7494B86-41A2-403D-A80E-7E0A3B76FD4A}" srcId="{94BAFB6B-B720-4BB5-A81F-76FB916DFE7C}" destId="{1C1EB755-94AC-49E2-9FC6-06DD3F3C94A7}" srcOrd="2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1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1A612818-4E1F-460C-9BA4-4F3DCD34D60B}" type="presParOf" srcId="{90D2FBDF-B2F4-420E-9024-F3EB41A0152B}" destId="{57068F1E-7407-4D05-AFCA-1FE69A3E19F8}" srcOrd="0" destOrd="0" presId="urn:microsoft.com/office/officeart/2005/8/layout/list1"/>
    <dgm:cxn modelId="{06F548FD-7170-4B57-A548-D2779B87808B}" type="presParOf" srcId="{57068F1E-7407-4D05-AFCA-1FE69A3E19F8}" destId="{DC5B7833-A7CD-46DB-A05C-EFD7F795D173}" srcOrd="0" destOrd="0" presId="urn:microsoft.com/office/officeart/2005/8/layout/list1"/>
    <dgm:cxn modelId="{D7539FF6-E9A3-4BF8-94A2-3FEF3508F6FD}" type="presParOf" srcId="{57068F1E-7407-4D05-AFCA-1FE69A3E19F8}" destId="{B8055738-835B-4AA4-AEE8-7EF5D64841A1}" srcOrd="1" destOrd="0" presId="urn:microsoft.com/office/officeart/2005/8/layout/list1"/>
    <dgm:cxn modelId="{4014F6E7-A3F0-4DC9-ACB9-D03D7915664D}" type="presParOf" srcId="{90D2FBDF-B2F4-420E-9024-F3EB41A0152B}" destId="{0E4F2265-2C17-4B01-BD83-497356D1E78D}" srcOrd="1" destOrd="0" presId="urn:microsoft.com/office/officeart/2005/8/layout/list1"/>
    <dgm:cxn modelId="{038F7C81-60E8-451B-994E-4E18BA8BFF6C}" type="presParOf" srcId="{90D2FBDF-B2F4-420E-9024-F3EB41A0152B}" destId="{4E628121-7E33-40CD-B43C-3D112A49B9DE}" srcOrd="2" destOrd="0" presId="urn:microsoft.com/office/officeart/2005/8/layout/list1"/>
    <dgm:cxn modelId="{60B97DB5-B084-41FC-ACAD-05911E3DD00C}" type="presParOf" srcId="{90D2FBDF-B2F4-420E-9024-F3EB41A0152B}" destId="{5A12F493-4956-4084-AAC5-BE80816DA181}" srcOrd="3" destOrd="0" presId="urn:microsoft.com/office/officeart/2005/8/layout/list1"/>
    <dgm:cxn modelId="{DAB84800-DA25-47AB-ABAD-E0136E2A2BC1}" type="presParOf" srcId="{90D2FBDF-B2F4-420E-9024-F3EB41A0152B}" destId="{5EF2DF05-AF25-4FE0-8AD1-84139E360CAF}" srcOrd="4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5" destOrd="0" presId="urn:microsoft.com/office/officeart/2005/8/layout/list1"/>
    <dgm:cxn modelId="{3F65B61C-BF1A-4836-B45B-5DEB76731B8F}" type="presParOf" srcId="{90D2FBDF-B2F4-420E-9024-F3EB41A0152B}" destId="{F75197EA-068F-43F5-BCCF-439BB12CEED7}" srcOrd="6" destOrd="0" presId="urn:microsoft.com/office/officeart/2005/8/layout/list1"/>
    <dgm:cxn modelId="{70C5EAF9-331A-4BCE-B53C-511A37B6591F}" type="presParOf" srcId="{90D2FBDF-B2F4-420E-9024-F3EB41A0152B}" destId="{23B6C78F-ACBF-4924-845E-FAFDDB447D18}" srcOrd="7" destOrd="0" presId="urn:microsoft.com/office/officeart/2005/8/layout/list1"/>
    <dgm:cxn modelId="{4B78A635-9C2B-450E-809B-3E56EDB62D7A}" type="presParOf" srcId="{90D2FBDF-B2F4-420E-9024-F3EB41A0152B}" destId="{96651B9B-6C65-41F0-9811-3A92A86C4778}" srcOrd="8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9" destOrd="0" presId="urn:microsoft.com/office/officeart/2005/8/layout/list1"/>
    <dgm:cxn modelId="{D0ADAD0E-F17B-4C7B-9EFA-CF83FC6DC5E1}" type="presParOf" srcId="{90D2FBDF-B2F4-420E-9024-F3EB41A0152B}" destId="{AE2F4F9B-4191-4658-9C0B-0D47EF65352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及时为系统打补丁或使用虚拟补丁</a:t>
          </a: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定期使用漏洞扫描系统查找漏洞</a:t>
          </a: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A00776F9-260F-480A-92D8-178D227E05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关注最新漏洞信息</a:t>
          </a:r>
        </a:p>
      </dgm:t>
    </dgm:pt>
    <dgm:pt modelId="{E3BD2F3B-9379-4A3A-B0A1-C7B531A335EC}" type="par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ED696679-E027-461A-94C4-780284D7F7B8}" type="sib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193B5796-7D2A-4ABE-BA95-429AD295A29A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日志审计，及时发现异常</a:t>
          </a:r>
        </a:p>
      </dgm:t>
    </dgm:pt>
    <dgm:pt modelId="{E76C13AE-0C27-4A67-BA9A-EBE6959EC9BB}" type="parTrans" cxnId="{E523510E-7659-44B5-9ACB-227369F9ED4D}">
      <dgm:prSet/>
      <dgm:spPr/>
      <dgm:t>
        <a:bodyPr/>
        <a:lstStyle/>
        <a:p>
          <a:endParaRPr lang="zh-CN" altLang="en-US"/>
        </a:p>
      </dgm:t>
    </dgm:pt>
    <dgm:pt modelId="{48F3E54F-E68B-40A3-8653-280E6B9CDDA7}" type="sibTrans" cxnId="{E523510E-7659-44B5-9ACB-227369F9ED4D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7068F1E-7407-4D05-AFCA-1FE69A3E19F8}" type="pres">
      <dgm:prSet presAssocID="{A00776F9-260F-480A-92D8-178D227E0559}" presName="parentLin" presStyleCnt="0"/>
      <dgm:spPr/>
    </dgm:pt>
    <dgm:pt modelId="{DC5B7833-A7CD-46DB-A05C-EFD7F795D173}" type="pres">
      <dgm:prSet presAssocID="{A00776F9-260F-480A-92D8-178D227E0559}" presName="parentLeftMargin" presStyleLbl="node1" presStyleIdx="0" presStyleCnt="4"/>
      <dgm:spPr/>
    </dgm:pt>
    <dgm:pt modelId="{B8055738-835B-4AA4-AEE8-7EF5D64841A1}" type="pres">
      <dgm:prSet presAssocID="{A00776F9-260F-480A-92D8-178D227E05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E4F2265-2C17-4B01-BD83-497356D1E78D}" type="pres">
      <dgm:prSet presAssocID="{A00776F9-260F-480A-92D8-178D227E0559}" presName="negativeSpace" presStyleCnt="0"/>
      <dgm:spPr/>
    </dgm:pt>
    <dgm:pt modelId="{4E628121-7E33-40CD-B43C-3D112A49B9DE}" type="pres">
      <dgm:prSet presAssocID="{A00776F9-260F-480A-92D8-178D227E0559}" presName="childText" presStyleLbl="conFgAcc1" presStyleIdx="0" presStyleCnt="4">
        <dgm:presLayoutVars>
          <dgm:bulletEnabled val="1"/>
        </dgm:presLayoutVars>
      </dgm:prSet>
      <dgm:spPr/>
    </dgm:pt>
    <dgm:pt modelId="{5A12F493-4956-4084-AAC5-BE80816DA181}" type="pres">
      <dgm:prSet presAssocID="{ED696679-E027-461A-94C4-780284D7F7B8}" presName="spaceBetweenRectangles" presStyleCnt="0"/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4"/>
      <dgm:spPr/>
    </dgm:pt>
    <dgm:pt modelId="{A4DBA456-5C7E-44C4-A4EC-3CEC69B98C85}" type="pres">
      <dgm:prSet presAssocID="{291AE741-19A1-4F21-9908-E9000469EA5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1" presStyleCnt="4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6C64E57A-E0EE-4F1C-8776-21483B94DCEE}" type="pres">
      <dgm:prSet presAssocID="{193B5796-7D2A-4ABE-BA95-429AD295A29A}" presName="parentLin" presStyleCnt="0"/>
      <dgm:spPr/>
    </dgm:pt>
    <dgm:pt modelId="{E99002A2-16F4-413E-97DF-31718C58B4CB}" type="pres">
      <dgm:prSet presAssocID="{193B5796-7D2A-4ABE-BA95-429AD295A29A}" presName="parentLeftMargin" presStyleLbl="node1" presStyleIdx="1" presStyleCnt="4"/>
      <dgm:spPr/>
    </dgm:pt>
    <dgm:pt modelId="{D6D41F2E-85DF-45B8-9A76-93A2696B8755}" type="pres">
      <dgm:prSet presAssocID="{193B5796-7D2A-4ABE-BA95-429AD295A29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0D037AE-192F-4A5F-91FB-A167BD214E24}" type="pres">
      <dgm:prSet presAssocID="{193B5796-7D2A-4ABE-BA95-429AD295A29A}" presName="negativeSpace" presStyleCnt="0"/>
      <dgm:spPr/>
    </dgm:pt>
    <dgm:pt modelId="{061053F6-501F-4B14-BA39-5FB4B02BF6F5}" type="pres">
      <dgm:prSet presAssocID="{193B5796-7D2A-4ABE-BA95-429AD295A29A}" presName="childText" presStyleLbl="conFgAcc1" presStyleIdx="2" presStyleCnt="4">
        <dgm:presLayoutVars>
          <dgm:bulletEnabled val="1"/>
        </dgm:presLayoutVars>
      </dgm:prSet>
      <dgm:spPr/>
    </dgm:pt>
    <dgm:pt modelId="{5EF955AE-CA93-4B97-B104-6651244313FF}" type="pres">
      <dgm:prSet presAssocID="{48F3E54F-E68B-40A3-8653-280E6B9CDDA7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2" presStyleCnt="4"/>
      <dgm:spPr/>
    </dgm:pt>
    <dgm:pt modelId="{0BA4B5E1-DED6-4BF7-B3BD-0050AC25C2F9}" type="pres">
      <dgm:prSet presAssocID="{1C1EB755-94AC-49E2-9FC6-06DD3F3C94A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523510E-7659-44B5-9ACB-227369F9ED4D}" srcId="{94BAFB6B-B720-4BB5-A81F-76FB916DFE7C}" destId="{193B5796-7D2A-4ABE-BA95-429AD295A29A}" srcOrd="2" destOrd="0" parTransId="{E76C13AE-0C27-4A67-BA9A-EBE6959EC9BB}" sibTransId="{48F3E54F-E68B-40A3-8653-280E6B9CDDA7}"/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59AA4634-CC61-4786-810D-955D04FE2003}" type="presOf" srcId="{A00776F9-260F-480A-92D8-178D227E0559}" destId="{DC5B7833-A7CD-46DB-A05C-EFD7F795D173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A010723E-0DF7-4183-915A-9D30878FD084}" type="presOf" srcId="{193B5796-7D2A-4ABE-BA95-429AD295A29A}" destId="{D6D41F2E-85DF-45B8-9A76-93A2696B8755}" srcOrd="1" destOrd="0" presId="urn:microsoft.com/office/officeart/2005/8/layout/list1"/>
    <dgm:cxn modelId="{73CCF84C-FE38-4CCD-8F1B-841BACFE0B3C}" srcId="{94BAFB6B-B720-4BB5-A81F-76FB916DFE7C}" destId="{A00776F9-260F-480A-92D8-178D227E0559}" srcOrd="0" destOrd="0" parTransId="{E3BD2F3B-9379-4A3A-B0A1-C7B531A335EC}" sibTransId="{ED696679-E027-461A-94C4-780284D7F7B8}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082D0683-2C00-48EB-9553-02142F423973}" type="presOf" srcId="{A00776F9-260F-480A-92D8-178D227E0559}" destId="{B8055738-835B-4AA4-AEE8-7EF5D64841A1}" srcOrd="1" destOrd="0" presId="urn:microsoft.com/office/officeart/2005/8/layout/list1"/>
    <dgm:cxn modelId="{A7494B86-41A2-403D-A80E-7E0A3B76FD4A}" srcId="{94BAFB6B-B720-4BB5-A81F-76FB916DFE7C}" destId="{1C1EB755-94AC-49E2-9FC6-06DD3F3C94A7}" srcOrd="3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1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FDEC9BE3-82AE-4F74-93EA-40ABF8468B13}" type="presOf" srcId="{193B5796-7D2A-4ABE-BA95-429AD295A29A}" destId="{E99002A2-16F4-413E-97DF-31718C58B4CB}" srcOrd="0" destOrd="0" presId="urn:microsoft.com/office/officeart/2005/8/layout/list1"/>
    <dgm:cxn modelId="{1A612818-4E1F-460C-9BA4-4F3DCD34D60B}" type="presParOf" srcId="{90D2FBDF-B2F4-420E-9024-F3EB41A0152B}" destId="{57068F1E-7407-4D05-AFCA-1FE69A3E19F8}" srcOrd="0" destOrd="0" presId="urn:microsoft.com/office/officeart/2005/8/layout/list1"/>
    <dgm:cxn modelId="{06F548FD-7170-4B57-A548-D2779B87808B}" type="presParOf" srcId="{57068F1E-7407-4D05-AFCA-1FE69A3E19F8}" destId="{DC5B7833-A7CD-46DB-A05C-EFD7F795D173}" srcOrd="0" destOrd="0" presId="urn:microsoft.com/office/officeart/2005/8/layout/list1"/>
    <dgm:cxn modelId="{D7539FF6-E9A3-4BF8-94A2-3FEF3508F6FD}" type="presParOf" srcId="{57068F1E-7407-4D05-AFCA-1FE69A3E19F8}" destId="{B8055738-835B-4AA4-AEE8-7EF5D64841A1}" srcOrd="1" destOrd="0" presId="urn:microsoft.com/office/officeart/2005/8/layout/list1"/>
    <dgm:cxn modelId="{4014F6E7-A3F0-4DC9-ACB9-D03D7915664D}" type="presParOf" srcId="{90D2FBDF-B2F4-420E-9024-F3EB41A0152B}" destId="{0E4F2265-2C17-4B01-BD83-497356D1E78D}" srcOrd="1" destOrd="0" presId="urn:microsoft.com/office/officeart/2005/8/layout/list1"/>
    <dgm:cxn modelId="{038F7C81-60E8-451B-994E-4E18BA8BFF6C}" type="presParOf" srcId="{90D2FBDF-B2F4-420E-9024-F3EB41A0152B}" destId="{4E628121-7E33-40CD-B43C-3D112A49B9DE}" srcOrd="2" destOrd="0" presId="urn:microsoft.com/office/officeart/2005/8/layout/list1"/>
    <dgm:cxn modelId="{60B97DB5-B084-41FC-ACAD-05911E3DD00C}" type="presParOf" srcId="{90D2FBDF-B2F4-420E-9024-F3EB41A0152B}" destId="{5A12F493-4956-4084-AAC5-BE80816DA181}" srcOrd="3" destOrd="0" presId="urn:microsoft.com/office/officeart/2005/8/layout/list1"/>
    <dgm:cxn modelId="{DAB84800-DA25-47AB-ABAD-E0136E2A2BC1}" type="presParOf" srcId="{90D2FBDF-B2F4-420E-9024-F3EB41A0152B}" destId="{5EF2DF05-AF25-4FE0-8AD1-84139E360CAF}" srcOrd="4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5" destOrd="0" presId="urn:microsoft.com/office/officeart/2005/8/layout/list1"/>
    <dgm:cxn modelId="{3F65B61C-BF1A-4836-B45B-5DEB76731B8F}" type="presParOf" srcId="{90D2FBDF-B2F4-420E-9024-F3EB41A0152B}" destId="{F75197EA-068F-43F5-BCCF-439BB12CEED7}" srcOrd="6" destOrd="0" presId="urn:microsoft.com/office/officeart/2005/8/layout/list1"/>
    <dgm:cxn modelId="{70C5EAF9-331A-4BCE-B53C-511A37B6591F}" type="presParOf" srcId="{90D2FBDF-B2F4-420E-9024-F3EB41A0152B}" destId="{23B6C78F-ACBF-4924-845E-FAFDDB447D18}" srcOrd="7" destOrd="0" presId="urn:microsoft.com/office/officeart/2005/8/layout/list1"/>
    <dgm:cxn modelId="{B92303D6-E883-4D6E-A22B-759F8D6BA38B}" type="presParOf" srcId="{90D2FBDF-B2F4-420E-9024-F3EB41A0152B}" destId="{6C64E57A-E0EE-4F1C-8776-21483B94DCEE}" srcOrd="8" destOrd="0" presId="urn:microsoft.com/office/officeart/2005/8/layout/list1"/>
    <dgm:cxn modelId="{409F6F1A-CD6F-44FA-903D-96535E9A99F8}" type="presParOf" srcId="{6C64E57A-E0EE-4F1C-8776-21483B94DCEE}" destId="{E99002A2-16F4-413E-97DF-31718C58B4CB}" srcOrd="0" destOrd="0" presId="urn:microsoft.com/office/officeart/2005/8/layout/list1"/>
    <dgm:cxn modelId="{FAB17A6A-890E-48F6-82E0-00BF7F96F85D}" type="presParOf" srcId="{6C64E57A-E0EE-4F1C-8776-21483B94DCEE}" destId="{D6D41F2E-85DF-45B8-9A76-93A2696B8755}" srcOrd="1" destOrd="0" presId="urn:microsoft.com/office/officeart/2005/8/layout/list1"/>
    <dgm:cxn modelId="{0D7690A3-0AE9-4054-ADB1-B8E491C3ADB6}" type="presParOf" srcId="{90D2FBDF-B2F4-420E-9024-F3EB41A0152B}" destId="{10D037AE-192F-4A5F-91FB-A167BD214E24}" srcOrd="9" destOrd="0" presId="urn:microsoft.com/office/officeart/2005/8/layout/list1"/>
    <dgm:cxn modelId="{83D64901-F69E-472D-986C-6FA49C495DF4}" type="presParOf" srcId="{90D2FBDF-B2F4-420E-9024-F3EB41A0152B}" destId="{061053F6-501F-4B14-BA39-5FB4B02BF6F5}" srcOrd="10" destOrd="0" presId="urn:microsoft.com/office/officeart/2005/8/layout/list1"/>
    <dgm:cxn modelId="{EA7D70FE-6804-4ADB-9E98-719D518AE0B6}" type="presParOf" srcId="{90D2FBDF-B2F4-420E-9024-F3EB41A0152B}" destId="{5EF955AE-CA93-4B97-B104-6651244313FF}" srcOrd="11" destOrd="0" presId="urn:microsoft.com/office/officeart/2005/8/layout/list1"/>
    <dgm:cxn modelId="{4B78A635-9C2B-450E-809B-3E56EDB62D7A}" type="presParOf" srcId="{90D2FBDF-B2F4-420E-9024-F3EB41A0152B}" destId="{96651B9B-6C65-41F0-9811-3A92A86C4778}" srcOrd="12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13" destOrd="0" presId="urn:microsoft.com/office/officeart/2005/8/layout/list1"/>
    <dgm:cxn modelId="{D0ADAD0E-F17B-4C7B-9EFA-CF83FC6DC5E1}" type="presParOf" srcId="{90D2FBDF-B2F4-420E-9024-F3EB41A0152B}" destId="{AE2F4F9B-4191-4658-9C0B-0D47EF65352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94BAFB6B-B720-4BB5-A81F-76FB916DFE7C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91AE741-19A1-4F21-9908-E9000469EA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对内存中变量和数组赋值时检查边界</a:t>
          </a:r>
        </a:p>
      </dgm:t>
    </dgm:pt>
    <dgm:pt modelId="{3DC3ECD0-E7C4-4ACF-9344-ED242BCE5304}" type="par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511CAB5E-EE9A-4C7E-9510-7BD91C098721}" type="sibTrans" cxnId="{4F3B2391-0C5C-4440-A25C-0C044666E9DA}">
      <dgm:prSet/>
      <dgm:spPr/>
      <dgm:t>
        <a:bodyPr/>
        <a:lstStyle/>
        <a:p>
          <a:endParaRPr lang="zh-CN" altLang="en-US"/>
        </a:p>
      </dgm:t>
    </dgm:pt>
    <dgm:pt modelId="{1C1EB755-94AC-49E2-9FC6-06DD3F3C94A7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代码审计和安全测试</a:t>
          </a:r>
        </a:p>
      </dgm:t>
    </dgm:pt>
    <dgm:pt modelId="{C4A7BB81-8DB8-4C08-ABAB-12087442EAAD}" type="par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211AD1F7-7A93-4BC5-A182-8CA9A31BE4F4}" type="sibTrans" cxnId="{A7494B86-41A2-403D-A80E-7E0A3B76FD4A}">
      <dgm:prSet/>
      <dgm:spPr/>
      <dgm:t>
        <a:bodyPr/>
        <a:lstStyle/>
        <a:p>
          <a:endParaRPr lang="zh-CN" altLang="en-US"/>
        </a:p>
      </dgm:t>
    </dgm:pt>
    <dgm:pt modelId="{A00776F9-260F-480A-92D8-178D227E0559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检查来自外界的输入</a:t>
          </a:r>
        </a:p>
      </dgm:t>
    </dgm:pt>
    <dgm:pt modelId="{E3BD2F3B-9379-4A3A-B0A1-C7B531A335EC}" type="par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ED696679-E027-461A-94C4-780284D7F7B8}" type="sibTrans" cxnId="{73CCF84C-FE38-4CCD-8F1B-841BACFE0B3C}">
      <dgm:prSet/>
      <dgm:spPr/>
      <dgm:t>
        <a:bodyPr/>
        <a:lstStyle/>
        <a:p>
          <a:endParaRPr lang="zh-CN" altLang="en-US"/>
        </a:p>
      </dgm:t>
    </dgm:pt>
    <dgm:pt modelId="{193B5796-7D2A-4ABE-BA95-429AD295A29A}">
      <dgm:prSet phldrT="[文本]"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使用安全的库函数</a:t>
          </a:r>
        </a:p>
      </dgm:t>
    </dgm:pt>
    <dgm:pt modelId="{E76C13AE-0C27-4A67-BA9A-EBE6959EC9BB}" type="parTrans" cxnId="{E523510E-7659-44B5-9ACB-227369F9ED4D}">
      <dgm:prSet/>
      <dgm:spPr/>
      <dgm:t>
        <a:bodyPr/>
        <a:lstStyle/>
        <a:p>
          <a:endParaRPr lang="zh-CN" altLang="en-US"/>
        </a:p>
      </dgm:t>
    </dgm:pt>
    <dgm:pt modelId="{48F3E54F-E68B-40A3-8653-280E6B9CDDA7}" type="sibTrans" cxnId="{E523510E-7659-44B5-9ACB-227369F9ED4D}">
      <dgm:prSet/>
      <dgm:spPr/>
      <dgm:t>
        <a:bodyPr/>
        <a:lstStyle/>
        <a:p>
          <a:endParaRPr lang="zh-CN" altLang="en-US"/>
        </a:p>
      </dgm:t>
    </dgm:pt>
    <dgm:pt modelId="{90D2FBDF-B2F4-420E-9024-F3EB41A0152B}" type="pres">
      <dgm:prSet presAssocID="{94BAFB6B-B720-4BB5-A81F-76FB916DFE7C}" presName="linear" presStyleCnt="0">
        <dgm:presLayoutVars>
          <dgm:dir/>
          <dgm:animLvl val="lvl"/>
          <dgm:resizeHandles val="exact"/>
        </dgm:presLayoutVars>
      </dgm:prSet>
      <dgm:spPr/>
    </dgm:pt>
    <dgm:pt modelId="{57068F1E-7407-4D05-AFCA-1FE69A3E19F8}" type="pres">
      <dgm:prSet presAssocID="{A00776F9-260F-480A-92D8-178D227E0559}" presName="parentLin" presStyleCnt="0"/>
      <dgm:spPr/>
    </dgm:pt>
    <dgm:pt modelId="{DC5B7833-A7CD-46DB-A05C-EFD7F795D173}" type="pres">
      <dgm:prSet presAssocID="{A00776F9-260F-480A-92D8-178D227E0559}" presName="parentLeftMargin" presStyleLbl="node1" presStyleIdx="0" presStyleCnt="4"/>
      <dgm:spPr/>
    </dgm:pt>
    <dgm:pt modelId="{B8055738-835B-4AA4-AEE8-7EF5D64841A1}" type="pres">
      <dgm:prSet presAssocID="{A00776F9-260F-480A-92D8-178D227E05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E4F2265-2C17-4B01-BD83-497356D1E78D}" type="pres">
      <dgm:prSet presAssocID="{A00776F9-260F-480A-92D8-178D227E0559}" presName="negativeSpace" presStyleCnt="0"/>
      <dgm:spPr/>
    </dgm:pt>
    <dgm:pt modelId="{4E628121-7E33-40CD-B43C-3D112A49B9DE}" type="pres">
      <dgm:prSet presAssocID="{A00776F9-260F-480A-92D8-178D227E0559}" presName="childText" presStyleLbl="conFgAcc1" presStyleIdx="0" presStyleCnt="4">
        <dgm:presLayoutVars>
          <dgm:bulletEnabled val="1"/>
        </dgm:presLayoutVars>
      </dgm:prSet>
      <dgm:spPr/>
    </dgm:pt>
    <dgm:pt modelId="{5A12F493-4956-4084-AAC5-BE80816DA181}" type="pres">
      <dgm:prSet presAssocID="{ED696679-E027-461A-94C4-780284D7F7B8}" presName="spaceBetweenRectangles" presStyleCnt="0"/>
      <dgm:spPr/>
    </dgm:pt>
    <dgm:pt modelId="{5EF2DF05-AF25-4FE0-8AD1-84139E360CAF}" type="pres">
      <dgm:prSet presAssocID="{291AE741-19A1-4F21-9908-E9000469EA59}" presName="parentLin" presStyleCnt="0"/>
      <dgm:spPr/>
    </dgm:pt>
    <dgm:pt modelId="{347F1553-972C-4B60-89F5-34D2AC1DDA5A}" type="pres">
      <dgm:prSet presAssocID="{291AE741-19A1-4F21-9908-E9000469EA59}" presName="parentLeftMargin" presStyleLbl="node1" presStyleIdx="0" presStyleCnt="4"/>
      <dgm:spPr/>
    </dgm:pt>
    <dgm:pt modelId="{A4DBA456-5C7E-44C4-A4EC-3CEC69B98C85}" type="pres">
      <dgm:prSet presAssocID="{291AE741-19A1-4F21-9908-E9000469EA5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682241D-2A6E-4E24-9036-6B779F26EFB7}" type="pres">
      <dgm:prSet presAssocID="{291AE741-19A1-4F21-9908-E9000469EA59}" presName="negativeSpace" presStyleCnt="0"/>
      <dgm:spPr/>
    </dgm:pt>
    <dgm:pt modelId="{F75197EA-068F-43F5-BCCF-439BB12CEED7}" type="pres">
      <dgm:prSet presAssocID="{291AE741-19A1-4F21-9908-E9000469EA59}" presName="childText" presStyleLbl="conFgAcc1" presStyleIdx="1" presStyleCnt="4">
        <dgm:presLayoutVars>
          <dgm:bulletEnabled val="1"/>
        </dgm:presLayoutVars>
      </dgm:prSet>
      <dgm:spPr/>
    </dgm:pt>
    <dgm:pt modelId="{23B6C78F-ACBF-4924-845E-FAFDDB447D18}" type="pres">
      <dgm:prSet presAssocID="{511CAB5E-EE9A-4C7E-9510-7BD91C098721}" presName="spaceBetweenRectangles" presStyleCnt="0"/>
      <dgm:spPr/>
    </dgm:pt>
    <dgm:pt modelId="{6C64E57A-E0EE-4F1C-8776-21483B94DCEE}" type="pres">
      <dgm:prSet presAssocID="{193B5796-7D2A-4ABE-BA95-429AD295A29A}" presName="parentLin" presStyleCnt="0"/>
      <dgm:spPr/>
    </dgm:pt>
    <dgm:pt modelId="{E99002A2-16F4-413E-97DF-31718C58B4CB}" type="pres">
      <dgm:prSet presAssocID="{193B5796-7D2A-4ABE-BA95-429AD295A29A}" presName="parentLeftMargin" presStyleLbl="node1" presStyleIdx="1" presStyleCnt="4"/>
      <dgm:spPr/>
    </dgm:pt>
    <dgm:pt modelId="{D6D41F2E-85DF-45B8-9A76-93A2696B8755}" type="pres">
      <dgm:prSet presAssocID="{193B5796-7D2A-4ABE-BA95-429AD295A29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0D037AE-192F-4A5F-91FB-A167BD214E24}" type="pres">
      <dgm:prSet presAssocID="{193B5796-7D2A-4ABE-BA95-429AD295A29A}" presName="negativeSpace" presStyleCnt="0"/>
      <dgm:spPr/>
    </dgm:pt>
    <dgm:pt modelId="{061053F6-501F-4B14-BA39-5FB4B02BF6F5}" type="pres">
      <dgm:prSet presAssocID="{193B5796-7D2A-4ABE-BA95-429AD295A29A}" presName="childText" presStyleLbl="conFgAcc1" presStyleIdx="2" presStyleCnt="4">
        <dgm:presLayoutVars>
          <dgm:bulletEnabled val="1"/>
        </dgm:presLayoutVars>
      </dgm:prSet>
      <dgm:spPr/>
    </dgm:pt>
    <dgm:pt modelId="{5EF955AE-CA93-4B97-B104-6651244313FF}" type="pres">
      <dgm:prSet presAssocID="{48F3E54F-E68B-40A3-8653-280E6B9CDDA7}" presName="spaceBetweenRectangles" presStyleCnt="0"/>
      <dgm:spPr/>
    </dgm:pt>
    <dgm:pt modelId="{96651B9B-6C65-41F0-9811-3A92A86C4778}" type="pres">
      <dgm:prSet presAssocID="{1C1EB755-94AC-49E2-9FC6-06DD3F3C94A7}" presName="parentLin" presStyleCnt="0"/>
      <dgm:spPr/>
    </dgm:pt>
    <dgm:pt modelId="{E15ADF22-983C-4A23-A54A-BFC75B95D012}" type="pres">
      <dgm:prSet presAssocID="{1C1EB755-94AC-49E2-9FC6-06DD3F3C94A7}" presName="parentLeftMargin" presStyleLbl="node1" presStyleIdx="2" presStyleCnt="4"/>
      <dgm:spPr/>
    </dgm:pt>
    <dgm:pt modelId="{0BA4B5E1-DED6-4BF7-B3BD-0050AC25C2F9}" type="pres">
      <dgm:prSet presAssocID="{1C1EB755-94AC-49E2-9FC6-06DD3F3C94A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688CB6A-39B4-47D4-A0DC-1D451CA5B00D}" type="pres">
      <dgm:prSet presAssocID="{1C1EB755-94AC-49E2-9FC6-06DD3F3C94A7}" presName="negativeSpace" presStyleCnt="0"/>
      <dgm:spPr/>
    </dgm:pt>
    <dgm:pt modelId="{AE2F4F9B-4191-4658-9C0B-0D47EF653528}" type="pres">
      <dgm:prSet presAssocID="{1C1EB755-94AC-49E2-9FC6-06DD3F3C94A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523510E-7659-44B5-9ACB-227369F9ED4D}" srcId="{94BAFB6B-B720-4BB5-A81F-76FB916DFE7C}" destId="{193B5796-7D2A-4ABE-BA95-429AD295A29A}" srcOrd="2" destOrd="0" parTransId="{E76C13AE-0C27-4A67-BA9A-EBE6959EC9BB}" sibTransId="{48F3E54F-E68B-40A3-8653-280E6B9CDDA7}"/>
    <dgm:cxn modelId="{DB200113-C044-43ED-859A-62D0B4D0504B}" type="presOf" srcId="{94BAFB6B-B720-4BB5-A81F-76FB916DFE7C}" destId="{90D2FBDF-B2F4-420E-9024-F3EB41A0152B}" srcOrd="0" destOrd="0" presId="urn:microsoft.com/office/officeart/2005/8/layout/list1"/>
    <dgm:cxn modelId="{59AA4634-CC61-4786-810D-955D04FE2003}" type="presOf" srcId="{A00776F9-260F-480A-92D8-178D227E0559}" destId="{DC5B7833-A7CD-46DB-A05C-EFD7F795D173}" srcOrd="0" destOrd="0" presId="urn:microsoft.com/office/officeart/2005/8/layout/list1"/>
    <dgm:cxn modelId="{5BDF0238-2887-43EB-8C47-DED2971D39E1}" type="presOf" srcId="{291AE741-19A1-4F21-9908-E9000469EA59}" destId="{347F1553-972C-4B60-89F5-34D2AC1DDA5A}" srcOrd="0" destOrd="0" presId="urn:microsoft.com/office/officeart/2005/8/layout/list1"/>
    <dgm:cxn modelId="{A010723E-0DF7-4183-915A-9D30878FD084}" type="presOf" srcId="{193B5796-7D2A-4ABE-BA95-429AD295A29A}" destId="{D6D41F2E-85DF-45B8-9A76-93A2696B8755}" srcOrd="1" destOrd="0" presId="urn:microsoft.com/office/officeart/2005/8/layout/list1"/>
    <dgm:cxn modelId="{73CCF84C-FE38-4CCD-8F1B-841BACFE0B3C}" srcId="{94BAFB6B-B720-4BB5-A81F-76FB916DFE7C}" destId="{A00776F9-260F-480A-92D8-178D227E0559}" srcOrd="0" destOrd="0" parTransId="{E3BD2F3B-9379-4A3A-B0A1-C7B531A335EC}" sibTransId="{ED696679-E027-461A-94C4-780284D7F7B8}"/>
    <dgm:cxn modelId="{9AD7406F-2BB1-45D3-90E9-CA204434ECCE}" type="presOf" srcId="{291AE741-19A1-4F21-9908-E9000469EA59}" destId="{A4DBA456-5C7E-44C4-A4EC-3CEC69B98C85}" srcOrd="1" destOrd="0" presId="urn:microsoft.com/office/officeart/2005/8/layout/list1"/>
    <dgm:cxn modelId="{F7F2C379-CC86-4216-BEE2-7C6A485F546F}" type="presOf" srcId="{1C1EB755-94AC-49E2-9FC6-06DD3F3C94A7}" destId="{E15ADF22-983C-4A23-A54A-BFC75B95D012}" srcOrd="0" destOrd="0" presId="urn:microsoft.com/office/officeart/2005/8/layout/list1"/>
    <dgm:cxn modelId="{082D0683-2C00-48EB-9553-02142F423973}" type="presOf" srcId="{A00776F9-260F-480A-92D8-178D227E0559}" destId="{B8055738-835B-4AA4-AEE8-7EF5D64841A1}" srcOrd="1" destOrd="0" presId="urn:microsoft.com/office/officeart/2005/8/layout/list1"/>
    <dgm:cxn modelId="{A7494B86-41A2-403D-A80E-7E0A3B76FD4A}" srcId="{94BAFB6B-B720-4BB5-A81F-76FB916DFE7C}" destId="{1C1EB755-94AC-49E2-9FC6-06DD3F3C94A7}" srcOrd="3" destOrd="0" parTransId="{C4A7BB81-8DB8-4C08-ABAB-12087442EAAD}" sibTransId="{211AD1F7-7A93-4BC5-A182-8CA9A31BE4F4}"/>
    <dgm:cxn modelId="{4F3B2391-0C5C-4440-A25C-0C044666E9DA}" srcId="{94BAFB6B-B720-4BB5-A81F-76FB916DFE7C}" destId="{291AE741-19A1-4F21-9908-E9000469EA59}" srcOrd="1" destOrd="0" parTransId="{3DC3ECD0-E7C4-4ACF-9344-ED242BCE5304}" sibTransId="{511CAB5E-EE9A-4C7E-9510-7BD91C098721}"/>
    <dgm:cxn modelId="{DA5F64BB-3BD1-4301-9DFA-D57686ECBF64}" type="presOf" srcId="{1C1EB755-94AC-49E2-9FC6-06DD3F3C94A7}" destId="{0BA4B5E1-DED6-4BF7-B3BD-0050AC25C2F9}" srcOrd="1" destOrd="0" presId="urn:microsoft.com/office/officeart/2005/8/layout/list1"/>
    <dgm:cxn modelId="{FDEC9BE3-82AE-4F74-93EA-40ABF8468B13}" type="presOf" srcId="{193B5796-7D2A-4ABE-BA95-429AD295A29A}" destId="{E99002A2-16F4-413E-97DF-31718C58B4CB}" srcOrd="0" destOrd="0" presId="urn:microsoft.com/office/officeart/2005/8/layout/list1"/>
    <dgm:cxn modelId="{1A612818-4E1F-460C-9BA4-4F3DCD34D60B}" type="presParOf" srcId="{90D2FBDF-B2F4-420E-9024-F3EB41A0152B}" destId="{57068F1E-7407-4D05-AFCA-1FE69A3E19F8}" srcOrd="0" destOrd="0" presId="urn:microsoft.com/office/officeart/2005/8/layout/list1"/>
    <dgm:cxn modelId="{06F548FD-7170-4B57-A548-D2779B87808B}" type="presParOf" srcId="{57068F1E-7407-4D05-AFCA-1FE69A3E19F8}" destId="{DC5B7833-A7CD-46DB-A05C-EFD7F795D173}" srcOrd="0" destOrd="0" presId="urn:microsoft.com/office/officeart/2005/8/layout/list1"/>
    <dgm:cxn modelId="{D7539FF6-E9A3-4BF8-94A2-3FEF3508F6FD}" type="presParOf" srcId="{57068F1E-7407-4D05-AFCA-1FE69A3E19F8}" destId="{B8055738-835B-4AA4-AEE8-7EF5D64841A1}" srcOrd="1" destOrd="0" presId="urn:microsoft.com/office/officeart/2005/8/layout/list1"/>
    <dgm:cxn modelId="{4014F6E7-A3F0-4DC9-ACB9-D03D7915664D}" type="presParOf" srcId="{90D2FBDF-B2F4-420E-9024-F3EB41A0152B}" destId="{0E4F2265-2C17-4B01-BD83-497356D1E78D}" srcOrd="1" destOrd="0" presId="urn:microsoft.com/office/officeart/2005/8/layout/list1"/>
    <dgm:cxn modelId="{038F7C81-60E8-451B-994E-4E18BA8BFF6C}" type="presParOf" srcId="{90D2FBDF-B2F4-420E-9024-F3EB41A0152B}" destId="{4E628121-7E33-40CD-B43C-3D112A49B9DE}" srcOrd="2" destOrd="0" presId="urn:microsoft.com/office/officeart/2005/8/layout/list1"/>
    <dgm:cxn modelId="{60B97DB5-B084-41FC-ACAD-05911E3DD00C}" type="presParOf" srcId="{90D2FBDF-B2F4-420E-9024-F3EB41A0152B}" destId="{5A12F493-4956-4084-AAC5-BE80816DA181}" srcOrd="3" destOrd="0" presId="urn:microsoft.com/office/officeart/2005/8/layout/list1"/>
    <dgm:cxn modelId="{DAB84800-DA25-47AB-ABAD-E0136E2A2BC1}" type="presParOf" srcId="{90D2FBDF-B2F4-420E-9024-F3EB41A0152B}" destId="{5EF2DF05-AF25-4FE0-8AD1-84139E360CAF}" srcOrd="4" destOrd="0" presId="urn:microsoft.com/office/officeart/2005/8/layout/list1"/>
    <dgm:cxn modelId="{7A519F5E-A9DB-4030-B29F-2E9B4D177693}" type="presParOf" srcId="{5EF2DF05-AF25-4FE0-8AD1-84139E360CAF}" destId="{347F1553-972C-4B60-89F5-34D2AC1DDA5A}" srcOrd="0" destOrd="0" presId="urn:microsoft.com/office/officeart/2005/8/layout/list1"/>
    <dgm:cxn modelId="{39C95BA3-0FCD-4B34-A3C6-CB2838DDA830}" type="presParOf" srcId="{5EF2DF05-AF25-4FE0-8AD1-84139E360CAF}" destId="{A4DBA456-5C7E-44C4-A4EC-3CEC69B98C85}" srcOrd="1" destOrd="0" presId="urn:microsoft.com/office/officeart/2005/8/layout/list1"/>
    <dgm:cxn modelId="{251ACAA7-7766-4E30-8A30-43EBE4E45117}" type="presParOf" srcId="{90D2FBDF-B2F4-420E-9024-F3EB41A0152B}" destId="{B682241D-2A6E-4E24-9036-6B779F26EFB7}" srcOrd="5" destOrd="0" presId="urn:microsoft.com/office/officeart/2005/8/layout/list1"/>
    <dgm:cxn modelId="{3F65B61C-BF1A-4836-B45B-5DEB76731B8F}" type="presParOf" srcId="{90D2FBDF-B2F4-420E-9024-F3EB41A0152B}" destId="{F75197EA-068F-43F5-BCCF-439BB12CEED7}" srcOrd="6" destOrd="0" presId="urn:microsoft.com/office/officeart/2005/8/layout/list1"/>
    <dgm:cxn modelId="{70C5EAF9-331A-4BCE-B53C-511A37B6591F}" type="presParOf" srcId="{90D2FBDF-B2F4-420E-9024-F3EB41A0152B}" destId="{23B6C78F-ACBF-4924-845E-FAFDDB447D18}" srcOrd="7" destOrd="0" presId="urn:microsoft.com/office/officeart/2005/8/layout/list1"/>
    <dgm:cxn modelId="{B92303D6-E883-4D6E-A22B-759F8D6BA38B}" type="presParOf" srcId="{90D2FBDF-B2F4-420E-9024-F3EB41A0152B}" destId="{6C64E57A-E0EE-4F1C-8776-21483B94DCEE}" srcOrd="8" destOrd="0" presId="urn:microsoft.com/office/officeart/2005/8/layout/list1"/>
    <dgm:cxn modelId="{409F6F1A-CD6F-44FA-903D-96535E9A99F8}" type="presParOf" srcId="{6C64E57A-E0EE-4F1C-8776-21483B94DCEE}" destId="{E99002A2-16F4-413E-97DF-31718C58B4CB}" srcOrd="0" destOrd="0" presId="urn:microsoft.com/office/officeart/2005/8/layout/list1"/>
    <dgm:cxn modelId="{FAB17A6A-890E-48F6-82E0-00BF7F96F85D}" type="presParOf" srcId="{6C64E57A-E0EE-4F1C-8776-21483B94DCEE}" destId="{D6D41F2E-85DF-45B8-9A76-93A2696B8755}" srcOrd="1" destOrd="0" presId="urn:microsoft.com/office/officeart/2005/8/layout/list1"/>
    <dgm:cxn modelId="{0D7690A3-0AE9-4054-ADB1-B8E491C3ADB6}" type="presParOf" srcId="{90D2FBDF-B2F4-420E-9024-F3EB41A0152B}" destId="{10D037AE-192F-4A5F-91FB-A167BD214E24}" srcOrd="9" destOrd="0" presId="urn:microsoft.com/office/officeart/2005/8/layout/list1"/>
    <dgm:cxn modelId="{83D64901-F69E-472D-986C-6FA49C495DF4}" type="presParOf" srcId="{90D2FBDF-B2F4-420E-9024-F3EB41A0152B}" destId="{061053F6-501F-4B14-BA39-5FB4B02BF6F5}" srcOrd="10" destOrd="0" presId="urn:microsoft.com/office/officeart/2005/8/layout/list1"/>
    <dgm:cxn modelId="{EA7D70FE-6804-4ADB-9E98-719D518AE0B6}" type="presParOf" srcId="{90D2FBDF-B2F4-420E-9024-F3EB41A0152B}" destId="{5EF955AE-CA93-4B97-B104-6651244313FF}" srcOrd="11" destOrd="0" presId="urn:microsoft.com/office/officeart/2005/8/layout/list1"/>
    <dgm:cxn modelId="{4B78A635-9C2B-450E-809B-3E56EDB62D7A}" type="presParOf" srcId="{90D2FBDF-B2F4-420E-9024-F3EB41A0152B}" destId="{96651B9B-6C65-41F0-9811-3A92A86C4778}" srcOrd="12" destOrd="0" presId="urn:microsoft.com/office/officeart/2005/8/layout/list1"/>
    <dgm:cxn modelId="{B06DA94F-E61E-4061-BA5D-D005FEF0D583}" type="presParOf" srcId="{96651B9B-6C65-41F0-9811-3A92A86C4778}" destId="{E15ADF22-983C-4A23-A54A-BFC75B95D012}" srcOrd="0" destOrd="0" presId="urn:microsoft.com/office/officeart/2005/8/layout/list1"/>
    <dgm:cxn modelId="{29171252-6184-43E4-8C09-3A9198B922A0}" type="presParOf" srcId="{96651B9B-6C65-41F0-9811-3A92A86C4778}" destId="{0BA4B5E1-DED6-4BF7-B3BD-0050AC25C2F9}" srcOrd="1" destOrd="0" presId="urn:microsoft.com/office/officeart/2005/8/layout/list1"/>
    <dgm:cxn modelId="{EBCBC8B5-8387-467A-B091-20DCD315A020}" type="presParOf" srcId="{90D2FBDF-B2F4-420E-9024-F3EB41A0152B}" destId="{7688CB6A-39B4-47D4-A0DC-1D451CA5B00D}" srcOrd="13" destOrd="0" presId="urn:microsoft.com/office/officeart/2005/8/layout/list1"/>
    <dgm:cxn modelId="{D0ADAD0E-F17B-4C7B-9EFA-CF83FC6DC5E1}" type="presParOf" srcId="{90D2FBDF-B2F4-420E-9024-F3EB41A0152B}" destId="{AE2F4F9B-4191-4658-9C0B-0D47EF653528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ADBB8C-E757-4FA2-9ADD-B6540CF92D90}">
      <dsp:nvSpPr>
        <dsp:cNvPr id="0" name=""/>
        <dsp:cNvSpPr/>
      </dsp:nvSpPr>
      <dsp:spPr>
        <a:xfrm rot="16200000">
          <a:off x="2652617" y="623104"/>
          <a:ext cx="1319436" cy="806315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91440" tIns="152400" rIns="137160" bIns="1524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软件</a:t>
          </a:r>
        </a:p>
      </dsp:txBody>
      <dsp:txXfrm rot="5400000">
        <a:off x="2948545" y="405912"/>
        <a:ext cx="766947" cy="1240700"/>
      </dsp:txXfrm>
    </dsp:sp>
    <dsp:sp modelId="{205C0DDE-3B4D-49A7-B301-0D2F2E8C20BD}">
      <dsp:nvSpPr>
        <dsp:cNvPr id="0" name=""/>
        <dsp:cNvSpPr/>
      </dsp:nvSpPr>
      <dsp:spPr>
        <a:xfrm rot="5400000">
          <a:off x="3495546" y="623104"/>
          <a:ext cx="1319436" cy="806315"/>
        </a:xfrm>
        <a:prstGeom prst="round2SameRect">
          <a:avLst>
            <a:gd name="adj1" fmla="val 16670"/>
            <a:gd name="adj2" fmla="val 0"/>
          </a:avLst>
        </a:prstGeom>
        <a:solidFill>
          <a:schemeClr val="accent4">
            <a:tint val="50000"/>
            <a:hueOff val="-2112245"/>
            <a:satOff val="12220"/>
            <a:lumOff val="14114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37160" tIns="152400" rIns="91440" bIns="152400" numCol="1" spcCol="1270" anchor="t" anchorCtr="0">
          <a:noAutofit/>
        </a:bodyPr>
        <a:lstStyle/>
        <a:p>
          <a:pPr marL="0" lvl="0" indent="0" algn="l" defTabSz="1066800">
            <a:lnSpc>
              <a:spcPts val="18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</a:t>
          </a:r>
        </a:p>
        <a:p>
          <a:pPr marL="0" lvl="0" indent="0" algn="l" defTabSz="1066800">
            <a:lnSpc>
              <a:spcPts val="18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</a:t>
          </a:r>
        </a:p>
        <a:p>
          <a:pPr marL="0" lvl="0" indent="0" algn="l" defTabSz="1066800">
            <a:lnSpc>
              <a:spcPts val="18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</a:t>
          </a:r>
          <a:endParaRPr lang="zh-CN" altLang="en-US" sz="2400" kern="1200" dirty="0">
            <a:solidFill>
              <a:schemeClr val="tx2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3752106" y="405912"/>
        <a:ext cx="766947" cy="1240700"/>
      </dsp:txXfrm>
    </dsp:sp>
    <dsp:sp modelId="{73C50A2E-5C6B-4ACE-9EDB-B4828CA2C606}">
      <dsp:nvSpPr>
        <dsp:cNvPr id="0" name=""/>
        <dsp:cNvSpPr/>
      </dsp:nvSpPr>
      <dsp:spPr>
        <a:xfrm>
          <a:off x="3312253" y="0"/>
          <a:ext cx="842928" cy="842887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F8C214-D288-4BB8-A43C-86048F2D393B}">
      <dsp:nvSpPr>
        <dsp:cNvPr id="0" name=""/>
        <dsp:cNvSpPr/>
      </dsp:nvSpPr>
      <dsp:spPr>
        <a:xfrm rot="10800000">
          <a:off x="3312253" y="1209432"/>
          <a:ext cx="842928" cy="842887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solidFill>
          <a:schemeClr val="accent4">
            <a:hueOff val="-3492608"/>
            <a:satOff val="-42342"/>
            <a:lumOff val="21961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F95A48-F0CF-4775-8DB9-300831875DF7}">
      <dsp:nvSpPr>
        <dsp:cNvPr id="0" name=""/>
        <dsp:cNvSpPr/>
      </dsp:nvSpPr>
      <dsp:spPr>
        <a:xfrm rot="10800000">
          <a:off x="0" y="0"/>
          <a:ext cx="4636813" cy="1650124"/>
        </a:xfrm>
        <a:prstGeom prst="trapezoid">
          <a:avLst>
            <a:gd name="adj" fmla="val 46833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Windows server 2003 </a:t>
          </a:r>
          <a:r>
            <a:rPr lang="en-US" altLang="zh-CN" sz="2400" kern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5000</a:t>
          </a:r>
          <a:r>
            <a: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万行</a:t>
          </a:r>
        </a:p>
      </dsp:txBody>
      <dsp:txXfrm rot="-10800000">
        <a:off x="811442" y="0"/>
        <a:ext cx="3013929" cy="1650124"/>
      </dsp:txXfrm>
    </dsp:sp>
    <dsp:sp modelId="{17973BB9-63FC-4D48-9222-705CE0616B18}">
      <dsp:nvSpPr>
        <dsp:cNvPr id="0" name=""/>
        <dsp:cNvSpPr/>
      </dsp:nvSpPr>
      <dsp:spPr>
        <a:xfrm rot="10800000">
          <a:off x="788273" y="1650124"/>
          <a:ext cx="3060266" cy="1650124"/>
        </a:xfrm>
        <a:prstGeom prst="trapezoid">
          <a:avLst>
            <a:gd name="adj" fmla="val 46833"/>
          </a:avLst>
        </a:prstGeom>
        <a:solidFill>
          <a:schemeClr val="accent5">
            <a:hueOff val="5990604"/>
            <a:satOff val="-24945"/>
            <a:lumOff val="156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Windows2000</a:t>
          </a:r>
          <a:r>
            <a:rPr lang="en-US" altLang="zh-CN" sz="23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</a:t>
          </a:r>
          <a:r>
            <a:rPr lang="en-US" altLang="zh-CN" sz="2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2900</a:t>
          </a:r>
          <a:r>
            <a: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万行</a:t>
          </a:r>
        </a:p>
      </dsp:txBody>
      <dsp:txXfrm rot="-10800000">
        <a:off x="1323820" y="1650124"/>
        <a:ext cx="1989173" cy="1650124"/>
      </dsp:txXfrm>
    </dsp:sp>
    <dsp:sp modelId="{7F0A67D0-3B72-405E-AD96-4F59D97A23B6}">
      <dsp:nvSpPr>
        <dsp:cNvPr id="0" name=""/>
        <dsp:cNvSpPr/>
      </dsp:nvSpPr>
      <dsp:spPr>
        <a:xfrm rot="10800000">
          <a:off x="1545604" y="3300247"/>
          <a:ext cx="1545604" cy="1650124"/>
        </a:xfrm>
        <a:prstGeom prst="trapezoid">
          <a:avLst>
            <a:gd name="adj" fmla="val 50000"/>
          </a:avLst>
        </a:prstGeom>
        <a:solidFill>
          <a:schemeClr val="accent5">
            <a:hueOff val="11981208"/>
            <a:satOff val="-49891"/>
            <a:lumOff val="313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Windows NT3.1    </a:t>
          </a:r>
          <a:r>
            <a:rPr lang="en-US" altLang="zh-CN" sz="2400" kern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500</a:t>
          </a:r>
          <a:r>
            <a: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万行</a:t>
          </a:r>
        </a:p>
      </dsp:txBody>
      <dsp:txXfrm rot="-10800000">
        <a:off x="1545604" y="3300247"/>
        <a:ext cx="1545604" cy="16501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1270F1-ED07-47AF-AE91-6F9EDE074BEB}">
      <dsp:nvSpPr>
        <dsp:cNvPr id="0" name=""/>
        <dsp:cNvSpPr/>
      </dsp:nvSpPr>
      <dsp:spPr>
        <a:xfrm rot="10800000">
          <a:off x="0" y="0"/>
          <a:ext cx="4685176" cy="1651401"/>
        </a:xfrm>
        <a:prstGeom prst="trapezoid">
          <a:avLst>
            <a:gd name="adj" fmla="val 47285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Linux kernel 3.6           1590</a:t>
          </a:r>
          <a:r>
            <a: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万行</a:t>
          </a:r>
        </a:p>
      </dsp:txBody>
      <dsp:txXfrm rot="-10800000">
        <a:off x="819905" y="0"/>
        <a:ext cx="3045364" cy="1651401"/>
      </dsp:txXfrm>
    </dsp:sp>
    <dsp:sp modelId="{E308D6F8-E569-487A-AFD0-EF56858DB1EB}">
      <dsp:nvSpPr>
        <dsp:cNvPr id="0" name=""/>
        <dsp:cNvSpPr/>
      </dsp:nvSpPr>
      <dsp:spPr>
        <a:xfrm rot="10800000">
          <a:off x="780862" y="1651401"/>
          <a:ext cx="3123450" cy="1651401"/>
        </a:xfrm>
        <a:prstGeom prst="trapezoid">
          <a:avLst>
            <a:gd name="adj" fmla="val 47285"/>
          </a:avLst>
        </a:prstGeom>
        <a:solidFill>
          <a:schemeClr val="accent3">
            <a:hueOff val="-1881798"/>
            <a:satOff val="16140"/>
            <a:lumOff val="-764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Linux kernel 2.6.29        1100</a:t>
          </a:r>
          <a:r>
            <a: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万行</a:t>
          </a:r>
        </a:p>
      </dsp:txBody>
      <dsp:txXfrm rot="-10800000">
        <a:off x="1327466" y="1651401"/>
        <a:ext cx="2030242" cy="1651401"/>
      </dsp:txXfrm>
    </dsp:sp>
    <dsp:sp modelId="{83DA2D10-F66B-496D-BC69-44C17D199E84}">
      <dsp:nvSpPr>
        <dsp:cNvPr id="0" name=""/>
        <dsp:cNvSpPr/>
      </dsp:nvSpPr>
      <dsp:spPr>
        <a:xfrm rot="10800000">
          <a:off x="1561725" y="3302803"/>
          <a:ext cx="1561725" cy="1651401"/>
        </a:xfrm>
        <a:prstGeom prst="trapezoid">
          <a:avLst>
            <a:gd name="adj" fmla="val 50000"/>
          </a:avLst>
        </a:prstGeom>
        <a:solidFill>
          <a:schemeClr val="accent3">
            <a:hueOff val="-3763596"/>
            <a:satOff val="32281"/>
            <a:lumOff val="-1529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Linux kernel 2.6.0 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500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rPr>
            <a:t>万行</a:t>
          </a:r>
        </a:p>
      </dsp:txBody>
      <dsp:txXfrm rot="-10800000">
        <a:off x="1561725" y="3302803"/>
        <a:ext cx="1561725" cy="16514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0FA893-36A8-4F89-AF82-2AFEFA01C8DD}">
      <dsp:nvSpPr>
        <dsp:cNvPr id="0" name=""/>
        <dsp:cNvSpPr/>
      </dsp:nvSpPr>
      <dsp:spPr>
        <a:xfrm>
          <a:off x="-4630735" y="-709941"/>
          <a:ext cx="5516056" cy="5516056"/>
        </a:xfrm>
        <a:prstGeom prst="blockArc">
          <a:avLst>
            <a:gd name="adj1" fmla="val 18900000"/>
            <a:gd name="adj2" fmla="val 2700000"/>
            <a:gd name="adj3" fmla="val 392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A2D2A7-452F-4CB5-B777-67B98D9A4153}">
      <dsp:nvSpPr>
        <dsp:cNvPr id="0" name=""/>
        <dsp:cNvSpPr/>
      </dsp:nvSpPr>
      <dsp:spPr>
        <a:xfrm>
          <a:off x="569381" y="409617"/>
          <a:ext cx="4597164" cy="81923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50267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增加攻击途径</a:t>
          </a:r>
        </a:p>
      </dsp:txBody>
      <dsp:txXfrm>
        <a:off x="569381" y="409617"/>
        <a:ext cx="4597164" cy="819234"/>
      </dsp:txXfrm>
    </dsp:sp>
    <dsp:sp modelId="{9A977418-A078-4501-91B2-82C7ACCC2972}">
      <dsp:nvSpPr>
        <dsp:cNvPr id="0" name=""/>
        <dsp:cNvSpPr/>
      </dsp:nvSpPr>
      <dsp:spPr>
        <a:xfrm>
          <a:off x="57359" y="307212"/>
          <a:ext cx="1024043" cy="1024043"/>
        </a:xfrm>
        <a:prstGeom prst="ellipse">
          <a:avLst/>
        </a:prstGeom>
        <a:solidFill>
          <a:schemeClr val="accent1"/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8746CA8F-4395-4AD2-8716-14E5D38416D8}">
      <dsp:nvSpPr>
        <dsp:cNvPr id="0" name=""/>
        <dsp:cNvSpPr/>
      </dsp:nvSpPr>
      <dsp:spPr>
        <a:xfrm>
          <a:off x="867173" y="1638469"/>
          <a:ext cx="4299372" cy="819234"/>
        </a:xfrm>
        <a:prstGeom prst="rect">
          <a:avLst/>
        </a:prstGeom>
        <a:gradFill rotWithShape="0">
          <a:gsLst>
            <a:gs pos="0">
              <a:schemeClr val="accent4">
                <a:hueOff val="-1746304"/>
                <a:satOff val="-21171"/>
                <a:lumOff val="10981"/>
                <a:alphaOff val="0"/>
                <a:tint val="50000"/>
                <a:satMod val="300000"/>
              </a:schemeClr>
            </a:gs>
            <a:gs pos="35000">
              <a:schemeClr val="accent4">
                <a:hueOff val="-1746304"/>
                <a:satOff val="-21171"/>
                <a:lumOff val="10981"/>
                <a:alphaOff val="0"/>
                <a:tint val="37000"/>
                <a:satMod val="300000"/>
              </a:schemeClr>
            </a:gs>
            <a:gs pos="100000">
              <a:schemeClr val="accent4">
                <a:hueOff val="-1746304"/>
                <a:satOff val="-21171"/>
                <a:lumOff val="1098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50267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降低攻击难度</a:t>
          </a:r>
        </a:p>
      </dsp:txBody>
      <dsp:txXfrm>
        <a:off x="867173" y="1638469"/>
        <a:ext cx="4299372" cy="819234"/>
      </dsp:txXfrm>
    </dsp:sp>
    <dsp:sp modelId="{3686F50E-219D-4276-890A-76B27DAC82F6}">
      <dsp:nvSpPr>
        <dsp:cNvPr id="0" name=""/>
        <dsp:cNvSpPr/>
      </dsp:nvSpPr>
      <dsp:spPr>
        <a:xfrm>
          <a:off x="355151" y="1536064"/>
          <a:ext cx="1024043" cy="1024043"/>
        </a:xfrm>
        <a:prstGeom prst="ellipse">
          <a:avLst/>
        </a:prstGeom>
        <a:solidFill>
          <a:schemeClr val="accent1"/>
        </a:solidFill>
        <a:ln w="9525" cap="flat" cmpd="sng" algn="ctr">
          <a:solidFill>
            <a:schemeClr val="accent4">
              <a:hueOff val="-1746304"/>
              <a:satOff val="-21171"/>
              <a:lumOff val="1098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EF33D60F-B78D-49BE-A49A-E43558B179E7}">
      <dsp:nvSpPr>
        <dsp:cNvPr id="0" name=""/>
        <dsp:cNvSpPr/>
      </dsp:nvSpPr>
      <dsp:spPr>
        <a:xfrm>
          <a:off x="569381" y="2867321"/>
          <a:ext cx="4597164" cy="819234"/>
        </a:xfrm>
        <a:prstGeom prst="rect">
          <a:avLst/>
        </a:prstGeom>
        <a:gradFill rotWithShape="0">
          <a:gsLst>
            <a:gs pos="0">
              <a:schemeClr val="accent4">
                <a:hueOff val="-3492608"/>
                <a:satOff val="-42342"/>
                <a:lumOff val="21961"/>
                <a:alphaOff val="0"/>
                <a:tint val="50000"/>
                <a:satMod val="300000"/>
              </a:schemeClr>
            </a:gs>
            <a:gs pos="35000">
              <a:schemeClr val="accent4">
                <a:hueOff val="-3492608"/>
                <a:satOff val="-42342"/>
                <a:lumOff val="21961"/>
                <a:alphaOff val="0"/>
                <a:tint val="37000"/>
                <a:satMod val="300000"/>
              </a:schemeClr>
            </a:gs>
            <a:gs pos="100000">
              <a:schemeClr val="accent4">
                <a:hueOff val="-3492608"/>
                <a:satOff val="-42342"/>
                <a:lumOff val="21961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50267" tIns="71120" rIns="71120" bIns="7112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损失更加严重</a:t>
          </a:r>
        </a:p>
      </dsp:txBody>
      <dsp:txXfrm>
        <a:off x="569381" y="2867321"/>
        <a:ext cx="4597164" cy="819234"/>
      </dsp:txXfrm>
    </dsp:sp>
    <dsp:sp modelId="{0C68FECF-EAFD-42FA-AFF3-97422F79BCD5}">
      <dsp:nvSpPr>
        <dsp:cNvPr id="0" name=""/>
        <dsp:cNvSpPr/>
      </dsp:nvSpPr>
      <dsp:spPr>
        <a:xfrm>
          <a:off x="57359" y="2764916"/>
          <a:ext cx="1024043" cy="1024043"/>
        </a:xfrm>
        <a:prstGeom prst="ellipse">
          <a:avLst/>
        </a:prstGeom>
        <a:solidFill>
          <a:schemeClr val="accent1"/>
        </a:solidFill>
        <a:ln w="9525" cap="flat" cmpd="sng" algn="ctr">
          <a:solidFill>
            <a:schemeClr val="accent4">
              <a:hueOff val="-3492608"/>
              <a:satOff val="-42342"/>
              <a:lumOff val="2196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0104BF-6FA8-4BAC-873B-0351DD8E1AFA}">
      <dsp:nvSpPr>
        <dsp:cNvPr id="0" name=""/>
        <dsp:cNvSpPr/>
      </dsp:nvSpPr>
      <dsp:spPr>
        <a:xfrm rot="16200000">
          <a:off x="348" y="466777"/>
          <a:ext cx="3061017" cy="3061017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增加用户体验</a:t>
          </a:r>
          <a:endParaRPr lang="en-US" altLang="zh-CN" sz="24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适应需求的变化</a:t>
          </a:r>
        </a:p>
      </dsp:txBody>
      <dsp:txXfrm rot="5400000">
        <a:off x="348" y="1232031"/>
        <a:ext cx="2525339" cy="1530509"/>
      </dsp:txXfrm>
    </dsp:sp>
    <dsp:sp modelId="{3403E1F5-5249-4ADC-AFFA-4A1302105D3E}">
      <dsp:nvSpPr>
        <dsp:cNvPr id="0" name=""/>
        <dsp:cNvSpPr/>
      </dsp:nvSpPr>
      <dsp:spPr>
        <a:xfrm rot="5400000">
          <a:off x="3258154" y="466777"/>
          <a:ext cx="3061017" cy="3061017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5">
                <a:hueOff val="11981208"/>
                <a:satOff val="-49891"/>
                <a:lumOff val="3137"/>
                <a:alphaOff val="0"/>
                <a:shade val="51000"/>
                <a:satMod val="130000"/>
              </a:schemeClr>
            </a:gs>
            <a:gs pos="80000">
              <a:schemeClr val="accent5">
                <a:hueOff val="11981208"/>
                <a:satOff val="-49891"/>
                <a:lumOff val="3137"/>
                <a:alphaOff val="0"/>
                <a:shade val="93000"/>
                <a:satMod val="130000"/>
              </a:schemeClr>
            </a:gs>
            <a:gs pos="100000">
              <a:schemeClr val="accent5">
                <a:hueOff val="11981208"/>
                <a:satOff val="-49891"/>
                <a:lumOff val="313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恶意代码的嵌入</a:t>
          </a:r>
          <a:endParaRPr lang="en-US" altLang="zh-CN" sz="24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安全分析困难</a:t>
          </a:r>
        </a:p>
      </dsp:txBody>
      <dsp:txXfrm rot="-5400000">
        <a:off x="3793832" y="1232031"/>
        <a:ext cx="2525339" cy="153050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872DD2-F85C-4953-928F-E6E2F8614CCC}">
      <dsp:nvSpPr>
        <dsp:cNvPr id="0" name=""/>
        <dsp:cNvSpPr/>
      </dsp:nvSpPr>
      <dsp:spPr>
        <a:xfrm rot="5400000">
          <a:off x="880717" y="1503719"/>
          <a:ext cx="772697" cy="1285751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335025-29BD-4491-ADA1-77D0041B0514}">
      <dsp:nvSpPr>
        <dsp:cNvPr id="0" name=""/>
        <dsp:cNvSpPr/>
      </dsp:nvSpPr>
      <dsp:spPr>
        <a:xfrm>
          <a:off x="751735" y="1887882"/>
          <a:ext cx="1160783" cy="1017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栈溢出</a:t>
          </a:r>
        </a:p>
      </dsp:txBody>
      <dsp:txXfrm>
        <a:off x="751735" y="1887882"/>
        <a:ext cx="1160783" cy="1017494"/>
      </dsp:txXfrm>
    </dsp:sp>
    <dsp:sp modelId="{8F900650-3E75-499E-814F-157814271D85}">
      <dsp:nvSpPr>
        <dsp:cNvPr id="0" name=""/>
        <dsp:cNvSpPr/>
      </dsp:nvSpPr>
      <dsp:spPr>
        <a:xfrm>
          <a:off x="1693503" y="1409061"/>
          <a:ext cx="219015" cy="219015"/>
        </a:xfrm>
        <a:prstGeom prst="triangle">
          <a:avLst>
            <a:gd name="adj" fmla="val 100000"/>
          </a:avLst>
        </a:prstGeom>
        <a:solidFill>
          <a:schemeClr val="accent4">
            <a:hueOff val="-349261"/>
            <a:satOff val="-4234"/>
            <a:lumOff val="2196"/>
            <a:alphaOff val="0"/>
          </a:schemeClr>
        </a:solidFill>
        <a:ln w="25400" cap="flat" cmpd="sng" algn="ctr">
          <a:solidFill>
            <a:schemeClr val="accent4">
              <a:hueOff val="-349261"/>
              <a:satOff val="-4234"/>
              <a:lumOff val="21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ECC3AC-3FFD-45E5-91B2-F19F94F2C391}">
      <dsp:nvSpPr>
        <dsp:cNvPr id="0" name=""/>
        <dsp:cNvSpPr/>
      </dsp:nvSpPr>
      <dsp:spPr>
        <a:xfrm rot="5400000">
          <a:off x="2301743" y="1152085"/>
          <a:ext cx="772697" cy="1285751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-698522"/>
            <a:satOff val="-8468"/>
            <a:lumOff val="4392"/>
            <a:alphaOff val="0"/>
          </a:schemeClr>
        </a:solidFill>
        <a:ln w="25400" cap="flat" cmpd="sng" algn="ctr">
          <a:solidFill>
            <a:schemeClr val="accent4">
              <a:hueOff val="-698522"/>
              <a:satOff val="-8468"/>
              <a:lumOff val="4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9F6980-CFAC-4A22-8284-40B79368753E}">
      <dsp:nvSpPr>
        <dsp:cNvPr id="0" name=""/>
        <dsp:cNvSpPr/>
      </dsp:nvSpPr>
      <dsp:spPr>
        <a:xfrm>
          <a:off x="2172761" y="1536248"/>
          <a:ext cx="1160783" cy="1017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堆溢出</a:t>
          </a:r>
        </a:p>
      </dsp:txBody>
      <dsp:txXfrm>
        <a:off x="2172761" y="1536248"/>
        <a:ext cx="1160783" cy="1017494"/>
      </dsp:txXfrm>
    </dsp:sp>
    <dsp:sp modelId="{A4B51DC3-C352-4B85-BBEF-590F754759AF}">
      <dsp:nvSpPr>
        <dsp:cNvPr id="0" name=""/>
        <dsp:cNvSpPr/>
      </dsp:nvSpPr>
      <dsp:spPr>
        <a:xfrm>
          <a:off x="3114529" y="1057427"/>
          <a:ext cx="219015" cy="219015"/>
        </a:xfrm>
        <a:prstGeom prst="triangle">
          <a:avLst>
            <a:gd name="adj" fmla="val 100000"/>
          </a:avLst>
        </a:prstGeom>
        <a:solidFill>
          <a:schemeClr val="accent4">
            <a:hueOff val="-1047782"/>
            <a:satOff val="-12703"/>
            <a:lumOff val="6588"/>
            <a:alphaOff val="0"/>
          </a:schemeClr>
        </a:solidFill>
        <a:ln w="25400" cap="flat" cmpd="sng" algn="ctr">
          <a:solidFill>
            <a:schemeClr val="accent4">
              <a:hueOff val="-1047782"/>
              <a:satOff val="-12703"/>
              <a:lumOff val="6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EEF0CF-37EB-4220-8F83-54F273B1884F}">
      <dsp:nvSpPr>
        <dsp:cNvPr id="0" name=""/>
        <dsp:cNvSpPr/>
      </dsp:nvSpPr>
      <dsp:spPr>
        <a:xfrm rot="5400000">
          <a:off x="3722769" y="800451"/>
          <a:ext cx="772697" cy="1285751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-1397043"/>
            <a:satOff val="-16937"/>
            <a:lumOff val="8784"/>
            <a:alphaOff val="0"/>
          </a:schemeClr>
        </a:solidFill>
        <a:ln w="25400" cap="flat" cmpd="sng" algn="ctr">
          <a:solidFill>
            <a:schemeClr val="accent4">
              <a:hueOff val="-1397043"/>
              <a:satOff val="-16937"/>
              <a:lumOff val="8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A97D7F-72A3-4214-AA81-1BE5F102A01F}">
      <dsp:nvSpPr>
        <dsp:cNvPr id="0" name=""/>
        <dsp:cNvSpPr/>
      </dsp:nvSpPr>
      <dsp:spPr>
        <a:xfrm>
          <a:off x="3593787" y="1184614"/>
          <a:ext cx="1160783" cy="1017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内核溢出</a:t>
          </a:r>
        </a:p>
      </dsp:txBody>
      <dsp:txXfrm>
        <a:off x="3593787" y="1184614"/>
        <a:ext cx="1160783" cy="1017494"/>
      </dsp:txXfrm>
    </dsp:sp>
    <dsp:sp modelId="{3D0EC4B0-AB28-4962-9759-5D8821C165AC}">
      <dsp:nvSpPr>
        <dsp:cNvPr id="0" name=""/>
        <dsp:cNvSpPr/>
      </dsp:nvSpPr>
      <dsp:spPr>
        <a:xfrm>
          <a:off x="4535555" y="705792"/>
          <a:ext cx="219015" cy="219015"/>
        </a:xfrm>
        <a:prstGeom prst="triangle">
          <a:avLst>
            <a:gd name="adj" fmla="val 100000"/>
          </a:avLst>
        </a:prstGeom>
        <a:solidFill>
          <a:schemeClr val="accent4">
            <a:hueOff val="-1746304"/>
            <a:satOff val="-21171"/>
            <a:lumOff val="10981"/>
            <a:alphaOff val="0"/>
          </a:schemeClr>
        </a:solidFill>
        <a:ln w="25400" cap="flat" cmpd="sng" algn="ctr">
          <a:solidFill>
            <a:schemeClr val="accent4">
              <a:hueOff val="-1746304"/>
              <a:satOff val="-21171"/>
              <a:lumOff val="1098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396728-C959-4099-B8AB-B6935FB2069A}">
      <dsp:nvSpPr>
        <dsp:cNvPr id="0" name=""/>
        <dsp:cNvSpPr/>
      </dsp:nvSpPr>
      <dsp:spPr>
        <a:xfrm rot="5400000">
          <a:off x="5143795" y="448817"/>
          <a:ext cx="772697" cy="1285751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-2095565"/>
            <a:satOff val="-25405"/>
            <a:lumOff val="13177"/>
            <a:alphaOff val="0"/>
          </a:schemeClr>
        </a:solidFill>
        <a:ln w="25400" cap="flat" cmpd="sng" algn="ctr">
          <a:solidFill>
            <a:schemeClr val="accent4">
              <a:hueOff val="-2095565"/>
              <a:satOff val="-25405"/>
              <a:lumOff val="1317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7A1DD8-619B-446B-9473-B9F4D1CA7D03}">
      <dsp:nvSpPr>
        <dsp:cNvPr id="0" name=""/>
        <dsp:cNvSpPr/>
      </dsp:nvSpPr>
      <dsp:spPr>
        <a:xfrm>
          <a:off x="5014813" y="832979"/>
          <a:ext cx="1160783" cy="1017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对抗</a:t>
          </a:r>
          <a:r>
            <a:rPr lang="en-US" altLang="zh-CN" sz="21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DEP</a:t>
          </a:r>
          <a:endParaRPr lang="zh-CN" altLang="en-US" sz="2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5014813" y="832979"/>
        <a:ext cx="1160783" cy="1017494"/>
      </dsp:txXfrm>
    </dsp:sp>
    <dsp:sp modelId="{C6E5D332-6DBB-49E1-A4CE-AEFE5001BC37}">
      <dsp:nvSpPr>
        <dsp:cNvPr id="0" name=""/>
        <dsp:cNvSpPr/>
      </dsp:nvSpPr>
      <dsp:spPr>
        <a:xfrm>
          <a:off x="5956581" y="354158"/>
          <a:ext cx="219015" cy="219015"/>
        </a:xfrm>
        <a:prstGeom prst="triangle">
          <a:avLst>
            <a:gd name="adj" fmla="val 100000"/>
          </a:avLst>
        </a:prstGeom>
        <a:solidFill>
          <a:schemeClr val="accent4">
            <a:hueOff val="-2444825"/>
            <a:satOff val="-29639"/>
            <a:lumOff val="15373"/>
            <a:alphaOff val="0"/>
          </a:schemeClr>
        </a:solidFill>
        <a:ln w="25400" cap="flat" cmpd="sng" algn="ctr">
          <a:solidFill>
            <a:schemeClr val="accent4">
              <a:hueOff val="-2444825"/>
              <a:satOff val="-29639"/>
              <a:lumOff val="15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A2F477-1DF7-4496-ADCD-226FF4D76696}">
      <dsp:nvSpPr>
        <dsp:cNvPr id="0" name=""/>
        <dsp:cNvSpPr/>
      </dsp:nvSpPr>
      <dsp:spPr>
        <a:xfrm rot="5400000">
          <a:off x="6564821" y="97182"/>
          <a:ext cx="772697" cy="1285751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-2794086"/>
            <a:satOff val="-33874"/>
            <a:lumOff val="17569"/>
            <a:alphaOff val="0"/>
          </a:schemeClr>
        </a:solidFill>
        <a:ln w="25400" cap="flat" cmpd="sng" algn="ctr">
          <a:solidFill>
            <a:schemeClr val="accent4">
              <a:hueOff val="-2794086"/>
              <a:satOff val="-33874"/>
              <a:lumOff val="17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374AD6-0F3F-4F9B-B1C9-22787B81114B}">
      <dsp:nvSpPr>
        <dsp:cNvPr id="0" name=""/>
        <dsp:cNvSpPr/>
      </dsp:nvSpPr>
      <dsp:spPr>
        <a:xfrm>
          <a:off x="6435839" y="481345"/>
          <a:ext cx="1160783" cy="1017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对抗</a:t>
          </a:r>
          <a:r>
            <a:rPr lang="en-US" altLang="zh-CN" sz="21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ASLR</a:t>
          </a:r>
          <a:endParaRPr lang="zh-CN" altLang="en-US" sz="2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6435839" y="481345"/>
        <a:ext cx="1160783" cy="1017494"/>
      </dsp:txXfrm>
    </dsp:sp>
    <dsp:sp modelId="{2E7DFCB2-D522-42F4-93E1-EC32FBF17BE7}">
      <dsp:nvSpPr>
        <dsp:cNvPr id="0" name=""/>
        <dsp:cNvSpPr/>
      </dsp:nvSpPr>
      <dsp:spPr>
        <a:xfrm>
          <a:off x="7377607" y="2524"/>
          <a:ext cx="219015" cy="219015"/>
        </a:xfrm>
        <a:prstGeom prst="triangle">
          <a:avLst>
            <a:gd name="adj" fmla="val 100000"/>
          </a:avLst>
        </a:prstGeom>
        <a:solidFill>
          <a:schemeClr val="accent4">
            <a:hueOff val="-3143347"/>
            <a:satOff val="-38108"/>
            <a:lumOff val="19765"/>
            <a:alphaOff val="0"/>
          </a:schemeClr>
        </a:solidFill>
        <a:ln w="25400" cap="flat" cmpd="sng" algn="ctr">
          <a:solidFill>
            <a:schemeClr val="accent4">
              <a:hueOff val="-3143347"/>
              <a:satOff val="-38108"/>
              <a:lumOff val="19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193EF7-8DA8-4DA2-ACC2-64D3601A8654}">
      <dsp:nvSpPr>
        <dsp:cNvPr id="0" name=""/>
        <dsp:cNvSpPr/>
      </dsp:nvSpPr>
      <dsp:spPr>
        <a:xfrm rot="5400000">
          <a:off x="7985847" y="-254451"/>
          <a:ext cx="772697" cy="1285751"/>
        </a:xfrm>
        <a:prstGeom prst="corner">
          <a:avLst>
            <a:gd name="adj1" fmla="val 16120"/>
            <a:gd name="adj2" fmla="val 16110"/>
          </a:avLst>
        </a:prstGeom>
        <a:solidFill>
          <a:schemeClr val="accent4">
            <a:hueOff val="-3492608"/>
            <a:satOff val="-42342"/>
            <a:lumOff val="21961"/>
            <a:alphaOff val="0"/>
          </a:schemeClr>
        </a:solidFill>
        <a:ln w="25400" cap="flat" cmpd="sng" algn="ctr">
          <a:solidFill>
            <a:schemeClr val="accent4">
              <a:hueOff val="-3492608"/>
              <a:satOff val="-42342"/>
              <a:lumOff val="21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038245-5690-465C-976F-5DCEBC498AB3}">
      <dsp:nvSpPr>
        <dsp:cNvPr id="0" name=""/>
        <dsp:cNvSpPr/>
      </dsp:nvSpPr>
      <dsp:spPr>
        <a:xfrm>
          <a:off x="7856865" y="129711"/>
          <a:ext cx="1160783" cy="10174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1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……</a:t>
          </a:r>
          <a:endParaRPr lang="zh-CN" altLang="en-US" sz="21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7856865" y="129711"/>
        <a:ext cx="1160783" cy="101749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E8E14-BE1A-4705-93D7-A84194150E09}">
      <dsp:nvSpPr>
        <dsp:cNvPr id="0" name=""/>
        <dsp:cNvSpPr/>
      </dsp:nvSpPr>
      <dsp:spPr>
        <a:xfrm>
          <a:off x="0" y="0"/>
          <a:ext cx="720598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444BE7-F262-4F34-BF29-7442B0D6C87C}">
      <dsp:nvSpPr>
        <dsp:cNvPr id="0" name=""/>
        <dsp:cNvSpPr/>
      </dsp:nvSpPr>
      <dsp:spPr>
        <a:xfrm>
          <a:off x="0" y="1894"/>
          <a:ext cx="1441196" cy="3875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常</a:t>
          </a:r>
          <a:endParaRPr lang="en-US" altLang="zh-CN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见</a:t>
          </a:r>
          <a:endParaRPr lang="en-US" altLang="zh-CN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漏</a:t>
          </a:r>
          <a:endParaRPr lang="en-US" altLang="zh-CN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洞</a:t>
          </a:r>
          <a:endParaRPr lang="en-US" altLang="zh-CN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分</a:t>
          </a:r>
          <a:endParaRPr lang="en-US" altLang="zh-CN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类</a:t>
          </a:r>
          <a:endParaRPr lang="zh-CN" altLang="en-US" sz="2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1894"/>
        <a:ext cx="1441196" cy="3875154"/>
      </dsp:txXfrm>
    </dsp:sp>
    <dsp:sp modelId="{63061F47-67CC-47B0-8B3A-962D5016048E}">
      <dsp:nvSpPr>
        <dsp:cNvPr id="0" name=""/>
        <dsp:cNvSpPr/>
      </dsp:nvSpPr>
      <dsp:spPr>
        <a:xfrm>
          <a:off x="1549285" y="38412"/>
          <a:ext cx="5656694" cy="730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内存安全违规类</a:t>
          </a:r>
        </a:p>
      </dsp:txBody>
      <dsp:txXfrm>
        <a:off x="1549285" y="38412"/>
        <a:ext cx="5656694" cy="730375"/>
      </dsp:txXfrm>
    </dsp:sp>
    <dsp:sp modelId="{006D6716-2147-47E8-BEDB-3BDED7E6503D}">
      <dsp:nvSpPr>
        <dsp:cNvPr id="0" name=""/>
        <dsp:cNvSpPr/>
      </dsp:nvSpPr>
      <dsp:spPr>
        <a:xfrm>
          <a:off x="1441195" y="768788"/>
          <a:ext cx="57647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3BE6E7-BE21-4F36-98D6-9B738FC9507A}">
      <dsp:nvSpPr>
        <dsp:cNvPr id="0" name=""/>
        <dsp:cNvSpPr/>
      </dsp:nvSpPr>
      <dsp:spPr>
        <a:xfrm>
          <a:off x="1549285" y="805307"/>
          <a:ext cx="5656694" cy="730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输入验证类</a:t>
          </a:r>
        </a:p>
      </dsp:txBody>
      <dsp:txXfrm>
        <a:off x="1549285" y="805307"/>
        <a:ext cx="5656694" cy="730375"/>
      </dsp:txXfrm>
    </dsp:sp>
    <dsp:sp modelId="{FF8E3716-A2CE-445B-9C04-8EDA9F29DCF9}">
      <dsp:nvSpPr>
        <dsp:cNvPr id="0" name=""/>
        <dsp:cNvSpPr/>
      </dsp:nvSpPr>
      <dsp:spPr>
        <a:xfrm>
          <a:off x="1441195" y="1535683"/>
          <a:ext cx="57647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77A8F9-D6E1-4822-90B8-4E51C1448B69}">
      <dsp:nvSpPr>
        <dsp:cNvPr id="0" name=""/>
        <dsp:cNvSpPr/>
      </dsp:nvSpPr>
      <dsp:spPr>
        <a:xfrm>
          <a:off x="1549285" y="1572202"/>
          <a:ext cx="5656694" cy="730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accent1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竞争条件类</a:t>
          </a:r>
        </a:p>
      </dsp:txBody>
      <dsp:txXfrm>
        <a:off x="1549285" y="1572202"/>
        <a:ext cx="5656694" cy="730375"/>
      </dsp:txXfrm>
    </dsp:sp>
    <dsp:sp modelId="{38A55F4C-01FD-48FC-9D7D-32ECC62D0454}">
      <dsp:nvSpPr>
        <dsp:cNvPr id="0" name=""/>
        <dsp:cNvSpPr/>
      </dsp:nvSpPr>
      <dsp:spPr>
        <a:xfrm>
          <a:off x="1441195" y="2302578"/>
          <a:ext cx="57647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52E334-8B4D-40B1-B695-B3D3A35FDF7F}">
      <dsp:nvSpPr>
        <dsp:cNvPr id="0" name=""/>
        <dsp:cNvSpPr/>
      </dsp:nvSpPr>
      <dsp:spPr>
        <a:xfrm>
          <a:off x="1549285" y="2339096"/>
          <a:ext cx="5656694" cy="730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权限混淆与提升类</a:t>
          </a:r>
        </a:p>
      </dsp:txBody>
      <dsp:txXfrm>
        <a:off x="1549285" y="2339096"/>
        <a:ext cx="5656694" cy="730375"/>
      </dsp:txXfrm>
    </dsp:sp>
    <dsp:sp modelId="{09FA0558-BEB0-4671-B218-982763F478FA}">
      <dsp:nvSpPr>
        <dsp:cNvPr id="0" name=""/>
        <dsp:cNvSpPr/>
      </dsp:nvSpPr>
      <dsp:spPr>
        <a:xfrm>
          <a:off x="1441195" y="3069472"/>
          <a:ext cx="57647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3F3A12-CCC4-4199-AB83-88D8588FFBCF}">
      <dsp:nvSpPr>
        <dsp:cNvPr id="0" name=""/>
        <dsp:cNvSpPr/>
      </dsp:nvSpPr>
      <dsp:spPr>
        <a:xfrm>
          <a:off x="1549285" y="3105991"/>
          <a:ext cx="5656694" cy="730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300" kern="1200" dirty="0"/>
            <a:t>……</a:t>
          </a:r>
          <a:endParaRPr lang="zh-CN" altLang="en-US" sz="3300" kern="1200" dirty="0"/>
        </a:p>
      </dsp:txBody>
      <dsp:txXfrm>
        <a:off x="1549285" y="3105991"/>
        <a:ext cx="5656694" cy="730375"/>
      </dsp:txXfrm>
    </dsp:sp>
    <dsp:sp modelId="{7A0F50FA-CF28-488C-825E-0CF8864B17A6}">
      <dsp:nvSpPr>
        <dsp:cNvPr id="0" name=""/>
        <dsp:cNvSpPr/>
      </dsp:nvSpPr>
      <dsp:spPr>
        <a:xfrm>
          <a:off x="1441195" y="3836367"/>
          <a:ext cx="57647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197EA-068F-43F5-BCCF-439BB12CEED7}">
      <dsp:nvSpPr>
        <dsp:cNvPr id="0" name=""/>
        <dsp:cNvSpPr/>
      </dsp:nvSpPr>
      <dsp:spPr>
        <a:xfrm>
          <a:off x="0" y="256906"/>
          <a:ext cx="6868160" cy="327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343408" y="65026"/>
          <a:ext cx="4807712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1720" tIns="0" rIns="18172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栈缓冲区溢出</a:t>
          </a:r>
        </a:p>
      </dsp:txBody>
      <dsp:txXfrm>
        <a:off x="362142" y="83760"/>
        <a:ext cx="4770244" cy="346292"/>
      </dsp:txXfrm>
    </dsp:sp>
    <dsp:sp modelId="{AE2F4F9B-4191-4658-9C0B-0D47EF653528}">
      <dsp:nvSpPr>
        <dsp:cNvPr id="0" name=""/>
        <dsp:cNvSpPr/>
      </dsp:nvSpPr>
      <dsp:spPr>
        <a:xfrm>
          <a:off x="0" y="846586"/>
          <a:ext cx="6868160" cy="327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343408" y="654706"/>
          <a:ext cx="4807712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1720" tIns="0" rIns="18172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>
              <a:latin typeface="微软雅黑" panose="020B0503020204020204" pitchFamily="34" charset="-122"/>
              <a:ea typeface="微软雅黑" panose="020B0503020204020204" pitchFamily="34" charset="-122"/>
            </a:rPr>
            <a:t>堆缓冲区溢出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62142" y="673440"/>
        <a:ext cx="4770244" cy="346292"/>
      </dsp:txXfrm>
    </dsp:sp>
    <dsp:sp modelId="{91379C48-F8B6-4BDE-8E79-F6AD3B4ABEF9}">
      <dsp:nvSpPr>
        <dsp:cNvPr id="0" name=""/>
        <dsp:cNvSpPr/>
      </dsp:nvSpPr>
      <dsp:spPr>
        <a:xfrm>
          <a:off x="0" y="1436266"/>
          <a:ext cx="6868160" cy="327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5F83EE-9895-42EB-AF05-48CD11FF2473}">
      <dsp:nvSpPr>
        <dsp:cNvPr id="0" name=""/>
        <dsp:cNvSpPr/>
      </dsp:nvSpPr>
      <dsp:spPr>
        <a:xfrm>
          <a:off x="343408" y="1244386"/>
          <a:ext cx="4807712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1720" tIns="0" rIns="18172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>
              <a:latin typeface="微软雅黑" panose="020B0503020204020204" pitchFamily="34" charset="-122"/>
              <a:ea typeface="微软雅黑" panose="020B0503020204020204" pitchFamily="34" charset="-122"/>
            </a:rPr>
            <a:t>静态数据区溢出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62142" y="1263120"/>
        <a:ext cx="4770244" cy="346292"/>
      </dsp:txXfrm>
    </dsp:sp>
    <dsp:sp modelId="{2C488D15-CE23-404E-840C-F78124583AA8}">
      <dsp:nvSpPr>
        <dsp:cNvPr id="0" name=""/>
        <dsp:cNvSpPr/>
      </dsp:nvSpPr>
      <dsp:spPr>
        <a:xfrm>
          <a:off x="0" y="2025946"/>
          <a:ext cx="6868160" cy="327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B42F4E-FC11-40A5-8214-9DB607F7DC62}">
      <dsp:nvSpPr>
        <dsp:cNvPr id="0" name=""/>
        <dsp:cNvSpPr/>
      </dsp:nvSpPr>
      <dsp:spPr>
        <a:xfrm>
          <a:off x="343408" y="1834066"/>
          <a:ext cx="4807712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1720" tIns="0" rIns="18172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格式化字符串问题</a:t>
          </a:r>
        </a:p>
      </dsp:txBody>
      <dsp:txXfrm>
        <a:off x="362142" y="1852800"/>
        <a:ext cx="4770244" cy="346292"/>
      </dsp:txXfrm>
    </dsp:sp>
    <dsp:sp modelId="{E1783ACB-1F2E-4292-8930-5570F1AF470B}">
      <dsp:nvSpPr>
        <dsp:cNvPr id="0" name=""/>
        <dsp:cNvSpPr/>
      </dsp:nvSpPr>
      <dsp:spPr>
        <a:xfrm>
          <a:off x="0" y="2615626"/>
          <a:ext cx="6868160" cy="327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FAFD07-5BE1-4793-BA1D-EA45C05295D5}">
      <dsp:nvSpPr>
        <dsp:cNvPr id="0" name=""/>
        <dsp:cNvSpPr/>
      </dsp:nvSpPr>
      <dsp:spPr>
        <a:xfrm>
          <a:off x="343408" y="2423746"/>
          <a:ext cx="4807712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1720" tIns="0" rIns="18172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>
              <a:latin typeface="微软雅黑" panose="020B0503020204020204" pitchFamily="34" charset="-122"/>
              <a:ea typeface="微软雅黑" panose="020B0503020204020204" pitchFamily="34" charset="-122"/>
            </a:rPr>
            <a:t>越界内存访问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62142" y="2442480"/>
        <a:ext cx="4770244" cy="346292"/>
      </dsp:txXfrm>
    </dsp:sp>
    <dsp:sp modelId="{263B2835-BA9A-4E65-A184-73EB524C754B}">
      <dsp:nvSpPr>
        <dsp:cNvPr id="0" name=""/>
        <dsp:cNvSpPr/>
      </dsp:nvSpPr>
      <dsp:spPr>
        <a:xfrm>
          <a:off x="0" y="3205306"/>
          <a:ext cx="6868160" cy="327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D3EBA3-1DA7-4E6C-A1D9-4918872C95C6}">
      <dsp:nvSpPr>
        <dsp:cNvPr id="0" name=""/>
        <dsp:cNvSpPr/>
      </dsp:nvSpPr>
      <dsp:spPr>
        <a:xfrm>
          <a:off x="343408" y="3013426"/>
          <a:ext cx="4807712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1720" tIns="0" rIns="18172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>
              <a:latin typeface="微软雅黑" panose="020B0503020204020204" pitchFamily="34" charset="-122"/>
              <a:ea typeface="微软雅黑" panose="020B0503020204020204" pitchFamily="34" charset="-122"/>
            </a:rPr>
            <a:t>释放后重用（浏览器）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62142" y="3032160"/>
        <a:ext cx="4770244" cy="346292"/>
      </dsp:txXfrm>
    </dsp:sp>
    <dsp:sp modelId="{7248C3F9-1F25-429F-9397-1BD11901DA2F}">
      <dsp:nvSpPr>
        <dsp:cNvPr id="0" name=""/>
        <dsp:cNvSpPr/>
      </dsp:nvSpPr>
      <dsp:spPr>
        <a:xfrm>
          <a:off x="0" y="3794986"/>
          <a:ext cx="6868160" cy="327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C864A4-B57C-4BFB-AE2B-A97D87406CE8}">
      <dsp:nvSpPr>
        <dsp:cNvPr id="0" name=""/>
        <dsp:cNvSpPr/>
      </dsp:nvSpPr>
      <dsp:spPr>
        <a:xfrm>
          <a:off x="343408" y="3603106"/>
          <a:ext cx="4807712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1720" tIns="0" rIns="18172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二次释放</a:t>
          </a:r>
        </a:p>
      </dsp:txBody>
      <dsp:txXfrm>
        <a:off x="362142" y="3621840"/>
        <a:ext cx="4770244" cy="34629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602EC4-560D-47B2-B63F-1FD11454842D}">
      <dsp:nvSpPr>
        <dsp:cNvPr id="0" name=""/>
        <dsp:cNvSpPr/>
      </dsp:nvSpPr>
      <dsp:spPr>
        <a:xfrm>
          <a:off x="298995" y="1438"/>
          <a:ext cx="5650408" cy="86517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2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没有验证用户的输入</a:t>
          </a:r>
        </a:p>
      </dsp:txBody>
      <dsp:txXfrm>
        <a:off x="324335" y="26778"/>
        <a:ext cx="5599728" cy="814490"/>
      </dsp:txXfrm>
    </dsp:sp>
    <dsp:sp modelId="{E7A5856F-48A8-45C5-B6E9-6620F17DB08F}">
      <dsp:nvSpPr>
        <dsp:cNvPr id="0" name=""/>
        <dsp:cNvSpPr/>
      </dsp:nvSpPr>
      <dsp:spPr>
        <a:xfrm>
          <a:off x="298995" y="1022340"/>
          <a:ext cx="865170" cy="865170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89A920-1B69-4288-80D2-BC730A6055B5}">
      <dsp:nvSpPr>
        <dsp:cNvPr id="0" name=""/>
        <dsp:cNvSpPr/>
      </dsp:nvSpPr>
      <dsp:spPr>
        <a:xfrm>
          <a:off x="1216076" y="1022340"/>
          <a:ext cx="4733327" cy="865170"/>
        </a:xfrm>
        <a:prstGeom prst="roundRect">
          <a:avLst>
            <a:gd name="adj" fmla="val 166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正确性</a:t>
          </a:r>
        </a:p>
      </dsp:txBody>
      <dsp:txXfrm>
        <a:off x="1258318" y="1064582"/>
        <a:ext cx="4648843" cy="780686"/>
      </dsp:txXfrm>
    </dsp:sp>
    <dsp:sp modelId="{09C28D39-2121-4644-A4F3-7627AA4DF03E}">
      <dsp:nvSpPr>
        <dsp:cNvPr id="0" name=""/>
        <dsp:cNvSpPr/>
      </dsp:nvSpPr>
      <dsp:spPr>
        <a:xfrm>
          <a:off x="298995" y="1991331"/>
          <a:ext cx="865170" cy="865170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B4A04-FACE-45FD-874F-7FA2635BCD52}">
      <dsp:nvSpPr>
        <dsp:cNvPr id="0" name=""/>
        <dsp:cNvSpPr/>
      </dsp:nvSpPr>
      <dsp:spPr>
        <a:xfrm>
          <a:off x="1216076" y="1991331"/>
          <a:ext cx="4733327" cy="865170"/>
        </a:xfrm>
        <a:prstGeom prst="roundRect">
          <a:avLst>
            <a:gd name="adj" fmla="val 16670"/>
          </a:avLst>
        </a:prstGeom>
        <a:solidFill>
          <a:schemeClr val="accent4">
            <a:hueOff val="-1746304"/>
            <a:satOff val="-21171"/>
            <a:lumOff val="109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合法性</a:t>
          </a:r>
        </a:p>
      </dsp:txBody>
      <dsp:txXfrm>
        <a:off x="1258318" y="2033573"/>
        <a:ext cx="4648843" cy="780686"/>
      </dsp:txXfrm>
    </dsp:sp>
    <dsp:sp modelId="{F17E772A-832C-40F5-87D3-0037E4855127}">
      <dsp:nvSpPr>
        <dsp:cNvPr id="0" name=""/>
        <dsp:cNvSpPr/>
      </dsp:nvSpPr>
      <dsp:spPr>
        <a:xfrm>
          <a:off x="298995" y="2960323"/>
          <a:ext cx="865170" cy="865170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D4FF71-1A49-40D0-AC78-3EF5B3A98EC2}">
      <dsp:nvSpPr>
        <dsp:cNvPr id="0" name=""/>
        <dsp:cNvSpPr/>
      </dsp:nvSpPr>
      <dsp:spPr>
        <a:xfrm>
          <a:off x="1216076" y="2960323"/>
          <a:ext cx="4733327" cy="865170"/>
        </a:xfrm>
        <a:prstGeom prst="roundRect">
          <a:avLst>
            <a:gd name="adj" fmla="val 16670"/>
          </a:avLst>
        </a:prstGeom>
        <a:solidFill>
          <a:schemeClr val="accent4">
            <a:hueOff val="-3492608"/>
            <a:satOff val="-42342"/>
            <a:lumOff val="219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安全性</a:t>
          </a:r>
        </a:p>
      </dsp:txBody>
      <dsp:txXfrm>
        <a:off x="1258318" y="3002565"/>
        <a:ext cx="4648843" cy="78068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556A1B-D57A-455F-8A5D-B7484CEA9DEC}">
      <dsp:nvSpPr>
        <dsp:cNvPr id="0" name=""/>
        <dsp:cNvSpPr/>
      </dsp:nvSpPr>
      <dsp:spPr>
        <a:xfrm>
          <a:off x="-4608036" y="-711689"/>
          <a:ext cx="5529711" cy="5529711"/>
        </a:xfrm>
        <a:prstGeom prst="blockArc">
          <a:avLst>
            <a:gd name="adj1" fmla="val 18900000"/>
            <a:gd name="adj2" fmla="val 2700000"/>
            <a:gd name="adj3" fmla="val 391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3B70AF-A672-48BA-9C53-4B95C0877F51}">
      <dsp:nvSpPr>
        <dsp:cNvPr id="0" name=""/>
        <dsp:cNvSpPr/>
      </dsp:nvSpPr>
      <dsp:spPr>
        <a:xfrm>
          <a:off x="754846" y="586630"/>
          <a:ext cx="6164042" cy="11730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3114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利用</a:t>
          </a:r>
          <a:r>
            <a:rPr lang="en-US" altLang="zh-CN" sz="18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FTP</a:t>
          </a:r>
          <a:r>
            <a:rPr lang="zh-CN" altLang="en-US" sz="18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协议的缺陷，绕过服务器限制，利用</a:t>
          </a:r>
          <a:r>
            <a:rPr lang="en-US" altLang="zh-CN" sz="18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port</a:t>
          </a:r>
          <a:r>
            <a:rPr lang="zh-CN" altLang="en-US" sz="18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命令向其他主机提出端口请求，用于隐蔽的端口扫描</a:t>
          </a:r>
        </a:p>
      </dsp:txBody>
      <dsp:txXfrm>
        <a:off x="754846" y="586630"/>
        <a:ext cx="6164042" cy="1173097"/>
      </dsp:txXfrm>
    </dsp:sp>
    <dsp:sp modelId="{512DAF77-C3CD-43F9-AA9A-66CE83E11863}">
      <dsp:nvSpPr>
        <dsp:cNvPr id="0" name=""/>
        <dsp:cNvSpPr/>
      </dsp:nvSpPr>
      <dsp:spPr>
        <a:xfrm>
          <a:off x="21660" y="439993"/>
          <a:ext cx="1466371" cy="146637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000FA4-2979-4A51-8830-FECA4975C461}">
      <dsp:nvSpPr>
        <dsp:cNvPr id="0" name=""/>
        <dsp:cNvSpPr/>
      </dsp:nvSpPr>
      <dsp:spPr>
        <a:xfrm>
          <a:off x="754846" y="2346605"/>
          <a:ext cx="6164042" cy="1173097"/>
        </a:xfrm>
        <a:prstGeom prst="rect">
          <a:avLst/>
        </a:prstGeom>
        <a:solidFill>
          <a:schemeClr val="accent4">
            <a:hueOff val="-3492608"/>
            <a:satOff val="-42342"/>
            <a:lumOff val="21961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3114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Iphone</a:t>
          </a:r>
          <a:r>
            <a:rPr lang="zh-CN" altLang="en-US" sz="18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和</a:t>
          </a:r>
          <a:r>
            <a:rPr lang="en-US" altLang="zh-CN" sz="1800" kern="1200" dirty="0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Ipad</a:t>
          </a:r>
          <a:r>
            <a:rPr lang="zh-CN" altLang="en-US" sz="18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只允许访问特定来源的软件资源，黑客破坏这类</a:t>
          </a:r>
          <a:r>
            <a:rPr lang="en-US" altLang="zh-CN" sz="18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Jail</a:t>
          </a:r>
          <a:r>
            <a:rPr lang="zh-CN" altLang="en-US" sz="18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机制</a:t>
          </a:r>
        </a:p>
      </dsp:txBody>
      <dsp:txXfrm>
        <a:off x="754846" y="2346605"/>
        <a:ext cx="6164042" cy="1173097"/>
      </dsp:txXfrm>
    </dsp:sp>
    <dsp:sp modelId="{AA2EAA0A-B42D-4646-A509-B3C55A04CADD}">
      <dsp:nvSpPr>
        <dsp:cNvPr id="0" name=""/>
        <dsp:cNvSpPr/>
      </dsp:nvSpPr>
      <dsp:spPr>
        <a:xfrm>
          <a:off x="21660" y="2199967"/>
          <a:ext cx="1466371" cy="146637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197EA-068F-43F5-BCCF-439BB12CEED7}">
      <dsp:nvSpPr>
        <dsp:cNvPr id="0" name=""/>
        <dsp:cNvSpPr/>
      </dsp:nvSpPr>
      <dsp:spPr>
        <a:xfrm>
          <a:off x="0" y="366886"/>
          <a:ext cx="7783113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389155" y="101206"/>
          <a:ext cx="5448179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928" tIns="0" rIns="20592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语言标准库函数不检查边界</a:t>
          </a:r>
        </a:p>
      </dsp:txBody>
      <dsp:txXfrm>
        <a:off x="415094" y="127145"/>
        <a:ext cx="5396301" cy="479482"/>
      </dsp:txXfrm>
    </dsp:sp>
    <dsp:sp modelId="{AE2F4F9B-4191-4658-9C0B-0D47EF653528}">
      <dsp:nvSpPr>
        <dsp:cNvPr id="0" name=""/>
        <dsp:cNvSpPr/>
      </dsp:nvSpPr>
      <dsp:spPr>
        <a:xfrm>
          <a:off x="0" y="1183366"/>
          <a:ext cx="7783113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389155" y="917686"/>
          <a:ext cx="5448179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928" tIns="0" rIns="20592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函数：</a:t>
          </a: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scanf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get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strcpy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memcpy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等等</a:t>
          </a:r>
        </a:p>
      </dsp:txBody>
      <dsp:txXfrm>
        <a:off x="415094" y="943625"/>
        <a:ext cx="5396301" cy="479482"/>
      </dsp:txXfrm>
    </dsp:sp>
    <dsp:sp modelId="{8E654179-D54A-4ED1-AB01-B7564C5F6A4E}">
      <dsp:nvSpPr>
        <dsp:cNvPr id="0" name=""/>
        <dsp:cNvSpPr/>
      </dsp:nvSpPr>
      <dsp:spPr>
        <a:xfrm>
          <a:off x="0" y="1999846"/>
          <a:ext cx="7783113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42D620-BCEF-4905-8B41-861E9F2CD162}">
      <dsp:nvSpPr>
        <dsp:cNvPr id="0" name=""/>
        <dsp:cNvSpPr/>
      </dsp:nvSpPr>
      <dsp:spPr>
        <a:xfrm>
          <a:off x="389155" y="1734166"/>
          <a:ext cx="5448179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928" tIns="0" rIns="20592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语言每个变量定义类型，每个类型占</a:t>
          </a:r>
          <a:r>
            <a:rPr lang="zh-CN" altLang="en-US" sz="1800" kern="1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固定内存</a:t>
          </a:r>
        </a:p>
      </dsp:txBody>
      <dsp:txXfrm>
        <a:off x="415094" y="1760105"/>
        <a:ext cx="5396301" cy="479482"/>
      </dsp:txXfrm>
    </dsp:sp>
    <dsp:sp modelId="{F01E07C7-BAED-4C48-9092-9924273823ED}">
      <dsp:nvSpPr>
        <dsp:cNvPr id="0" name=""/>
        <dsp:cNvSpPr/>
      </dsp:nvSpPr>
      <dsp:spPr>
        <a:xfrm>
          <a:off x="0" y="2816326"/>
          <a:ext cx="7783113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9F6AC1-61BB-4AA6-B422-A1AF18245742}">
      <dsp:nvSpPr>
        <dsp:cNvPr id="0" name=""/>
        <dsp:cNvSpPr/>
      </dsp:nvSpPr>
      <dsp:spPr>
        <a:xfrm>
          <a:off x="389155" y="2550646"/>
          <a:ext cx="5448179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928" tIns="0" rIns="20592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整数：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char(1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字节）、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short(2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字节）、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int(4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字节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)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15094" y="2576585"/>
        <a:ext cx="5396301" cy="479482"/>
      </dsp:txXfrm>
    </dsp:sp>
    <dsp:sp modelId="{17FA059B-D587-4C06-9CB5-C8F20510C3CB}">
      <dsp:nvSpPr>
        <dsp:cNvPr id="0" name=""/>
        <dsp:cNvSpPr/>
      </dsp:nvSpPr>
      <dsp:spPr>
        <a:xfrm>
          <a:off x="0" y="3632806"/>
          <a:ext cx="7783113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CABCF7-F5CA-4028-A9C3-0CD59C263C40}">
      <dsp:nvSpPr>
        <dsp:cNvPr id="0" name=""/>
        <dsp:cNvSpPr/>
      </dsp:nvSpPr>
      <dsp:spPr>
        <a:xfrm>
          <a:off x="389155" y="3367126"/>
          <a:ext cx="5448179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928" tIns="0" rIns="20592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拷贝或输入时，</a:t>
          </a:r>
          <a:r>
            <a:rPr lang="zh-CN" altLang="en-US" sz="1800" kern="1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超过变量容量，就会溢出</a:t>
          </a:r>
        </a:p>
      </dsp:txBody>
      <dsp:txXfrm>
        <a:off x="415094" y="3393065"/>
        <a:ext cx="5396301" cy="47948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197EA-068F-43F5-BCCF-439BB12CEED7}">
      <dsp:nvSpPr>
        <dsp:cNvPr id="0" name=""/>
        <dsp:cNvSpPr/>
      </dsp:nvSpPr>
      <dsp:spPr>
        <a:xfrm>
          <a:off x="0" y="318989"/>
          <a:ext cx="6302657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315132" y="53309"/>
          <a:ext cx="4411859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58" tIns="0" rIns="16675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CTF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溢出原理实战，准备工作：</a:t>
          </a:r>
        </a:p>
      </dsp:txBody>
      <dsp:txXfrm>
        <a:off x="341071" y="79248"/>
        <a:ext cx="4359981" cy="479482"/>
      </dsp:txXfrm>
    </dsp:sp>
    <dsp:sp modelId="{AE2F4F9B-4191-4658-9C0B-0D47EF653528}">
      <dsp:nvSpPr>
        <dsp:cNvPr id="0" name=""/>
        <dsp:cNvSpPr/>
      </dsp:nvSpPr>
      <dsp:spPr>
        <a:xfrm>
          <a:off x="0" y="1135469"/>
          <a:ext cx="6302657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315132" y="869789"/>
          <a:ext cx="4411859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58" tIns="0" rIns="16675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、下载安装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python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的</a:t>
          </a: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pwntools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1071" y="895728"/>
        <a:ext cx="4359981" cy="479482"/>
      </dsp:txXfrm>
    </dsp:sp>
    <dsp:sp modelId="{8E654179-D54A-4ED1-AB01-B7564C5F6A4E}">
      <dsp:nvSpPr>
        <dsp:cNvPr id="0" name=""/>
        <dsp:cNvSpPr/>
      </dsp:nvSpPr>
      <dsp:spPr>
        <a:xfrm>
          <a:off x="0" y="1951949"/>
          <a:ext cx="6302657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42D620-BCEF-4905-8B41-861E9F2CD162}">
      <dsp:nvSpPr>
        <dsp:cNvPr id="0" name=""/>
        <dsp:cNvSpPr/>
      </dsp:nvSpPr>
      <dsp:spPr>
        <a:xfrm>
          <a:off x="315132" y="1686269"/>
          <a:ext cx="4411859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58" tIns="0" rIns="16675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、准备并熟悉静态反汇编软件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IDA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1071" y="1712208"/>
        <a:ext cx="4359981" cy="479482"/>
      </dsp:txXfrm>
    </dsp:sp>
    <dsp:sp modelId="{F01E07C7-BAED-4C48-9092-9924273823ED}">
      <dsp:nvSpPr>
        <dsp:cNvPr id="0" name=""/>
        <dsp:cNvSpPr/>
      </dsp:nvSpPr>
      <dsp:spPr>
        <a:xfrm>
          <a:off x="0" y="2768429"/>
          <a:ext cx="6302657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9F6AC1-61BB-4AA6-B422-A1AF18245742}">
      <dsp:nvSpPr>
        <dsp:cNvPr id="0" name=""/>
        <dsp:cNvSpPr/>
      </dsp:nvSpPr>
      <dsp:spPr>
        <a:xfrm>
          <a:off x="315132" y="2502749"/>
          <a:ext cx="4411859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58" tIns="0" rIns="16675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、熟悉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语言及汇编部分指令</a:t>
          </a:r>
        </a:p>
      </dsp:txBody>
      <dsp:txXfrm>
        <a:off x="341071" y="2528688"/>
        <a:ext cx="4359981" cy="479482"/>
      </dsp:txXfrm>
    </dsp:sp>
    <dsp:sp modelId="{17FA059B-D587-4C06-9CB5-C8F20510C3CB}">
      <dsp:nvSpPr>
        <dsp:cNvPr id="0" name=""/>
        <dsp:cNvSpPr/>
      </dsp:nvSpPr>
      <dsp:spPr>
        <a:xfrm>
          <a:off x="0" y="3584909"/>
          <a:ext cx="6302657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CABCF7-F5CA-4028-A9C3-0CD59C263C40}">
      <dsp:nvSpPr>
        <dsp:cNvPr id="0" name=""/>
        <dsp:cNvSpPr/>
      </dsp:nvSpPr>
      <dsp:spPr>
        <a:xfrm>
          <a:off x="315132" y="3319229"/>
          <a:ext cx="4411859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58" tIns="0" rIns="16675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、注册攻防世界，搜索题库</a:t>
          </a:r>
        </a:p>
      </dsp:txBody>
      <dsp:txXfrm>
        <a:off x="341071" y="3345168"/>
        <a:ext cx="4359981" cy="47948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197EA-068F-43F5-BCCF-439BB12CEED7}">
      <dsp:nvSpPr>
        <dsp:cNvPr id="0" name=""/>
        <dsp:cNvSpPr/>
      </dsp:nvSpPr>
      <dsp:spPr>
        <a:xfrm>
          <a:off x="0" y="318989"/>
          <a:ext cx="6302657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315132" y="53309"/>
          <a:ext cx="4411859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58" tIns="0" rIns="16675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如何挖掘溢出漏洞？</a:t>
          </a:r>
        </a:p>
      </dsp:txBody>
      <dsp:txXfrm>
        <a:off x="341071" y="79248"/>
        <a:ext cx="4359981" cy="479482"/>
      </dsp:txXfrm>
    </dsp:sp>
    <dsp:sp modelId="{AE2F4F9B-4191-4658-9C0B-0D47EF653528}">
      <dsp:nvSpPr>
        <dsp:cNvPr id="0" name=""/>
        <dsp:cNvSpPr/>
      </dsp:nvSpPr>
      <dsp:spPr>
        <a:xfrm>
          <a:off x="0" y="1135469"/>
          <a:ext cx="6302657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315132" y="869789"/>
          <a:ext cx="4411859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58" tIns="0" rIns="16675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学会使用工具（静态</a:t>
          </a:r>
          <a:r>
            <a:rPr lang="en-US" altLang="zh-CN" sz="1800" kern="1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IDA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、动态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Debug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</a:p>
      </dsp:txBody>
      <dsp:txXfrm>
        <a:off x="341071" y="895728"/>
        <a:ext cx="4359981" cy="479482"/>
      </dsp:txXfrm>
    </dsp:sp>
    <dsp:sp modelId="{8E654179-D54A-4ED1-AB01-B7564C5F6A4E}">
      <dsp:nvSpPr>
        <dsp:cNvPr id="0" name=""/>
        <dsp:cNvSpPr/>
      </dsp:nvSpPr>
      <dsp:spPr>
        <a:xfrm>
          <a:off x="0" y="1951949"/>
          <a:ext cx="6302657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42D620-BCEF-4905-8B41-861E9F2CD162}">
      <dsp:nvSpPr>
        <dsp:cNvPr id="0" name=""/>
        <dsp:cNvSpPr/>
      </dsp:nvSpPr>
      <dsp:spPr>
        <a:xfrm>
          <a:off x="315132" y="1686269"/>
          <a:ext cx="4411859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58" tIns="0" rIns="16675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找到</a:t>
          </a:r>
          <a:r>
            <a:rPr lang="zh-CN" altLang="en-US" sz="1800" kern="1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危险函数</a:t>
          </a:r>
          <a:r>
            <a:rPr lang="en-US" altLang="zh-CN" sz="1800" kern="1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get/</a:t>
          </a:r>
          <a:r>
            <a:rPr lang="en-US" altLang="zh-CN" sz="1800" kern="1200" dirty="0" err="1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scanf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之类的地方</a:t>
          </a:r>
        </a:p>
      </dsp:txBody>
      <dsp:txXfrm>
        <a:off x="341071" y="1712208"/>
        <a:ext cx="4359981" cy="479482"/>
      </dsp:txXfrm>
    </dsp:sp>
    <dsp:sp modelId="{F01E07C7-BAED-4C48-9092-9924273823ED}">
      <dsp:nvSpPr>
        <dsp:cNvPr id="0" name=""/>
        <dsp:cNvSpPr/>
      </dsp:nvSpPr>
      <dsp:spPr>
        <a:xfrm>
          <a:off x="0" y="2768429"/>
          <a:ext cx="6302657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9F6AC1-61BB-4AA6-B422-A1AF18245742}">
      <dsp:nvSpPr>
        <dsp:cNvPr id="0" name=""/>
        <dsp:cNvSpPr/>
      </dsp:nvSpPr>
      <dsp:spPr>
        <a:xfrm>
          <a:off x="315132" y="2502749"/>
          <a:ext cx="4411859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58" tIns="0" rIns="16675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根据结果计算溢出量</a:t>
          </a:r>
        </a:p>
      </dsp:txBody>
      <dsp:txXfrm>
        <a:off x="341071" y="2528688"/>
        <a:ext cx="4359981" cy="479482"/>
      </dsp:txXfrm>
    </dsp:sp>
    <dsp:sp modelId="{17FA059B-D587-4C06-9CB5-C8F20510C3CB}">
      <dsp:nvSpPr>
        <dsp:cNvPr id="0" name=""/>
        <dsp:cNvSpPr/>
      </dsp:nvSpPr>
      <dsp:spPr>
        <a:xfrm>
          <a:off x="0" y="3584909"/>
          <a:ext cx="6302657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CABCF7-F5CA-4028-A9C3-0CD59C263C40}">
      <dsp:nvSpPr>
        <dsp:cNvPr id="0" name=""/>
        <dsp:cNvSpPr/>
      </dsp:nvSpPr>
      <dsp:spPr>
        <a:xfrm>
          <a:off x="315132" y="3319229"/>
          <a:ext cx="4411859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758" tIns="0" rIns="16675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编程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python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程序引发溢出</a:t>
          </a:r>
        </a:p>
      </dsp:txBody>
      <dsp:txXfrm>
        <a:off x="341071" y="3345168"/>
        <a:ext cx="4359981" cy="47948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197EA-068F-43F5-BCCF-439BB12CEED7}">
      <dsp:nvSpPr>
        <dsp:cNvPr id="0" name=""/>
        <dsp:cNvSpPr/>
      </dsp:nvSpPr>
      <dsp:spPr>
        <a:xfrm>
          <a:off x="0" y="263994"/>
          <a:ext cx="5396965" cy="4032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269848" y="27834"/>
          <a:ext cx="3777875" cy="472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795" tIns="0" rIns="14279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、下载附件</a:t>
          </a:r>
        </a:p>
      </dsp:txBody>
      <dsp:txXfrm>
        <a:off x="292905" y="50891"/>
        <a:ext cx="3731761" cy="426206"/>
      </dsp:txXfrm>
    </dsp:sp>
    <dsp:sp modelId="{AE2F4F9B-4191-4658-9C0B-0D47EF653528}">
      <dsp:nvSpPr>
        <dsp:cNvPr id="0" name=""/>
        <dsp:cNvSpPr/>
      </dsp:nvSpPr>
      <dsp:spPr>
        <a:xfrm>
          <a:off x="0" y="989754"/>
          <a:ext cx="5396965" cy="4032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269848" y="753594"/>
          <a:ext cx="3777875" cy="472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795" tIns="0" rIns="14279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、使用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IDA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打开附件（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64bits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</a:p>
      </dsp:txBody>
      <dsp:txXfrm>
        <a:off x="292905" y="776651"/>
        <a:ext cx="3731761" cy="426206"/>
      </dsp:txXfrm>
    </dsp:sp>
    <dsp:sp modelId="{8E654179-D54A-4ED1-AB01-B7564C5F6A4E}">
      <dsp:nvSpPr>
        <dsp:cNvPr id="0" name=""/>
        <dsp:cNvSpPr/>
      </dsp:nvSpPr>
      <dsp:spPr>
        <a:xfrm>
          <a:off x="0" y="1715514"/>
          <a:ext cx="5396965" cy="4032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42D620-BCEF-4905-8B41-861E9F2CD162}">
      <dsp:nvSpPr>
        <dsp:cNvPr id="0" name=""/>
        <dsp:cNvSpPr/>
      </dsp:nvSpPr>
      <dsp:spPr>
        <a:xfrm>
          <a:off x="269848" y="1479354"/>
          <a:ext cx="3777875" cy="472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795" tIns="0" rIns="14279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、阅读代码，找到溢出点</a:t>
          </a:r>
        </a:p>
      </dsp:txBody>
      <dsp:txXfrm>
        <a:off x="292905" y="1502411"/>
        <a:ext cx="3731761" cy="42620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197EA-068F-43F5-BCCF-439BB12CEED7}">
      <dsp:nvSpPr>
        <dsp:cNvPr id="0" name=""/>
        <dsp:cNvSpPr/>
      </dsp:nvSpPr>
      <dsp:spPr>
        <a:xfrm>
          <a:off x="0" y="322696"/>
          <a:ext cx="4502521" cy="4788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225126" y="42256"/>
          <a:ext cx="3151764" cy="560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129" tIns="0" rIns="11912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、寻找溢出漏洞所在</a:t>
          </a:r>
        </a:p>
      </dsp:txBody>
      <dsp:txXfrm>
        <a:off x="252506" y="69636"/>
        <a:ext cx="3097004" cy="506120"/>
      </dsp:txXfrm>
    </dsp:sp>
    <dsp:sp modelId="{AE2F4F9B-4191-4658-9C0B-0D47EF653528}">
      <dsp:nvSpPr>
        <dsp:cNvPr id="0" name=""/>
        <dsp:cNvSpPr/>
      </dsp:nvSpPr>
      <dsp:spPr>
        <a:xfrm>
          <a:off x="0" y="1184537"/>
          <a:ext cx="4502521" cy="4788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225126" y="904096"/>
          <a:ext cx="3151764" cy="560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9129" tIns="0" rIns="11912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、计算填充量（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6C-68=4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</a:p>
      </dsp:txBody>
      <dsp:txXfrm>
        <a:off x="252506" y="931476"/>
        <a:ext cx="3097004" cy="50612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28121-7E33-40CD-B43C-3D112A49B9DE}">
      <dsp:nvSpPr>
        <dsp:cNvPr id="0" name=""/>
        <dsp:cNvSpPr/>
      </dsp:nvSpPr>
      <dsp:spPr>
        <a:xfrm>
          <a:off x="0" y="195256"/>
          <a:ext cx="7106383" cy="327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55738-835B-4AA4-AEE8-7EF5D64841A1}">
      <dsp:nvSpPr>
        <dsp:cNvPr id="0" name=""/>
        <dsp:cNvSpPr/>
      </dsp:nvSpPr>
      <dsp:spPr>
        <a:xfrm>
          <a:off x="355319" y="3376"/>
          <a:ext cx="4974468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023" tIns="0" rIns="18802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6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、尝试</a:t>
          </a: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nc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交互一下（非必要）</a:t>
          </a:r>
        </a:p>
      </dsp:txBody>
      <dsp:txXfrm>
        <a:off x="374053" y="22110"/>
        <a:ext cx="4937000" cy="346292"/>
      </dsp:txXfrm>
    </dsp:sp>
    <dsp:sp modelId="{F75197EA-068F-43F5-BCCF-439BB12CEED7}">
      <dsp:nvSpPr>
        <dsp:cNvPr id="0" name=""/>
        <dsp:cNvSpPr/>
      </dsp:nvSpPr>
      <dsp:spPr>
        <a:xfrm>
          <a:off x="0" y="784936"/>
          <a:ext cx="7106383" cy="327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355319" y="593056"/>
          <a:ext cx="4974468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023" tIns="0" rIns="18802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7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、下载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Python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第三方库</a:t>
          </a: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pwn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74053" y="611790"/>
        <a:ext cx="4937000" cy="346292"/>
      </dsp:txXfrm>
    </dsp:sp>
    <dsp:sp modelId="{AE2F4F9B-4191-4658-9C0B-0D47EF653528}">
      <dsp:nvSpPr>
        <dsp:cNvPr id="0" name=""/>
        <dsp:cNvSpPr/>
      </dsp:nvSpPr>
      <dsp:spPr>
        <a:xfrm>
          <a:off x="0" y="1374616"/>
          <a:ext cx="7106383" cy="327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355319" y="1182737"/>
          <a:ext cx="4974468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8023" tIns="0" rIns="18802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8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、根据交互内容，溢出量，解题条件编程</a:t>
          </a:r>
        </a:p>
      </dsp:txBody>
      <dsp:txXfrm>
        <a:off x="374053" y="1201471"/>
        <a:ext cx="4937000" cy="346292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23BAD-86EC-41E4-A3D1-0BC0233E7BEB}">
      <dsp:nvSpPr>
        <dsp:cNvPr id="0" name=""/>
        <dsp:cNvSpPr/>
      </dsp:nvSpPr>
      <dsp:spPr>
        <a:xfrm>
          <a:off x="0" y="294352"/>
          <a:ext cx="5713012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C23D81-40EE-433E-B26C-A0B91F756523}">
      <dsp:nvSpPr>
        <dsp:cNvPr id="0" name=""/>
        <dsp:cNvSpPr/>
      </dsp:nvSpPr>
      <dsp:spPr>
        <a:xfrm>
          <a:off x="285650" y="28672"/>
          <a:ext cx="3999108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57" tIns="0" rIns="15115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每个函数需要空间保存数据</a:t>
          </a:r>
        </a:p>
      </dsp:txBody>
      <dsp:txXfrm>
        <a:off x="311589" y="54611"/>
        <a:ext cx="3947230" cy="479482"/>
      </dsp:txXfrm>
    </dsp:sp>
    <dsp:sp modelId="{F75197EA-068F-43F5-BCCF-439BB12CEED7}">
      <dsp:nvSpPr>
        <dsp:cNvPr id="0" name=""/>
        <dsp:cNvSpPr/>
      </dsp:nvSpPr>
      <dsp:spPr>
        <a:xfrm>
          <a:off x="0" y="1110832"/>
          <a:ext cx="5713012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285650" y="845152"/>
          <a:ext cx="3999108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57" tIns="0" rIns="15115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栈符合函数调用规律（栈帧）</a:t>
          </a:r>
        </a:p>
      </dsp:txBody>
      <dsp:txXfrm>
        <a:off x="311589" y="871091"/>
        <a:ext cx="3947230" cy="479482"/>
      </dsp:txXfrm>
    </dsp:sp>
    <dsp:sp modelId="{AE2F4F9B-4191-4658-9C0B-0D47EF653528}">
      <dsp:nvSpPr>
        <dsp:cNvPr id="0" name=""/>
        <dsp:cNvSpPr/>
      </dsp:nvSpPr>
      <dsp:spPr>
        <a:xfrm>
          <a:off x="0" y="1927312"/>
          <a:ext cx="5713012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285650" y="1661633"/>
          <a:ext cx="3999108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57" tIns="0" rIns="15115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A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调用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B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，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B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调用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，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在当前栈顶</a:t>
          </a:r>
        </a:p>
      </dsp:txBody>
      <dsp:txXfrm>
        <a:off x="311589" y="1687572"/>
        <a:ext cx="3947230" cy="479482"/>
      </dsp:txXfrm>
    </dsp:sp>
    <dsp:sp modelId="{8E654179-D54A-4ED1-AB01-B7564C5F6A4E}">
      <dsp:nvSpPr>
        <dsp:cNvPr id="0" name=""/>
        <dsp:cNvSpPr/>
      </dsp:nvSpPr>
      <dsp:spPr>
        <a:xfrm>
          <a:off x="0" y="2743793"/>
          <a:ext cx="5713012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42D620-BCEF-4905-8B41-861E9F2CD162}">
      <dsp:nvSpPr>
        <dsp:cNvPr id="0" name=""/>
        <dsp:cNvSpPr/>
      </dsp:nvSpPr>
      <dsp:spPr>
        <a:xfrm>
          <a:off x="285650" y="2478113"/>
          <a:ext cx="3999108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57" tIns="0" rIns="15115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函数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结束回到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B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，弹出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后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B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在栈顶</a:t>
          </a:r>
        </a:p>
      </dsp:txBody>
      <dsp:txXfrm>
        <a:off x="311589" y="2504052"/>
        <a:ext cx="3947230" cy="479482"/>
      </dsp:txXfrm>
    </dsp:sp>
    <dsp:sp modelId="{4CB1C6FA-A901-4AA6-A161-1C0D7BFF8514}">
      <dsp:nvSpPr>
        <dsp:cNvPr id="0" name=""/>
        <dsp:cNvSpPr/>
      </dsp:nvSpPr>
      <dsp:spPr>
        <a:xfrm>
          <a:off x="0" y="3560273"/>
          <a:ext cx="5713012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B0D1A-3077-4DB7-88DD-B65A050E1388}">
      <dsp:nvSpPr>
        <dsp:cNvPr id="0" name=""/>
        <dsp:cNvSpPr/>
      </dsp:nvSpPr>
      <dsp:spPr>
        <a:xfrm>
          <a:off x="285650" y="3294593"/>
          <a:ext cx="3999108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57" tIns="0" rIns="15115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栈区：自动生成，自动销毁</a:t>
          </a:r>
        </a:p>
      </dsp:txBody>
      <dsp:txXfrm>
        <a:off x="311589" y="3320532"/>
        <a:ext cx="3947230" cy="47948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AE6BB4-17BA-46B9-A3ED-E0A3CE893DB4}">
      <dsp:nvSpPr>
        <dsp:cNvPr id="0" name=""/>
        <dsp:cNvSpPr/>
      </dsp:nvSpPr>
      <dsp:spPr>
        <a:xfrm>
          <a:off x="1024717" y="1131198"/>
          <a:ext cx="6095999" cy="3278220"/>
        </a:xfrm>
        <a:prstGeom prst="round2DiagRect">
          <a:avLst>
            <a:gd name="adj1" fmla="val 0"/>
            <a:gd name="adj2" fmla="val 16670"/>
          </a:avLst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2A94B3-33B7-40F1-B382-5242BAF57F60}">
      <dsp:nvSpPr>
        <dsp:cNvPr id="0" name=""/>
        <dsp:cNvSpPr/>
      </dsp:nvSpPr>
      <dsp:spPr>
        <a:xfrm>
          <a:off x="4064000" y="1417913"/>
          <a:ext cx="812" cy="258284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3E05B1-CB3A-48FE-A6E1-5B022CCA2B49}">
      <dsp:nvSpPr>
        <dsp:cNvPr id="0" name=""/>
        <dsp:cNvSpPr/>
      </dsp:nvSpPr>
      <dsp:spPr>
        <a:xfrm>
          <a:off x="1219200" y="1318573"/>
          <a:ext cx="2641600" cy="278152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栈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存放</a:t>
          </a:r>
          <a:r>
            <a:rPr lang="zh-CN" altLang="en-US" sz="2000" kern="12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函数数据：</a:t>
          </a:r>
          <a:r>
            <a:rPr lang="zh-CN" altLang="en-US" sz="2000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临时变量、局部变量、参数和返回值</a:t>
          </a:r>
          <a:endParaRPr lang="en-US" altLang="zh-CN" sz="2000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编译器</a:t>
          </a:r>
          <a:r>
            <a:rPr lang="zh-CN" altLang="en-US" sz="2000" kern="120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自动分配和释放</a:t>
          </a:r>
        </a:p>
      </dsp:txBody>
      <dsp:txXfrm>
        <a:off x="1219200" y="1318573"/>
        <a:ext cx="2641600" cy="2781520"/>
      </dsp:txXfrm>
    </dsp:sp>
    <dsp:sp modelId="{85988B4B-7FC0-4789-BEC2-AF7CE3CC3609}">
      <dsp:nvSpPr>
        <dsp:cNvPr id="0" name=""/>
        <dsp:cNvSpPr/>
      </dsp:nvSpPr>
      <dsp:spPr>
        <a:xfrm>
          <a:off x="4267200" y="1318573"/>
          <a:ext cx="2641600" cy="278152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堆</a:t>
          </a:r>
          <a:endParaRPr lang="en-US" altLang="zh-CN" sz="2800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动态分配</a:t>
          </a:r>
          <a:r>
            <a:rPr lang="zh-CN" altLang="en-US" sz="2000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内存，由程序员控制</a:t>
          </a:r>
          <a:endParaRPr lang="en-US" altLang="zh-CN" sz="2000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malloc</a:t>
          </a:r>
          <a:r>
            <a:rPr lang="zh-CN" altLang="en-US" sz="2000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和</a:t>
          </a:r>
          <a:r>
            <a:rPr lang="en-US" altLang="zh-CN" sz="2000" kern="1200" dirty="0" err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calloc</a:t>
          </a:r>
          <a:r>
            <a:rPr lang="zh-CN" altLang="en-US" sz="2000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可分配内存</a:t>
          </a:r>
        </a:p>
      </dsp:txBody>
      <dsp:txXfrm>
        <a:off x="4267200" y="1318573"/>
        <a:ext cx="2641600" cy="2781520"/>
      </dsp:txXfrm>
    </dsp:sp>
    <dsp:sp modelId="{82E2DD60-C01C-4DA0-81D4-EB7DA2E257A2}">
      <dsp:nvSpPr>
        <dsp:cNvPr id="0" name=""/>
        <dsp:cNvSpPr/>
      </dsp:nvSpPr>
      <dsp:spPr>
        <a:xfrm rot="16200000">
          <a:off x="-1280120" y="1505953"/>
          <a:ext cx="3576240" cy="1015999"/>
        </a:xfrm>
        <a:prstGeom prst="rightArrow">
          <a:avLst>
            <a:gd name="adj1" fmla="val 49830"/>
            <a:gd name="adj2" fmla="val 6066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>
              <a:solidFill>
                <a:srgbClr val="FF0000"/>
              </a:solidFill>
            </a:rPr>
            <a:t>栈</a:t>
          </a:r>
        </a:p>
      </dsp:txBody>
      <dsp:txXfrm>
        <a:off x="-1126567" y="1914369"/>
        <a:ext cx="3269135" cy="506273"/>
      </dsp:txXfrm>
    </dsp:sp>
    <dsp:sp modelId="{50C7E8A0-5531-4D96-ABCF-B56A2DC1E131}">
      <dsp:nvSpPr>
        <dsp:cNvPr id="0" name=""/>
        <dsp:cNvSpPr/>
      </dsp:nvSpPr>
      <dsp:spPr>
        <a:xfrm rot="5400000">
          <a:off x="5831879" y="2896713"/>
          <a:ext cx="3576240" cy="1015999"/>
        </a:xfrm>
        <a:prstGeom prst="rightArrow">
          <a:avLst>
            <a:gd name="adj1" fmla="val 49830"/>
            <a:gd name="adj2" fmla="val 60660"/>
          </a:avLst>
        </a:prstGeom>
        <a:solidFill>
          <a:schemeClr val="accent1">
            <a:tint val="50000"/>
            <a:hueOff val="-17872"/>
            <a:satOff val="701"/>
            <a:lumOff val="-231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kern="1200" dirty="0">
              <a:solidFill>
                <a:srgbClr val="FFFF00"/>
              </a:solidFill>
            </a:rPr>
            <a:t>堆</a:t>
          </a:r>
        </a:p>
      </dsp:txBody>
      <dsp:txXfrm>
        <a:off x="5985432" y="2998024"/>
        <a:ext cx="3269135" cy="506273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523BAD-86EC-41E4-A3D1-0BC0233E7BEB}">
      <dsp:nvSpPr>
        <dsp:cNvPr id="0" name=""/>
        <dsp:cNvSpPr/>
      </dsp:nvSpPr>
      <dsp:spPr>
        <a:xfrm>
          <a:off x="0" y="294352"/>
          <a:ext cx="5713012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C23D81-40EE-433E-B26C-A0B91F756523}">
      <dsp:nvSpPr>
        <dsp:cNvPr id="0" name=""/>
        <dsp:cNvSpPr/>
      </dsp:nvSpPr>
      <dsp:spPr>
        <a:xfrm>
          <a:off x="285650" y="28672"/>
          <a:ext cx="3999108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57" tIns="0" rIns="15115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寄存器（速度最快存储空间）</a:t>
          </a:r>
        </a:p>
      </dsp:txBody>
      <dsp:txXfrm>
        <a:off x="311589" y="54611"/>
        <a:ext cx="3947230" cy="479482"/>
      </dsp:txXfrm>
    </dsp:sp>
    <dsp:sp modelId="{F75197EA-068F-43F5-BCCF-439BB12CEED7}">
      <dsp:nvSpPr>
        <dsp:cNvPr id="0" name=""/>
        <dsp:cNvSpPr/>
      </dsp:nvSpPr>
      <dsp:spPr>
        <a:xfrm>
          <a:off x="0" y="1110832"/>
          <a:ext cx="5713012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285650" y="845152"/>
          <a:ext cx="3999108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57" tIns="0" rIns="15115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CPU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同频，存放最常用数据</a:t>
          </a:r>
        </a:p>
      </dsp:txBody>
      <dsp:txXfrm>
        <a:off x="311589" y="871091"/>
        <a:ext cx="3947230" cy="479482"/>
      </dsp:txXfrm>
    </dsp:sp>
    <dsp:sp modelId="{AE2F4F9B-4191-4658-9C0B-0D47EF653528}">
      <dsp:nvSpPr>
        <dsp:cNvPr id="0" name=""/>
        <dsp:cNvSpPr/>
      </dsp:nvSpPr>
      <dsp:spPr>
        <a:xfrm>
          <a:off x="0" y="1927312"/>
          <a:ext cx="5713012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285650" y="1661633"/>
          <a:ext cx="3999108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57" tIns="0" rIns="15115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不是靠地址查找数据</a:t>
          </a:r>
        </a:p>
      </dsp:txBody>
      <dsp:txXfrm>
        <a:off x="311589" y="1687572"/>
        <a:ext cx="3947230" cy="479482"/>
      </dsp:txXfrm>
    </dsp:sp>
    <dsp:sp modelId="{8E654179-D54A-4ED1-AB01-B7564C5F6A4E}">
      <dsp:nvSpPr>
        <dsp:cNvPr id="0" name=""/>
        <dsp:cNvSpPr/>
      </dsp:nvSpPr>
      <dsp:spPr>
        <a:xfrm>
          <a:off x="0" y="2743793"/>
          <a:ext cx="5713012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42D620-BCEF-4905-8B41-861E9F2CD162}">
      <dsp:nvSpPr>
        <dsp:cNvPr id="0" name=""/>
        <dsp:cNvSpPr/>
      </dsp:nvSpPr>
      <dsp:spPr>
        <a:xfrm>
          <a:off x="285650" y="2478113"/>
          <a:ext cx="3999108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57" tIns="0" rIns="15115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而是靠寄存器名字</a:t>
          </a:r>
        </a:p>
      </dsp:txBody>
      <dsp:txXfrm>
        <a:off x="311589" y="2504052"/>
        <a:ext cx="3947230" cy="479482"/>
      </dsp:txXfrm>
    </dsp:sp>
    <dsp:sp modelId="{4CB1C6FA-A901-4AA6-A161-1C0D7BFF8514}">
      <dsp:nvSpPr>
        <dsp:cNvPr id="0" name=""/>
        <dsp:cNvSpPr/>
      </dsp:nvSpPr>
      <dsp:spPr>
        <a:xfrm>
          <a:off x="0" y="3560273"/>
          <a:ext cx="5713012" cy="453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B0D1A-3077-4DB7-88DD-B65A050E1388}">
      <dsp:nvSpPr>
        <dsp:cNvPr id="0" name=""/>
        <dsp:cNvSpPr/>
      </dsp:nvSpPr>
      <dsp:spPr>
        <a:xfrm>
          <a:off x="285650" y="3294593"/>
          <a:ext cx="3999108" cy="53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57" tIns="0" rIns="15115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区分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32/64bits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1589" y="3320532"/>
        <a:ext cx="3947230" cy="47948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00505-D72A-4025-8FDD-8A46771C3C33}">
      <dsp:nvSpPr>
        <dsp:cNvPr id="0" name=""/>
        <dsp:cNvSpPr/>
      </dsp:nvSpPr>
      <dsp:spPr>
        <a:xfrm>
          <a:off x="0" y="311879"/>
          <a:ext cx="58547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B502E-8E0E-4973-96EB-6DE0A82BE85B}">
      <dsp:nvSpPr>
        <dsp:cNvPr id="0" name=""/>
        <dsp:cNvSpPr/>
      </dsp:nvSpPr>
      <dsp:spPr>
        <a:xfrm>
          <a:off x="292735" y="75719"/>
          <a:ext cx="4098290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906" tIns="0" rIns="154906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函数调用过程</a:t>
          </a:r>
        </a:p>
      </dsp:txBody>
      <dsp:txXfrm>
        <a:off x="315792" y="98776"/>
        <a:ext cx="4052176" cy="426206"/>
      </dsp:txXfrm>
    </dsp:sp>
    <dsp:sp modelId="{31DC9EC9-A1C1-4252-885A-35F7CBACBA85}">
      <dsp:nvSpPr>
        <dsp:cNvPr id="0" name=""/>
        <dsp:cNvSpPr/>
      </dsp:nvSpPr>
      <dsp:spPr>
        <a:xfrm>
          <a:off x="0" y="1037639"/>
          <a:ext cx="58547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8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8F6D35-C146-42D4-803E-73FA62B1A492}">
      <dsp:nvSpPr>
        <dsp:cNvPr id="0" name=""/>
        <dsp:cNvSpPr/>
      </dsp:nvSpPr>
      <dsp:spPr>
        <a:xfrm>
          <a:off x="292735" y="801479"/>
          <a:ext cx="4098290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8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906" tIns="0" rIns="15490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参数压入栈（从后往前）</a:t>
          </a:r>
        </a:p>
      </dsp:txBody>
      <dsp:txXfrm>
        <a:off x="315792" y="824536"/>
        <a:ext cx="4052176" cy="426206"/>
      </dsp:txXfrm>
    </dsp:sp>
    <dsp:sp modelId="{C2656F51-7CAB-44AD-974F-F98340DC9760}">
      <dsp:nvSpPr>
        <dsp:cNvPr id="0" name=""/>
        <dsp:cNvSpPr/>
      </dsp:nvSpPr>
      <dsp:spPr>
        <a:xfrm>
          <a:off x="0" y="1763399"/>
          <a:ext cx="58547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16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A1C5F9-4E54-4604-A535-1D67FB787C6E}">
      <dsp:nvSpPr>
        <dsp:cNvPr id="0" name=""/>
        <dsp:cNvSpPr/>
      </dsp:nvSpPr>
      <dsp:spPr>
        <a:xfrm>
          <a:off x="292735" y="1527239"/>
          <a:ext cx="4098290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6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906" tIns="0" rIns="15490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压入栈（下一条指令地址）</a:t>
          </a:r>
        </a:p>
      </dsp:txBody>
      <dsp:txXfrm>
        <a:off x="315792" y="1550296"/>
        <a:ext cx="4052176" cy="426206"/>
      </dsp:txXfrm>
    </dsp:sp>
    <dsp:sp modelId="{29D67E7E-6A42-414D-9B9B-0E645D728C18}">
      <dsp:nvSpPr>
        <dsp:cNvPr id="0" name=""/>
        <dsp:cNvSpPr/>
      </dsp:nvSpPr>
      <dsp:spPr>
        <a:xfrm>
          <a:off x="0" y="2489159"/>
          <a:ext cx="58547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24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292735" y="2252999"/>
          <a:ext cx="4098290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4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906" tIns="0" rIns="15490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sp:txBody>
      <dsp:txXfrm>
        <a:off x="315792" y="2276056"/>
        <a:ext cx="4052176" cy="426206"/>
      </dsp:txXfrm>
    </dsp:sp>
    <dsp:sp modelId="{26F0A34E-ED2F-4684-85B5-5591642C3C24}">
      <dsp:nvSpPr>
        <dsp:cNvPr id="0" name=""/>
        <dsp:cNvSpPr/>
      </dsp:nvSpPr>
      <dsp:spPr>
        <a:xfrm>
          <a:off x="0" y="3214919"/>
          <a:ext cx="58547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32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292735" y="2978759"/>
          <a:ext cx="4098290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32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906" tIns="0" rIns="15490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ESP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拷贝给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，作新的栈底</a:t>
          </a:r>
          <a:endParaRPr lang="en-US" altLang="zh-CN" sz="20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5792" y="3001816"/>
        <a:ext cx="4052176" cy="426206"/>
      </dsp:txXfrm>
    </dsp:sp>
    <dsp:sp modelId="{D53BD508-EBAF-4DAF-9211-34315C44EA46}">
      <dsp:nvSpPr>
        <dsp:cNvPr id="0" name=""/>
        <dsp:cNvSpPr/>
      </dsp:nvSpPr>
      <dsp:spPr>
        <a:xfrm>
          <a:off x="0" y="3940680"/>
          <a:ext cx="5854700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892619-2CAF-4459-9B59-DB9019322B9A}">
      <dsp:nvSpPr>
        <dsp:cNvPr id="0" name=""/>
        <dsp:cNvSpPr/>
      </dsp:nvSpPr>
      <dsp:spPr>
        <a:xfrm>
          <a:off x="292735" y="3704520"/>
          <a:ext cx="4098290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906" tIns="0" rIns="15490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函数局部变量入栈</a:t>
          </a:r>
          <a:endParaRPr lang="en-US" altLang="zh-CN" sz="20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5792" y="3727577"/>
        <a:ext cx="4052176" cy="426206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00505-D72A-4025-8FDD-8A46771C3C33}">
      <dsp:nvSpPr>
        <dsp:cNvPr id="0" name=""/>
        <dsp:cNvSpPr/>
      </dsp:nvSpPr>
      <dsp:spPr>
        <a:xfrm>
          <a:off x="0" y="31187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B502E-8E0E-4973-96EB-6DE0A82BE85B}">
      <dsp:nvSpPr>
        <dsp:cNvPr id="0" name=""/>
        <dsp:cNvSpPr/>
      </dsp:nvSpPr>
      <dsp:spPr>
        <a:xfrm>
          <a:off x="183914" y="7571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函数调用过程</a:t>
          </a:r>
        </a:p>
      </dsp:txBody>
      <dsp:txXfrm>
        <a:off x="206971" y="98776"/>
        <a:ext cx="2528683" cy="426206"/>
      </dsp:txXfrm>
    </dsp:sp>
    <dsp:sp modelId="{31DC9EC9-A1C1-4252-885A-35F7CBACBA85}">
      <dsp:nvSpPr>
        <dsp:cNvPr id="0" name=""/>
        <dsp:cNvSpPr/>
      </dsp:nvSpPr>
      <dsp:spPr>
        <a:xfrm>
          <a:off x="0" y="103763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8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8F6D35-C146-42D4-803E-73FA62B1A492}">
      <dsp:nvSpPr>
        <dsp:cNvPr id="0" name=""/>
        <dsp:cNvSpPr/>
      </dsp:nvSpPr>
      <dsp:spPr>
        <a:xfrm>
          <a:off x="183914" y="80147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8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、参数压入栈</a:t>
          </a:r>
        </a:p>
      </dsp:txBody>
      <dsp:txXfrm>
        <a:off x="206971" y="824536"/>
        <a:ext cx="2528683" cy="426206"/>
      </dsp:txXfrm>
    </dsp:sp>
    <dsp:sp modelId="{C2656F51-7CAB-44AD-974F-F98340DC9760}">
      <dsp:nvSpPr>
        <dsp:cNvPr id="0" name=""/>
        <dsp:cNvSpPr/>
      </dsp:nvSpPr>
      <dsp:spPr>
        <a:xfrm>
          <a:off x="0" y="176339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16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A1C5F9-4E54-4604-A535-1D67FB787C6E}">
      <dsp:nvSpPr>
        <dsp:cNvPr id="0" name=""/>
        <dsp:cNvSpPr/>
      </dsp:nvSpPr>
      <dsp:spPr>
        <a:xfrm>
          <a:off x="183914" y="152723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6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sp:txBody>
      <dsp:txXfrm>
        <a:off x="206971" y="1550296"/>
        <a:ext cx="2528683" cy="426206"/>
      </dsp:txXfrm>
    </dsp:sp>
    <dsp:sp modelId="{29D67E7E-6A42-414D-9B9B-0E645D728C18}">
      <dsp:nvSpPr>
        <dsp:cNvPr id="0" name=""/>
        <dsp:cNvSpPr/>
      </dsp:nvSpPr>
      <dsp:spPr>
        <a:xfrm>
          <a:off x="0" y="248915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24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183914" y="225299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4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sp:txBody>
      <dsp:txXfrm>
        <a:off x="206971" y="2276056"/>
        <a:ext cx="2528683" cy="426206"/>
      </dsp:txXfrm>
    </dsp:sp>
    <dsp:sp modelId="{26F0A34E-ED2F-4684-85B5-5591642C3C24}">
      <dsp:nvSpPr>
        <dsp:cNvPr id="0" name=""/>
        <dsp:cNvSpPr/>
      </dsp:nvSpPr>
      <dsp:spPr>
        <a:xfrm>
          <a:off x="0" y="321491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32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183914" y="297875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32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ESP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拷贝给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</a:p>
      </dsp:txBody>
      <dsp:txXfrm>
        <a:off x="206971" y="3001816"/>
        <a:ext cx="2528683" cy="426206"/>
      </dsp:txXfrm>
    </dsp:sp>
    <dsp:sp modelId="{D53BD508-EBAF-4DAF-9211-34315C44EA46}">
      <dsp:nvSpPr>
        <dsp:cNvPr id="0" name=""/>
        <dsp:cNvSpPr/>
      </dsp:nvSpPr>
      <dsp:spPr>
        <a:xfrm>
          <a:off x="0" y="3940680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892619-2CAF-4459-9B59-DB9019322B9A}">
      <dsp:nvSpPr>
        <dsp:cNvPr id="0" name=""/>
        <dsp:cNvSpPr/>
      </dsp:nvSpPr>
      <dsp:spPr>
        <a:xfrm>
          <a:off x="183914" y="3704520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函数局部变量入栈</a:t>
          </a:r>
          <a:endParaRPr lang="en-US" altLang="zh-CN" sz="20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06971" y="3727577"/>
        <a:ext cx="2528683" cy="426206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00505-D72A-4025-8FDD-8A46771C3C33}">
      <dsp:nvSpPr>
        <dsp:cNvPr id="0" name=""/>
        <dsp:cNvSpPr/>
      </dsp:nvSpPr>
      <dsp:spPr>
        <a:xfrm>
          <a:off x="0" y="31187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B502E-8E0E-4973-96EB-6DE0A82BE85B}">
      <dsp:nvSpPr>
        <dsp:cNvPr id="0" name=""/>
        <dsp:cNvSpPr/>
      </dsp:nvSpPr>
      <dsp:spPr>
        <a:xfrm>
          <a:off x="183914" y="7571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函数调用过程</a:t>
          </a:r>
        </a:p>
      </dsp:txBody>
      <dsp:txXfrm>
        <a:off x="206971" y="98776"/>
        <a:ext cx="2528683" cy="426206"/>
      </dsp:txXfrm>
    </dsp:sp>
    <dsp:sp modelId="{31DC9EC9-A1C1-4252-885A-35F7CBACBA85}">
      <dsp:nvSpPr>
        <dsp:cNvPr id="0" name=""/>
        <dsp:cNvSpPr/>
      </dsp:nvSpPr>
      <dsp:spPr>
        <a:xfrm>
          <a:off x="0" y="103763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8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8F6D35-C146-42D4-803E-73FA62B1A492}">
      <dsp:nvSpPr>
        <dsp:cNvPr id="0" name=""/>
        <dsp:cNvSpPr/>
      </dsp:nvSpPr>
      <dsp:spPr>
        <a:xfrm>
          <a:off x="183914" y="80147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8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、参数压入栈</a:t>
          </a:r>
        </a:p>
      </dsp:txBody>
      <dsp:txXfrm>
        <a:off x="206971" y="824536"/>
        <a:ext cx="2528683" cy="426206"/>
      </dsp:txXfrm>
    </dsp:sp>
    <dsp:sp modelId="{C2656F51-7CAB-44AD-974F-F98340DC9760}">
      <dsp:nvSpPr>
        <dsp:cNvPr id="0" name=""/>
        <dsp:cNvSpPr/>
      </dsp:nvSpPr>
      <dsp:spPr>
        <a:xfrm>
          <a:off x="0" y="176339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16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A1C5F9-4E54-4604-A535-1D67FB787C6E}">
      <dsp:nvSpPr>
        <dsp:cNvPr id="0" name=""/>
        <dsp:cNvSpPr/>
      </dsp:nvSpPr>
      <dsp:spPr>
        <a:xfrm>
          <a:off x="183914" y="152723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6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sp:txBody>
      <dsp:txXfrm>
        <a:off x="206971" y="1550296"/>
        <a:ext cx="2528683" cy="426206"/>
      </dsp:txXfrm>
    </dsp:sp>
    <dsp:sp modelId="{29D67E7E-6A42-414D-9B9B-0E645D728C18}">
      <dsp:nvSpPr>
        <dsp:cNvPr id="0" name=""/>
        <dsp:cNvSpPr/>
      </dsp:nvSpPr>
      <dsp:spPr>
        <a:xfrm>
          <a:off x="0" y="248915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24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183914" y="225299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4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sp:txBody>
      <dsp:txXfrm>
        <a:off x="206971" y="2276056"/>
        <a:ext cx="2528683" cy="426206"/>
      </dsp:txXfrm>
    </dsp:sp>
    <dsp:sp modelId="{26F0A34E-ED2F-4684-85B5-5591642C3C24}">
      <dsp:nvSpPr>
        <dsp:cNvPr id="0" name=""/>
        <dsp:cNvSpPr/>
      </dsp:nvSpPr>
      <dsp:spPr>
        <a:xfrm>
          <a:off x="0" y="321491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32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183914" y="297875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32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ESP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拷贝给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</a:p>
      </dsp:txBody>
      <dsp:txXfrm>
        <a:off x="206971" y="3001816"/>
        <a:ext cx="2528683" cy="426206"/>
      </dsp:txXfrm>
    </dsp:sp>
    <dsp:sp modelId="{D53BD508-EBAF-4DAF-9211-34315C44EA46}">
      <dsp:nvSpPr>
        <dsp:cNvPr id="0" name=""/>
        <dsp:cNvSpPr/>
      </dsp:nvSpPr>
      <dsp:spPr>
        <a:xfrm>
          <a:off x="0" y="3940680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892619-2CAF-4459-9B59-DB9019322B9A}">
      <dsp:nvSpPr>
        <dsp:cNvPr id="0" name=""/>
        <dsp:cNvSpPr/>
      </dsp:nvSpPr>
      <dsp:spPr>
        <a:xfrm>
          <a:off x="183914" y="3704520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函数局部变量入栈</a:t>
          </a:r>
          <a:endParaRPr lang="en-US" altLang="zh-CN" sz="20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06971" y="3727577"/>
        <a:ext cx="2528683" cy="426206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00505-D72A-4025-8FDD-8A46771C3C33}">
      <dsp:nvSpPr>
        <dsp:cNvPr id="0" name=""/>
        <dsp:cNvSpPr/>
      </dsp:nvSpPr>
      <dsp:spPr>
        <a:xfrm>
          <a:off x="0" y="31187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B502E-8E0E-4973-96EB-6DE0A82BE85B}">
      <dsp:nvSpPr>
        <dsp:cNvPr id="0" name=""/>
        <dsp:cNvSpPr/>
      </dsp:nvSpPr>
      <dsp:spPr>
        <a:xfrm>
          <a:off x="183914" y="7571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函数调用过程</a:t>
          </a:r>
        </a:p>
      </dsp:txBody>
      <dsp:txXfrm>
        <a:off x="206971" y="98776"/>
        <a:ext cx="2528683" cy="426206"/>
      </dsp:txXfrm>
    </dsp:sp>
    <dsp:sp modelId="{31DC9EC9-A1C1-4252-885A-35F7CBACBA85}">
      <dsp:nvSpPr>
        <dsp:cNvPr id="0" name=""/>
        <dsp:cNvSpPr/>
      </dsp:nvSpPr>
      <dsp:spPr>
        <a:xfrm>
          <a:off x="0" y="103763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8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8F6D35-C146-42D4-803E-73FA62B1A492}">
      <dsp:nvSpPr>
        <dsp:cNvPr id="0" name=""/>
        <dsp:cNvSpPr/>
      </dsp:nvSpPr>
      <dsp:spPr>
        <a:xfrm>
          <a:off x="183914" y="80147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8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、参数压入栈</a:t>
          </a:r>
        </a:p>
      </dsp:txBody>
      <dsp:txXfrm>
        <a:off x="206971" y="824536"/>
        <a:ext cx="2528683" cy="426206"/>
      </dsp:txXfrm>
    </dsp:sp>
    <dsp:sp modelId="{C2656F51-7CAB-44AD-974F-F98340DC9760}">
      <dsp:nvSpPr>
        <dsp:cNvPr id="0" name=""/>
        <dsp:cNvSpPr/>
      </dsp:nvSpPr>
      <dsp:spPr>
        <a:xfrm>
          <a:off x="0" y="176339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16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A1C5F9-4E54-4604-A535-1D67FB787C6E}">
      <dsp:nvSpPr>
        <dsp:cNvPr id="0" name=""/>
        <dsp:cNvSpPr/>
      </dsp:nvSpPr>
      <dsp:spPr>
        <a:xfrm>
          <a:off x="183914" y="152723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6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sp:txBody>
      <dsp:txXfrm>
        <a:off x="206971" y="1550296"/>
        <a:ext cx="2528683" cy="426206"/>
      </dsp:txXfrm>
    </dsp:sp>
    <dsp:sp modelId="{29D67E7E-6A42-414D-9B9B-0E645D728C18}">
      <dsp:nvSpPr>
        <dsp:cNvPr id="0" name=""/>
        <dsp:cNvSpPr/>
      </dsp:nvSpPr>
      <dsp:spPr>
        <a:xfrm>
          <a:off x="0" y="248915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24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183914" y="225299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4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sp:txBody>
      <dsp:txXfrm>
        <a:off x="206971" y="2276056"/>
        <a:ext cx="2528683" cy="426206"/>
      </dsp:txXfrm>
    </dsp:sp>
    <dsp:sp modelId="{26F0A34E-ED2F-4684-85B5-5591642C3C24}">
      <dsp:nvSpPr>
        <dsp:cNvPr id="0" name=""/>
        <dsp:cNvSpPr/>
      </dsp:nvSpPr>
      <dsp:spPr>
        <a:xfrm>
          <a:off x="0" y="321491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32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183914" y="297875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32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ESP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拷贝给</a:t>
          </a: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</a:p>
      </dsp:txBody>
      <dsp:txXfrm>
        <a:off x="206971" y="3001816"/>
        <a:ext cx="2528683" cy="426206"/>
      </dsp:txXfrm>
    </dsp:sp>
    <dsp:sp modelId="{D53BD508-EBAF-4DAF-9211-34315C44EA46}">
      <dsp:nvSpPr>
        <dsp:cNvPr id="0" name=""/>
        <dsp:cNvSpPr/>
      </dsp:nvSpPr>
      <dsp:spPr>
        <a:xfrm>
          <a:off x="0" y="3940680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892619-2CAF-4459-9B59-DB9019322B9A}">
      <dsp:nvSpPr>
        <dsp:cNvPr id="0" name=""/>
        <dsp:cNvSpPr/>
      </dsp:nvSpPr>
      <dsp:spPr>
        <a:xfrm>
          <a:off x="183914" y="3704520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预留缓冲区</a:t>
          </a:r>
          <a:endParaRPr lang="en-US" altLang="zh-CN" sz="20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06971" y="3727577"/>
        <a:ext cx="2528683" cy="426206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00505-D72A-4025-8FDD-8A46771C3C33}">
      <dsp:nvSpPr>
        <dsp:cNvPr id="0" name=""/>
        <dsp:cNvSpPr/>
      </dsp:nvSpPr>
      <dsp:spPr>
        <a:xfrm>
          <a:off x="0" y="31187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B502E-8E0E-4973-96EB-6DE0A82BE85B}">
      <dsp:nvSpPr>
        <dsp:cNvPr id="0" name=""/>
        <dsp:cNvSpPr/>
      </dsp:nvSpPr>
      <dsp:spPr>
        <a:xfrm>
          <a:off x="183914" y="7571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函数调用过程</a:t>
          </a:r>
        </a:p>
      </dsp:txBody>
      <dsp:txXfrm>
        <a:off x="206971" y="98776"/>
        <a:ext cx="2528683" cy="426206"/>
      </dsp:txXfrm>
    </dsp:sp>
    <dsp:sp modelId="{31DC9EC9-A1C1-4252-885A-35F7CBACBA85}">
      <dsp:nvSpPr>
        <dsp:cNvPr id="0" name=""/>
        <dsp:cNvSpPr/>
      </dsp:nvSpPr>
      <dsp:spPr>
        <a:xfrm>
          <a:off x="0" y="103763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8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8F6D35-C146-42D4-803E-73FA62B1A492}">
      <dsp:nvSpPr>
        <dsp:cNvPr id="0" name=""/>
        <dsp:cNvSpPr/>
      </dsp:nvSpPr>
      <dsp:spPr>
        <a:xfrm>
          <a:off x="183914" y="80147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8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、参数压入栈</a:t>
          </a:r>
        </a:p>
      </dsp:txBody>
      <dsp:txXfrm>
        <a:off x="206971" y="824536"/>
        <a:ext cx="2528683" cy="426206"/>
      </dsp:txXfrm>
    </dsp:sp>
    <dsp:sp modelId="{C2656F51-7CAB-44AD-974F-F98340DC9760}">
      <dsp:nvSpPr>
        <dsp:cNvPr id="0" name=""/>
        <dsp:cNvSpPr/>
      </dsp:nvSpPr>
      <dsp:spPr>
        <a:xfrm>
          <a:off x="0" y="176339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16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A1C5F9-4E54-4604-A535-1D67FB787C6E}">
      <dsp:nvSpPr>
        <dsp:cNvPr id="0" name=""/>
        <dsp:cNvSpPr/>
      </dsp:nvSpPr>
      <dsp:spPr>
        <a:xfrm>
          <a:off x="183914" y="152723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6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sp:txBody>
      <dsp:txXfrm>
        <a:off x="206971" y="1550296"/>
        <a:ext cx="2528683" cy="426206"/>
      </dsp:txXfrm>
    </dsp:sp>
    <dsp:sp modelId="{29D67E7E-6A42-414D-9B9B-0E645D728C18}">
      <dsp:nvSpPr>
        <dsp:cNvPr id="0" name=""/>
        <dsp:cNvSpPr/>
      </dsp:nvSpPr>
      <dsp:spPr>
        <a:xfrm>
          <a:off x="0" y="248915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24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183914" y="225299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4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sp:txBody>
      <dsp:txXfrm>
        <a:off x="206971" y="2276056"/>
        <a:ext cx="2528683" cy="426206"/>
      </dsp:txXfrm>
    </dsp:sp>
    <dsp:sp modelId="{26F0A34E-ED2F-4684-85B5-5591642C3C24}">
      <dsp:nvSpPr>
        <dsp:cNvPr id="0" name=""/>
        <dsp:cNvSpPr/>
      </dsp:nvSpPr>
      <dsp:spPr>
        <a:xfrm>
          <a:off x="0" y="3214919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32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183914" y="2978759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32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ESP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拷贝给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</a:p>
      </dsp:txBody>
      <dsp:txXfrm>
        <a:off x="206971" y="3001816"/>
        <a:ext cx="2528683" cy="426206"/>
      </dsp:txXfrm>
    </dsp:sp>
    <dsp:sp modelId="{D53BD508-EBAF-4DAF-9211-34315C44EA46}">
      <dsp:nvSpPr>
        <dsp:cNvPr id="0" name=""/>
        <dsp:cNvSpPr/>
      </dsp:nvSpPr>
      <dsp:spPr>
        <a:xfrm>
          <a:off x="0" y="3940680"/>
          <a:ext cx="3678282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892619-2CAF-4459-9B59-DB9019322B9A}">
      <dsp:nvSpPr>
        <dsp:cNvPr id="0" name=""/>
        <dsp:cNvSpPr/>
      </dsp:nvSpPr>
      <dsp:spPr>
        <a:xfrm>
          <a:off x="183914" y="3704520"/>
          <a:ext cx="2574797" cy="4723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、预留缓冲区</a:t>
          </a:r>
          <a:endParaRPr lang="en-US" altLang="zh-CN" sz="2000" kern="12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06971" y="3727577"/>
        <a:ext cx="2528683" cy="426206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00505-D72A-4025-8FDD-8A46771C3C33}">
      <dsp:nvSpPr>
        <dsp:cNvPr id="0" name=""/>
        <dsp:cNvSpPr/>
      </dsp:nvSpPr>
      <dsp:spPr>
        <a:xfrm>
          <a:off x="0" y="231599"/>
          <a:ext cx="367828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B502E-8E0E-4973-96EB-6DE0A82BE85B}">
      <dsp:nvSpPr>
        <dsp:cNvPr id="0" name=""/>
        <dsp:cNvSpPr/>
      </dsp:nvSpPr>
      <dsp:spPr>
        <a:xfrm>
          <a:off x="183914" y="24959"/>
          <a:ext cx="2574797" cy="41328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函数调用过程</a:t>
          </a:r>
        </a:p>
      </dsp:txBody>
      <dsp:txXfrm>
        <a:off x="204089" y="45134"/>
        <a:ext cx="2534447" cy="372930"/>
      </dsp:txXfrm>
    </dsp:sp>
    <dsp:sp modelId="{31DC9EC9-A1C1-4252-885A-35F7CBACBA85}">
      <dsp:nvSpPr>
        <dsp:cNvPr id="0" name=""/>
        <dsp:cNvSpPr/>
      </dsp:nvSpPr>
      <dsp:spPr>
        <a:xfrm>
          <a:off x="0" y="866639"/>
          <a:ext cx="367828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8F6D35-C146-42D4-803E-73FA62B1A492}">
      <dsp:nvSpPr>
        <dsp:cNvPr id="0" name=""/>
        <dsp:cNvSpPr/>
      </dsp:nvSpPr>
      <dsp:spPr>
        <a:xfrm>
          <a:off x="183914" y="659999"/>
          <a:ext cx="2574797" cy="41328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、参数压入栈</a:t>
          </a:r>
        </a:p>
      </dsp:txBody>
      <dsp:txXfrm>
        <a:off x="204089" y="680174"/>
        <a:ext cx="2534447" cy="372930"/>
      </dsp:txXfrm>
    </dsp:sp>
    <dsp:sp modelId="{C2656F51-7CAB-44AD-974F-F98340DC9760}">
      <dsp:nvSpPr>
        <dsp:cNvPr id="0" name=""/>
        <dsp:cNvSpPr/>
      </dsp:nvSpPr>
      <dsp:spPr>
        <a:xfrm>
          <a:off x="0" y="1501680"/>
          <a:ext cx="367828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1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A1C5F9-4E54-4604-A535-1D67FB787C6E}">
      <dsp:nvSpPr>
        <dsp:cNvPr id="0" name=""/>
        <dsp:cNvSpPr/>
      </dsp:nvSpPr>
      <dsp:spPr>
        <a:xfrm>
          <a:off x="183914" y="1295040"/>
          <a:ext cx="2574797" cy="41328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sp:txBody>
      <dsp:txXfrm>
        <a:off x="204089" y="1315215"/>
        <a:ext cx="2534447" cy="372930"/>
      </dsp:txXfrm>
    </dsp:sp>
    <dsp:sp modelId="{29D67E7E-6A42-414D-9B9B-0E645D728C18}">
      <dsp:nvSpPr>
        <dsp:cNvPr id="0" name=""/>
        <dsp:cNvSpPr/>
      </dsp:nvSpPr>
      <dsp:spPr>
        <a:xfrm>
          <a:off x="0" y="2136720"/>
          <a:ext cx="367828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183914" y="1930080"/>
          <a:ext cx="2574797" cy="41328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压入栈</a:t>
          </a:r>
        </a:p>
      </dsp:txBody>
      <dsp:txXfrm>
        <a:off x="204089" y="1950255"/>
        <a:ext cx="2534447" cy="372930"/>
      </dsp:txXfrm>
    </dsp:sp>
    <dsp:sp modelId="{26F0A34E-ED2F-4684-85B5-5591642C3C24}">
      <dsp:nvSpPr>
        <dsp:cNvPr id="0" name=""/>
        <dsp:cNvSpPr/>
      </dsp:nvSpPr>
      <dsp:spPr>
        <a:xfrm>
          <a:off x="0" y="2771760"/>
          <a:ext cx="367828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2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183914" y="2565120"/>
          <a:ext cx="2574797" cy="41328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ESP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拷贝给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</a:p>
      </dsp:txBody>
      <dsp:txXfrm>
        <a:off x="204089" y="2585295"/>
        <a:ext cx="2534447" cy="372930"/>
      </dsp:txXfrm>
    </dsp:sp>
    <dsp:sp modelId="{D53BD508-EBAF-4DAF-9211-34315C44EA46}">
      <dsp:nvSpPr>
        <dsp:cNvPr id="0" name=""/>
        <dsp:cNvSpPr/>
      </dsp:nvSpPr>
      <dsp:spPr>
        <a:xfrm>
          <a:off x="0" y="3406800"/>
          <a:ext cx="367828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3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892619-2CAF-4459-9B59-DB9019322B9A}">
      <dsp:nvSpPr>
        <dsp:cNvPr id="0" name=""/>
        <dsp:cNvSpPr/>
      </dsp:nvSpPr>
      <dsp:spPr>
        <a:xfrm>
          <a:off x="183914" y="3200160"/>
          <a:ext cx="2574797" cy="41328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3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、预留缓冲区</a:t>
          </a:r>
          <a:endParaRPr lang="en-US" altLang="zh-CN" sz="20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04089" y="3220335"/>
        <a:ext cx="2534447" cy="372930"/>
      </dsp:txXfrm>
    </dsp:sp>
    <dsp:sp modelId="{9E88EDBD-5462-4D66-BB42-4D5DCE3E30AA}">
      <dsp:nvSpPr>
        <dsp:cNvPr id="0" name=""/>
        <dsp:cNvSpPr/>
      </dsp:nvSpPr>
      <dsp:spPr>
        <a:xfrm>
          <a:off x="0" y="4041840"/>
          <a:ext cx="3678282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0A27AD-47B1-4510-A25C-2ADBBFF6107C}">
      <dsp:nvSpPr>
        <dsp:cNvPr id="0" name=""/>
        <dsp:cNvSpPr/>
      </dsp:nvSpPr>
      <dsp:spPr>
        <a:xfrm>
          <a:off x="183914" y="3835200"/>
          <a:ext cx="2574797" cy="41328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321" tIns="0" rIns="9732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6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、其他工作</a:t>
          </a:r>
          <a:endParaRPr lang="en-US" altLang="zh-CN" sz="2000" kern="12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04089" y="3855375"/>
        <a:ext cx="2534447" cy="372930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00505-D72A-4025-8FDD-8A46771C3C33}">
      <dsp:nvSpPr>
        <dsp:cNvPr id="0" name=""/>
        <dsp:cNvSpPr/>
      </dsp:nvSpPr>
      <dsp:spPr>
        <a:xfrm>
          <a:off x="0" y="231599"/>
          <a:ext cx="46736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B502E-8E0E-4973-96EB-6DE0A82BE85B}">
      <dsp:nvSpPr>
        <dsp:cNvPr id="0" name=""/>
        <dsp:cNvSpPr/>
      </dsp:nvSpPr>
      <dsp:spPr>
        <a:xfrm>
          <a:off x="233680" y="24959"/>
          <a:ext cx="3271520" cy="41328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656" tIns="0" rIns="123656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函数返回过程</a:t>
          </a:r>
        </a:p>
      </dsp:txBody>
      <dsp:txXfrm>
        <a:off x="253855" y="45134"/>
        <a:ext cx="3231170" cy="372930"/>
      </dsp:txXfrm>
    </dsp:sp>
    <dsp:sp modelId="{EBB8AE18-3C25-4F53-81D6-A2B9AC70DC95}">
      <dsp:nvSpPr>
        <dsp:cNvPr id="0" name=""/>
        <dsp:cNvSpPr/>
      </dsp:nvSpPr>
      <dsp:spPr>
        <a:xfrm>
          <a:off x="0" y="866639"/>
          <a:ext cx="46736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hueOff val="0"/>
              <a:satOff val="0"/>
              <a:lumOff val="0"/>
              <a:alphaOff val="-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CB7CC1-74E1-4AAE-9B3D-9C78048CE326}">
      <dsp:nvSpPr>
        <dsp:cNvPr id="0" name=""/>
        <dsp:cNvSpPr/>
      </dsp:nvSpPr>
      <dsp:spPr>
        <a:xfrm>
          <a:off x="233680" y="659999"/>
          <a:ext cx="3271520" cy="41328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656" tIns="0" rIns="12365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弹出通用寄存器</a:t>
          </a:r>
        </a:p>
      </dsp:txBody>
      <dsp:txXfrm>
        <a:off x="253855" y="680174"/>
        <a:ext cx="3231170" cy="372930"/>
      </dsp:txXfrm>
    </dsp:sp>
    <dsp:sp modelId="{A7945D03-F731-48A2-A54D-073A7A214021}">
      <dsp:nvSpPr>
        <dsp:cNvPr id="0" name=""/>
        <dsp:cNvSpPr/>
      </dsp:nvSpPr>
      <dsp:spPr>
        <a:xfrm>
          <a:off x="0" y="1501680"/>
          <a:ext cx="46736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hueOff val="0"/>
              <a:satOff val="0"/>
              <a:lumOff val="0"/>
              <a:alphaOff val="-1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3B8809-E4A5-4ED8-A703-8A2C0A39A2BE}">
      <dsp:nvSpPr>
        <dsp:cNvPr id="0" name=""/>
        <dsp:cNvSpPr/>
      </dsp:nvSpPr>
      <dsp:spPr>
        <a:xfrm>
          <a:off x="233680" y="1295040"/>
          <a:ext cx="3271520" cy="41328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656" tIns="0" rIns="12365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释放缓冲区</a:t>
          </a:r>
        </a:p>
      </dsp:txBody>
      <dsp:txXfrm>
        <a:off x="253855" y="1315215"/>
        <a:ext cx="3231170" cy="372930"/>
      </dsp:txXfrm>
    </dsp:sp>
    <dsp:sp modelId="{31DC9EC9-A1C1-4252-885A-35F7CBACBA85}">
      <dsp:nvSpPr>
        <dsp:cNvPr id="0" name=""/>
        <dsp:cNvSpPr/>
      </dsp:nvSpPr>
      <dsp:spPr>
        <a:xfrm>
          <a:off x="0" y="2136720"/>
          <a:ext cx="46736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8F6D35-C146-42D4-803E-73FA62B1A492}">
      <dsp:nvSpPr>
        <dsp:cNvPr id="0" name=""/>
        <dsp:cNvSpPr/>
      </dsp:nvSpPr>
      <dsp:spPr>
        <a:xfrm>
          <a:off x="233680" y="1930080"/>
          <a:ext cx="3271520" cy="41328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656" tIns="0" rIns="12365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弹出恢复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EBP</a:t>
          </a:r>
          <a:endParaRPr lang="zh-CN" altLang="en-US" sz="20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53855" y="1950255"/>
        <a:ext cx="3231170" cy="372930"/>
      </dsp:txXfrm>
    </dsp:sp>
    <dsp:sp modelId="{29D67E7E-6A42-414D-9B9B-0E645D728C18}">
      <dsp:nvSpPr>
        <dsp:cNvPr id="0" name=""/>
        <dsp:cNvSpPr/>
      </dsp:nvSpPr>
      <dsp:spPr>
        <a:xfrm>
          <a:off x="0" y="2771760"/>
          <a:ext cx="46736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hueOff val="0"/>
              <a:satOff val="0"/>
              <a:lumOff val="0"/>
              <a:alphaOff val="-2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233680" y="2565120"/>
          <a:ext cx="3271520" cy="41328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656" tIns="0" rIns="12365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弹出恢复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endParaRPr lang="zh-CN" altLang="en-US" sz="20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53855" y="2585295"/>
        <a:ext cx="3231170" cy="372930"/>
      </dsp:txXfrm>
    </dsp:sp>
    <dsp:sp modelId="{17521BB4-D4C1-4928-ACBB-CC8342A1D4AF}">
      <dsp:nvSpPr>
        <dsp:cNvPr id="0" name=""/>
        <dsp:cNvSpPr/>
      </dsp:nvSpPr>
      <dsp:spPr>
        <a:xfrm>
          <a:off x="0" y="3406800"/>
          <a:ext cx="46736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hueOff val="0"/>
              <a:satOff val="0"/>
              <a:lumOff val="0"/>
              <a:alphaOff val="-3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2A03A1-89F2-4255-9660-A1A6F9A3FD5A}">
      <dsp:nvSpPr>
        <dsp:cNvPr id="0" name=""/>
        <dsp:cNvSpPr/>
      </dsp:nvSpPr>
      <dsp:spPr>
        <a:xfrm>
          <a:off x="233680" y="3200160"/>
          <a:ext cx="3271520" cy="41328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3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656" tIns="0" rIns="12365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弹出参数</a:t>
          </a:r>
        </a:p>
      </dsp:txBody>
      <dsp:txXfrm>
        <a:off x="253855" y="3220335"/>
        <a:ext cx="3231170" cy="372930"/>
      </dsp:txXfrm>
    </dsp:sp>
    <dsp:sp modelId="{BFB598DD-DC2B-4105-AD6B-F72F52D8FD8B}">
      <dsp:nvSpPr>
        <dsp:cNvPr id="0" name=""/>
        <dsp:cNvSpPr/>
      </dsp:nvSpPr>
      <dsp:spPr>
        <a:xfrm>
          <a:off x="0" y="4041840"/>
          <a:ext cx="4673600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4DF712-5FE6-4B02-9DB8-08D37BF58B5E}">
      <dsp:nvSpPr>
        <dsp:cNvPr id="0" name=""/>
        <dsp:cNvSpPr/>
      </dsp:nvSpPr>
      <dsp:spPr>
        <a:xfrm>
          <a:off x="233680" y="3835200"/>
          <a:ext cx="3271520" cy="413280"/>
        </a:xfrm>
        <a:prstGeom prst="roundRect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656" tIns="0" rIns="12365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执行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指向的指令</a:t>
          </a:r>
          <a:endParaRPr lang="en-US" altLang="zh-CN" sz="20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53855" y="3855375"/>
        <a:ext cx="3231170" cy="372930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00505-D72A-4025-8FDD-8A46771C3C33}">
      <dsp:nvSpPr>
        <dsp:cNvPr id="0" name=""/>
        <dsp:cNvSpPr/>
      </dsp:nvSpPr>
      <dsp:spPr>
        <a:xfrm>
          <a:off x="0" y="357830"/>
          <a:ext cx="4679768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B502E-8E0E-4973-96EB-6DE0A82BE85B}">
      <dsp:nvSpPr>
        <dsp:cNvPr id="0" name=""/>
        <dsp:cNvSpPr/>
      </dsp:nvSpPr>
      <dsp:spPr>
        <a:xfrm>
          <a:off x="233988" y="47870"/>
          <a:ext cx="3275837" cy="619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19" tIns="0" rIns="12381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栈结构如右所示</a:t>
          </a:r>
        </a:p>
      </dsp:txBody>
      <dsp:txXfrm>
        <a:off x="264250" y="78132"/>
        <a:ext cx="3215313" cy="559396"/>
      </dsp:txXfrm>
    </dsp:sp>
    <dsp:sp modelId="{29D67E7E-6A42-414D-9B9B-0E645D728C18}">
      <dsp:nvSpPr>
        <dsp:cNvPr id="0" name=""/>
        <dsp:cNvSpPr/>
      </dsp:nvSpPr>
      <dsp:spPr>
        <a:xfrm>
          <a:off x="0" y="1310390"/>
          <a:ext cx="4679768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1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233988" y="1000430"/>
          <a:ext cx="3275837" cy="619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19" tIns="0" rIns="12381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关注：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入栈位置</a:t>
          </a:r>
        </a:p>
      </dsp:txBody>
      <dsp:txXfrm>
        <a:off x="264250" y="1030692"/>
        <a:ext cx="3215313" cy="559396"/>
      </dsp:txXfrm>
    </dsp:sp>
    <dsp:sp modelId="{26F0A34E-ED2F-4684-85B5-5591642C3C24}">
      <dsp:nvSpPr>
        <dsp:cNvPr id="0" name=""/>
        <dsp:cNvSpPr/>
      </dsp:nvSpPr>
      <dsp:spPr>
        <a:xfrm>
          <a:off x="0" y="2262951"/>
          <a:ext cx="4679768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2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233988" y="1952991"/>
          <a:ext cx="3275837" cy="619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19" tIns="0" rIns="12381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也称为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返回地址</a:t>
          </a:r>
          <a:endParaRPr lang="en-US" altLang="zh-CN" sz="2000" kern="12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64250" y="1983253"/>
        <a:ext cx="3215313" cy="559396"/>
      </dsp:txXfrm>
    </dsp:sp>
    <dsp:sp modelId="{D53BD508-EBAF-4DAF-9211-34315C44EA46}">
      <dsp:nvSpPr>
        <dsp:cNvPr id="0" name=""/>
        <dsp:cNvSpPr/>
      </dsp:nvSpPr>
      <dsp:spPr>
        <a:xfrm>
          <a:off x="0" y="3215511"/>
          <a:ext cx="4679768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892619-2CAF-4459-9B59-DB9019322B9A}">
      <dsp:nvSpPr>
        <dsp:cNvPr id="0" name=""/>
        <dsp:cNvSpPr/>
      </dsp:nvSpPr>
      <dsp:spPr>
        <a:xfrm>
          <a:off x="233988" y="2905551"/>
          <a:ext cx="3275837" cy="619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819" tIns="0" rIns="12381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控制溢出，填充返回地址</a:t>
          </a:r>
          <a:endParaRPr lang="en-US" altLang="zh-CN" sz="20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64250" y="2935813"/>
        <a:ext cx="3215313" cy="559396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00505-D72A-4025-8FDD-8A46771C3C33}">
      <dsp:nvSpPr>
        <dsp:cNvPr id="0" name=""/>
        <dsp:cNvSpPr/>
      </dsp:nvSpPr>
      <dsp:spPr>
        <a:xfrm>
          <a:off x="0" y="357830"/>
          <a:ext cx="637865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B502E-8E0E-4973-96EB-6DE0A82BE85B}">
      <dsp:nvSpPr>
        <dsp:cNvPr id="0" name=""/>
        <dsp:cNvSpPr/>
      </dsp:nvSpPr>
      <dsp:spPr>
        <a:xfrm>
          <a:off x="318932" y="47870"/>
          <a:ext cx="4465057" cy="619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769" tIns="0" rIns="1687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栈缓冲区溢出利用</a:t>
          </a:r>
        </a:p>
      </dsp:txBody>
      <dsp:txXfrm>
        <a:off x="349194" y="78132"/>
        <a:ext cx="4404533" cy="559396"/>
      </dsp:txXfrm>
    </dsp:sp>
    <dsp:sp modelId="{29D67E7E-6A42-414D-9B9B-0E645D728C18}">
      <dsp:nvSpPr>
        <dsp:cNvPr id="0" name=""/>
        <dsp:cNvSpPr/>
      </dsp:nvSpPr>
      <dsp:spPr>
        <a:xfrm>
          <a:off x="0" y="1310390"/>
          <a:ext cx="637865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1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318932" y="1000430"/>
          <a:ext cx="4465057" cy="619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769" tIns="0" rIns="1687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计算溢出点与</a:t>
          </a:r>
          <a:r>
            <a:rPr lang="zh-CN" altLang="en-US" sz="2000" kern="1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返回地址差距</a:t>
          </a:r>
          <a:endParaRPr lang="zh-CN" altLang="en-US" sz="20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9194" y="1030692"/>
        <a:ext cx="4404533" cy="559396"/>
      </dsp:txXfrm>
    </dsp:sp>
    <dsp:sp modelId="{26F0A34E-ED2F-4684-85B5-5591642C3C24}">
      <dsp:nvSpPr>
        <dsp:cNvPr id="0" name=""/>
        <dsp:cNvSpPr/>
      </dsp:nvSpPr>
      <dsp:spPr>
        <a:xfrm>
          <a:off x="0" y="2262951"/>
          <a:ext cx="637865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2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318932" y="1952991"/>
          <a:ext cx="4465057" cy="619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769" tIns="0" rIns="1687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控制溢出，函数返回执行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shellcode</a:t>
          </a:r>
        </a:p>
      </dsp:txBody>
      <dsp:txXfrm>
        <a:off x="349194" y="1983253"/>
        <a:ext cx="4404533" cy="559396"/>
      </dsp:txXfrm>
    </dsp:sp>
    <dsp:sp modelId="{D53BD508-EBAF-4DAF-9211-34315C44EA46}">
      <dsp:nvSpPr>
        <dsp:cNvPr id="0" name=""/>
        <dsp:cNvSpPr/>
      </dsp:nvSpPr>
      <dsp:spPr>
        <a:xfrm>
          <a:off x="0" y="3215511"/>
          <a:ext cx="637865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892619-2CAF-4459-9B59-DB9019322B9A}">
      <dsp:nvSpPr>
        <dsp:cNvPr id="0" name=""/>
        <dsp:cNvSpPr/>
      </dsp:nvSpPr>
      <dsp:spPr>
        <a:xfrm>
          <a:off x="318932" y="2905551"/>
          <a:ext cx="4465057" cy="619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769" tIns="0" rIns="16876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返回地址溢出为</a:t>
          </a: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shellcode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地址</a:t>
          </a:r>
          <a:endParaRPr lang="en-US" altLang="zh-CN" sz="2000" kern="12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9194" y="2935813"/>
        <a:ext cx="4404533" cy="559396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00505-D72A-4025-8FDD-8A46771C3C33}">
      <dsp:nvSpPr>
        <dsp:cNvPr id="0" name=""/>
        <dsp:cNvSpPr/>
      </dsp:nvSpPr>
      <dsp:spPr>
        <a:xfrm>
          <a:off x="0" y="260956"/>
          <a:ext cx="548820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B502E-8E0E-4973-96EB-6DE0A82BE85B}">
      <dsp:nvSpPr>
        <dsp:cNvPr id="0" name=""/>
        <dsp:cNvSpPr/>
      </dsp:nvSpPr>
      <dsp:spPr>
        <a:xfrm>
          <a:off x="274410" y="10036"/>
          <a:ext cx="3841741" cy="5018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209" tIns="0" rIns="14520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打开攻防世界网站</a:t>
          </a:r>
        </a:p>
      </dsp:txBody>
      <dsp:txXfrm>
        <a:off x="298908" y="34534"/>
        <a:ext cx="3792745" cy="452844"/>
      </dsp:txXfrm>
    </dsp:sp>
    <dsp:sp modelId="{29D67E7E-6A42-414D-9B9B-0E645D728C18}">
      <dsp:nvSpPr>
        <dsp:cNvPr id="0" name=""/>
        <dsp:cNvSpPr/>
      </dsp:nvSpPr>
      <dsp:spPr>
        <a:xfrm>
          <a:off x="0" y="1032076"/>
          <a:ext cx="548820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1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274410" y="781156"/>
          <a:ext cx="3841741" cy="5018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209" tIns="0" rIns="14520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题库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-</a:t>
          </a:r>
          <a:r>
            <a:rPr lang="en-US" altLang="zh-CN" sz="2000" kern="1200" dirty="0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pwn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-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搜索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level0</a:t>
          </a:r>
          <a:endParaRPr lang="zh-CN" altLang="en-US" sz="20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98908" y="805654"/>
        <a:ext cx="3792745" cy="452844"/>
      </dsp:txXfrm>
    </dsp:sp>
    <dsp:sp modelId="{26F0A34E-ED2F-4684-85B5-5591642C3C24}">
      <dsp:nvSpPr>
        <dsp:cNvPr id="0" name=""/>
        <dsp:cNvSpPr/>
      </dsp:nvSpPr>
      <dsp:spPr>
        <a:xfrm>
          <a:off x="0" y="1803197"/>
          <a:ext cx="548820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274410" y="1552276"/>
          <a:ext cx="3841741" cy="5018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209" tIns="0" rIns="14520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下载附件，使用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IDA</a:t>
          </a: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64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打开</a:t>
          </a:r>
          <a:endParaRPr lang="en-US" altLang="zh-CN" sz="20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98908" y="1576774"/>
        <a:ext cx="3792745" cy="452844"/>
      </dsp:txXfrm>
    </dsp:sp>
    <dsp:sp modelId="{7C0D436A-FB6F-4D9E-811F-002005980F24}">
      <dsp:nvSpPr>
        <dsp:cNvPr id="0" name=""/>
        <dsp:cNvSpPr/>
      </dsp:nvSpPr>
      <dsp:spPr>
        <a:xfrm>
          <a:off x="0" y="2574317"/>
          <a:ext cx="548820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3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2D1543-C079-4D81-BC27-703A9B1AAD8B}">
      <dsp:nvSpPr>
        <dsp:cNvPr id="0" name=""/>
        <dsp:cNvSpPr/>
      </dsp:nvSpPr>
      <dsp:spPr>
        <a:xfrm>
          <a:off x="274410" y="2323397"/>
          <a:ext cx="3841741" cy="5018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3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209" tIns="0" rIns="14520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、从</a:t>
          </a: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main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开始，找溢出点</a:t>
          </a:r>
          <a:endParaRPr lang="en-US" altLang="zh-CN" sz="2000" kern="12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98908" y="2347895"/>
        <a:ext cx="3792745" cy="452844"/>
      </dsp:txXfrm>
    </dsp:sp>
    <dsp:sp modelId="{FC4F342E-6296-4FB5-99C9-2D80DEED1C56}">
      <dsp:nvSpPr>
        <dsp:cNvPr id="0" name=""/>
        <dsp:cNvSpPr/>
      </dsp:nvSpPr>
      <dsp:spPr>
        <a:xfrm>
          <a:off x="0" y="3345437"/>
          <a:ext cx="548820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93E393-4733-4B68-93D3-E5F30EA482C7}">
      <dsp:nvSpPr>
        <dsp:cNvPr id="0" name=""/>
        <dsp:cNvSpPr/>
      </dsp:nvSpPr>
      <dsp:spPr>
        <a:xfrm>
          <a:off x="274410" y="3094517"/>
          <a:ext cx="3841741" cy="5018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209" tIns="0" rIns="14520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顺藤摸瓜找到弱点函数</a:t>
          </a:r>
          <a:endParaRPr lang="en-US" altLang="zh-CN" sz="20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98908" y="3119015"/>
        <a:ext cx="3792745" cy="452844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00505-D72A-4025-8FDD-8A46771C3C33}">
      <dsp:nvSpPr>
        <dsp:cNvPr id="0" name=""/>
        <dsp:cNvSpPr/>
      </dsp:nvSpPr>
      <dsp:spPr>
        <a:xfrm>
          <a:off x="0" y="260956"/>
          <a:ext cx="548820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B502E-8E0E-4973-96EB-6DE0A82BE85B}">
      <dsp:nvSpPr>
        <dsp:cNvPr id="0" name=""/>
        <dsp:cNvSpPr/>
      </dsp:nvSpPr>
      <dsp:spPr>
        <a:xfrm>
          <a:off x="274410" y="10036"/>
          <a:ext cx="3841741" cy="5018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209" tIns="0" rIns="14520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打开弱点函数</a:t>
          </a:r>
        </a:p>
      </dsp:txBody>
      <dsp:txXfrm>
        <a:off x="298908" y="34534"/>
        <a:ext cx="3792745" cy="452844"/>
      </dsp:txXfrm>
    </dsp:sp>
    <dsp:sp modelId="{29D67E7E-6A42-414D-9B9B-0E645D728C18}">
      <dsp:nvSpPr>
        <dsp:cNvPr id="0" name=""/>
        <dsp:cNvSpPr/>
      </dsp:nvSpPr>
      <dsp:spPr>
        <a:xfrm>
          <a:off x="0" y="1032076"/>
          <a:ext cx="548820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1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274410" y="781156"/>
          <a:ext cx="3841741" cy="5018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209" tIns="0" rIns="14520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、发现溢出函数</a:t>
          </a: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read</a:t>
          </a:r>
          <a:endParaRPr lang="zh-CN" altLang="en-US" sz="2000" kern="12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98908" y="805654"/>
        <a:ext cx="3792745" cy="452844"/>
      </dsp:txXfrm>
    </dsp:sp>
    <dsp:sp modelId="{452FA821-BE12-42D9-9070-B708E51F70E6}">
      <dsp:nvSpPr>
        <dsp:cNvPr id="0" name=""/>
        <dsp:cNvSpPr/>
      </dsp:nvSpPr>
      <dsp:spPr>
        <a:xfrm>
          <a:off x="0" y="1803197"/>
          <a:ext cx="548820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81EAD7-C32B-4E19-AFFF-279D34CCDEC5}">
      <dsp:nvSpPr>
        <dsp:cNvPr id="0" name=""/>
        <dsp:cNvSpPr/>
      </dsp:nvSpPr>
      <dsp:spPr>
        <a:xfrm>
          <a:off x="274410" y="1552276"/>
          <a:ext cx="3841741" cy="5018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209" tIns="0" rIns="14520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buf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大小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0x80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字节</a:t>
          </a:r>
        </a:p>
      </dsp:txBody>
      <dsp:txXfrm>
        <a:off x="298908" y="1576774"/>
        <a:ext cx="3792745" cy="452844"/>
      </dsp:txXfrm>
    </dsp:sp>
    <dsp:sp modelId="{95482D42-AB3B-46F1-B350-BDACAFC18EAC}">
      <dsp:nvSpPr>
        <dsp:cNvPr id="0" name=""/>
        <dsp:cNvSpPr/>
      </dsp:nvSpPr>
      <dsp:spPr>
        <a:xfrm>
          <a:off x="0" y="2574317"/>
          <a:ext cx="548820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3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5AE713-C4C7-4CF3-9E69-93389A77F72B}">
      <dsp:nvSpPr>
        <dsp:cNvPr id="0" name=""/>
        <dsp:cNvSpPr/>
      </dsp:nvSpPr>
      <dsp:spPr>
        <a:xfrm>
          <a:off x="274410" y="2323397"/>
          <a:ext cx="3841741" cy="5018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3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209" tIns="0" rIns="14520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read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函数可读入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0x200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字节</a:t>
          </a:r>
        </a:p>
      </dsp:txBody>
      <dsp:txXfrm>
        <a:off x="298908" y="2347895"/>
        <a:ext cx="3792745" cy="452844"/>
      </dsp:txXfrm>
    </dsp:sp>
    <dsp:sp modelId="{AC0A07C1-BFB1-4F42-A070-49B2AD1E2B78}">
      <dsp:nvSpPr>
        <dsp:cNvPr id="0" name=""/>
        <dsp:cNvSpPr/>
      </dsp:nvSpPr>
      <dsp:spPr>
        <a:xfrm>
          <a:off x="0" y="3345437"/>
          <a:ext cx="548820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FB8BDE-A178-4C0C-932C-273CA121BC81}">
      <dsp:nvSpPr>
        <dsp:cNvPr id="0" name=""/>
        <dsp:cNvSpPr/>
      </dsp:nvSpPr>
      <dsp:spPr>
        <a:xfrm>
          <a:off x="274410" y="3094517"/>
          <a:ext cx="3841741" cy="5018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209" tIns="0" rIns="14520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产生溢出漏洞</a:t>
          </a:r>
        </a:p>
      </dsp:txBody>
      <dsp:txXfrm>
        <a:off x="298908" y="3119015"/>
        <a:ext cx="3792745" cy="452844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00505-D72A-4025-8FDD-8A46771C3C33}">
      <dsp:nvSpPr>
        <dsp:cNvPr id="0" name=""/>
        <dsp:cNvSpPr/>
      </dsp:nvSpPr>
      <dsp:spPr>
        <a:xfrm>
          <a:off x="0" y="353476"/>
          <a:ext cx="6280682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B502E-8E0E-4973-96EB-6DE0A82BE85B}">
      <dsp:nvSpPr>
        <dsp:cNvPr id="0" name=""/>
        <dsp:cNvSpPr/>
      </dsp:nvSpPr>
      <dsp:spPr>
        <a:xfrm>
          <a:off x="314034" y="43516"/>
          <a:ext cx="4396477" cy="619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176" tIns="0" rIns="1661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寻找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shellcode</a:t>
          </a:r>
          <a:endParaRPr lang="zh-CN" altLang="en-US" sz="20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4296" y="73778"/>
        <a:ext cx="4335953" cy="559396"/>
      </dsp:txXfrm>
    </dsp:sp>
    <dsp:sp modelId="{29D67E7E-6A42-414D-9B9B-0E645D728C18}">
      <dsp:nvSpPr>
        <dsp:cNvPr id="0" name=""/>
        <dsp:cNvSpPr/>
      </dsp:nvSpPr>
      <dsp:spPr>
        <a:xfrm>
          <a:off x="0" y="1306036"/>
          <a:ext cx="6280682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1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314034" y="996076"/>
          <a:ext cx="4396477" cy="619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176" tIns="0" rIns="1661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、发现函数</a:t>
          </a:r>
          <a:r>
            <a:rPr lang="en-US" altLang="zh-CN" sz="2000" kern="1200" dirty="0" err="1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callsystem</a:t>
          </a:r>
          <a:endParaRPr lang="zh-CN" altLang="en-US" sz="2000" kern="12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4296" y="1026338"/>
        <a:ext cx="4335953" cy="559396"/>
      </dsp:txXfrm>
    </dsp:sp>
    <dsp:sp modelId="{452FA821-BE12-42D9-9070-B708E51F70E6}">
      <dsp:nvSpPr>
        <dsp:cNvPr id="0" name=""/>
        <dsp:cNvSpPr/>
      </dsp:nvSpPr>
      <dsp:spPr>
        <a:xfrm>
          <a:off x="0" y="2258597"/>
          <a:ext cx="6280682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2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81EAD7-C32B-4E19-AFFF-279D34CCDEC5}">
      <dsp:nvSpPr>
        <dsp:cNvPr id="0" name=""/>
        <dsp:cNvSpPr/>
      </dsp:nvSpPr>
      <dsp:spPr>
        <a:xfrm>
          <a:off x="314034" y="1948637"/>
          <a:ext cx="4396477" cy="619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176" tIns="0" rIns="1661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函数执行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/bin/</a:t>
          </a:r>
          <a:r>
            <a:rPr lang="en-US" altLang="zh-CN" sz="2000" kern="1200" dirty="0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sh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，获取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shell</a:t>
          </a:r>
          <a:endParaRPr lang="zh-CN" altLang="en-US" sz="20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4296" y="1978899"/>
        <a:ext cx="4335953" cy="559396"/>
      </dsp:txXfrm>
    </dsp:sp>
    <dsp:sp modelId="{95482D42-AB3B-46F1-B350-BDACAFC18EAC}">
      <dsp:nvSpPr>
        <dsp:cNvPr id="0" name=""/>
        <dsp:cNvSpPr/>
      </dsp:nvSpPr>
      <dsp:spPr>
        <a:xfrm>
          <a:off x="0" y="3211157"/>
          <a:ext cx="6280682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5AE713-C4C7-4CF3-9E69-93389A77F72B}">
      <dsp:nvSpPr>
        <dsp:cNvPr id="0" name=""/>
        <dsp:cNvSpPr/>
      </dsp:nvSpPr>
      <dsp:spPr>
        <a:xfrm>
          <a:off x="314034" y="2901197"/>
          <a:ext cx="4396477" cy="619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6176" tIns="0" rIns="166176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、得到该函数地址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（右键编辑函数）</a:t>
          </a:r>
        </a:p>
      </dsp:txBody>
      <dsp:txXfrm>
        <a:off x="344296" y="2931459"/>
        <a:ext cx="4335953" cy="559396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00505-D72A-4025-8FDD-8A46771C3C33}">
      <dsp:nvSpPr>
        <dsp:cNvPr id="0" name=""/>
        <dsp:cNvSpPr/>
      </dsp:nvSpPr>
      <dsp:spPr>
        <a:xfrm>
          <a:off x="0" y="353476"/>
          <a:ext cx="7958919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B502E-8E0E-4973-96EB-6DE0A82BE85B}">
      <dsp:nvSpPr>
        <dsp:cNvPr id="0" name=""/>
        <dsp:cNvSpPr/>
      </dsp:nvSpPr>
      <dsp:spPr>
        <a:xfrm>
          <a:off x="397945" y="43516"/>
          <a:ext cx="5571243" cy="619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0580" tIns="0" rIns="21058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5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、计算填充量</a:t>
          </a:r>
        </a:p>
      </dsp:txBody>
      <dsp:txXfrm>
        <a:off x="428207" y="73778"/>
        <a:ext cx="5510719" cy="559396"/>
      </dsp:txXfrm>
    </dsp:sp>
    <dsp:sp modelId="{29D67E7E-6A42-414D-9B9B-0E645D728C18}">
      <dsp:nvSpPr>
        <dsp:cNvPr id="0" name=""/>
        <dsp:cNvSpPr/>
      </dsp:nvSpPr>
      <dsp:spPr>
        <a:xfrm>
          <a:off x="0" y="1306036"/>
          <a:ext cx="7958919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13333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397945" y="996076"/>
          <a:ext cx="5571243" cy="619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0580" tIns="0" rIns="21058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使得返回地址为</a:t>
          </a:r>
          <a:r>
            <a:rPr lang="en-US" altLang="zh-CN" sz="2000" kern="1200" dirty="0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callsystem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地址</a:t>
          </a:r>
        </a:p>
      </dsp:txBody>
      <dsp:txXfrm>
        <a:off x="428207" y="1026338"/>
        <a:ext cx="5510719" cy="559396"/>
      </dsp:txXfrm>
    </dsp:sp>
    <dsp:sp modelId="{452FA821-BE12-42D9-9070-B708E51F70E6}">
      <dsp:nvSpPr>
        <dsp:cNvPr id="0" name=""/>
        <dsp:cNvSpPr/>
      </dsp:nvSpPr>
      <dsp:spPr>
        <a:xfrm>
          <a:off x="0" y="2258597"/>
          <a:ext cx="7958919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26667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81EAD7-C32B-4E19-AFFF-279D34CCDEC5}">
      <dsp:nvSpPr>
        <dsp:cNvPr id="0" name=""/>
        <dsp:cNvSpPr/>
      </dsp:nvSpPr>
      <dsp:spPr>
        <a:xfrm>
          <a:off x="397945" y="1948637"/>
          <a:ext cx="5571243" cy="619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0580" tIns="0" rIns="21058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填充：数组</a:t>
          </a:r>
          <a:r>
            <a:rPr lang="en-US" altLang="zh-CN" sz="2000" kern="1200" dirty="0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buf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(0x80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字节）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+RBP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（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8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*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8bits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</a:p>
      </dsp:txBody>
      <dsp:txXfrm>
        <a:off x="428207" y="1978899"/>
        <a:ext cx="5510719" cy="559396"/>
      </dsp:txXfrm>
    </dsp:sp>
    <dsp:sp modelId="{95482D42-AB3B-46F1-B350-BDACAFC18EAC}">
      <dsp:nvSpPr>
        <dsp:cNvPr id="0" name=""/>
        <dsp:cNvSpPr/>
      </dsp:nvSpPr>
      <dsp:spPr>
        <a:xfrm>
          <a:off x="0" y="3211157"/>
          <a:ext cx="7958919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5AE713-C4C7-4CF3-9E69-93389A77F72B}">
      <dsp:nvSpPr>
        <dsp:cNvPr id="0" name=""/>
        <dsp:cNvSpPr/>
      </dsp:nvSpPr>
      <dsp:spPr>
        <a:xfrm>
          <a:off x="397945" y="2901197"/>
          <a:ext cx="5571243" cy="6199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0580" tIns="0" rIns="21058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6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、编写</a:t>
          </a: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python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，获取</a:t>
          </a: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shell</a:t>
          </a:r>
          <a:endParaRPr lang="zh-CN" altLang="en-US" sz="2000" kern="12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28207" y="2931459"/>
        <a:ext cx="5510719" cy="559396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00505-D72A-4025-8FDD-8A46771C3C33}">
      <dsp:nvSpPr>
        <dsp:cNvPr id="0" name=""/>
        <dsp:cNvSpPr/>
      </dsp:nvSpPr>
      <dsp:spPr>
        <a:xfrm>
          <a:off x="0" y="326071"/>
          <a:ext cx="5078259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0B502E-8E0E-4973-96EB-6DE0A82BE85B}">
      <dsp:nvSpPr>
        <dsp:cNvPr id="0" name=""/>
        <dsp:cNvSpPr/>
      </dsp:nvSpPr>
      <dsp:spPr>
        <a:xfrm>
          <a:off x="253912" y="1351"/>
          <a:ext cx="3554781" cy="6494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362" tIns="0" rIns="13436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7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、运行程序，得到</a:t>
          </a: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shell</a:t>
          </a:r>
          <a:endParaRPr lang="zh-CN" altLang="en-US" sz="2000" kern="12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85615" y="33054"/>
        <a:ext cx="3491375" cy="586034"/>
      </dsp:txXfrm>
    </dsp:sp>
    <dsp:sp modelId="{29D67E7E-6A42-414D-9B9B-0E645D728C18}">
      <dsp:nvSpPr>
        <dsp:cNvPr id="0" name=""/>
        <dsp:cNvSpPr/>
      </dsp:nvSpPr>
      <dsp:spPr>
        <a:xfrm>
          <a:off x="0" y="1323991"/>
          <a:ext cx="5078259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253912" y="999271"/>
          <a:ext cx="3554781" cy="6494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362" tIns="0" rIns="13436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在对方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shell</a:t>
          </a:r>
          <a:r>
            <a:rPr lang="zh-CN" altLang="en-US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中查找</a:t>
          </a:r>
          <a:r>
            <a:rPr lang="en-US" altLang="zh-CN" sz="2000" kern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flag</a:t>
          </a:r>
          <a:endParaRPr lang="zh-CN" altLang="en-US" sz="2000" kern="1200" dirty="0">
            <a:solidFill>
              <a:schemeClr val="tx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85615" y="1030974"/>
        <a:ext cx="3491375" cy="586034"/>
      </dsp:txXfrm>
    </dsp:sp>
    <dsp:sp modelId="{9CB91379-F856-4B91-9E9D-06BB086CB2EE}">
      <dsp:nvSpPr>
        <dsp:cNvPr id="0" name=""/>
        <dsp:cNvSpPr/>
      </dsp:nvSpPr>
      <dsp:spPr>
        <a:xfrm>
          <a:off x="0" y="2321911"/>
          <a:ext cx="5078259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CF074-93B6-46CA-85BE-1B09171FC057}">
      <dsp:nvSpPr>
        <dsp:cNvPr id="0" name=""/>
        <dsp:cNvSpPr/>
      </dsp:nvSpPr>
      <dsp:spPr>
        <a:xfrm>
          <a:off x="253912" y="1997191"/>
          <a:ext cx="3554781" cy="64944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362" tIns="0" rIns="134362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8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、执行</a:t>
          </a: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ls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，</a:t>
          </a: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cat</a:t>
          </a:r>
          <a:r>
            <a:rPr lang="zh-CN" altLang="en-US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命令得到</a:t>
          </a:r>
          <a:r>
            <a:rPr lang="en-US" altLang="zh-CN" sz="2000" kern="1200" dirty="0">
              <a:solidFill>
                <a:schemeClr val="tx1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flag</a:t>
          </a:r>
          <a:endParaRPr lang="zh-CN" altLang="en-US" sz="2000" kern="1200" dirty="0">
            <a:solidFill>
              <a:schemeClr val="tx1"/>
            </a:solidFill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85615" y="2028894"/>
        <a:ext cx="3491375" cy="586034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67E7E-6A42-414D-9B9B-0E645D728C18}">
      <dsp:nvSpPr>
        <dsp:cNvPr id="0" name=""/>
        <dsp:cNvSpPr/>
      </dsp:nvSpPr>
      <dsp:spPr>
        <a:xfrm>
          <a:off x="0" y="429471"/>
          <a:ext cx="6378653" cy="730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318932" y="1431"/>
          <a:ext cx="4465057" cy="8560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769" tIns="0" rIns="1687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>
              <a:latin typeface="微软雅黑" panose="020B0503020204020204" pitchFamily="34" charset="-122"/>
              <a:ea typeface="微软雅黑" panose="020B0503020204020204" pitchFamily="34" charset="-122"/>
            </a:rPr>
            <a:t>再来一例：</a:t>
          </a:r>
          <a:r>
            <a:rPr lang="en-US" altLang="zh-CN" sz="2400" kern="1200">
              <a:latin typeface="微软雅黑" panose="020B0503020204020204" pitchFamily="34" charset="-122"/>
              <a:ea typeface="微软雅黑" panose="020B0503020204020204" pitchFamily="34" charset="-122"/>
            </a:rPr>
            <a:t>level2</a:t>
          </a:r>
          <a:endParaRPr lang="zh-CN" altLang="en-US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60722" y="43221"/>
        <a:ext cx="4381477" cy="772500"/>
      </dsp:txXfrm>
    </dsp:sp>
    <dsp:sp modelId="{26F0A34E-ED2F-4684-85B5-5591642C3C24}">
      <dsp:nvSpPr>
        <dsp:cNvPr id="0" name=""/>
        <dsp:cNvSpPr/>
      </dsp:nvSpPr>
      <dsp:spPr>
        <a:xfrm>
          <a:off x="0" y="1744911"/>
          <a:ext cx="6378653" cy="730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318932" y="1316871"/>
          <a:ext cx="4465057" cy="8560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769" tIns="0" rIns="1687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ROP</a:t>
          </a:r>
          <a:r>
            <a: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：返回编程，地址及参数</a:t>
          </a:r>
          <a:endParaRPr lang="en-US" altLang="zh-CN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60722" y="1358661"/>
        <a:ext cx="4381477" cy="772500"/>
      </dsp:txXfrm>
    </dsp:sp>
    <dsp:sp modelId="{D53BD508-EBAF-4DAF-9211-34315C44EA46}">
      <dsp:nvSpPr>
        <dsp:cNvPr id="0" name=""/>
        <dsp:cNvSpPr/>
      </dsp:nvSpPr>
      <dsp:spPr>
        <a:xfrm>
          <a:off x="0" y="3060351"/>
          <a:ext cx="6378653" cy="730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892619-2CAF-4459-9B59-DB9019322B9A}">
      <dsp:nvSpPr>
        <dsp:cNvPr id="0" name=""/>
        <dsp:cNvSpPr/>
      </dsp:nvSpPr>
      <dsp:spPr>
        <a:xfrm>
          <a:off x="318932" y="2632311"/>
          <a:ext cx="4465057" cy="8560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8769" tIns="0" rIns="1687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>
              <a:latin typeface="微软雅黑" panose="020B0503020204020204" pitchFamily="34" charset="-122"/>
              <a:ea typeface="微软雅黑" panose="020B0503020204020204" pitchFamily="34" charset="-122"/>
            </a:rPr>
            <a:t>搞清楚：参数在什么位置</a:t>
          </a:r>
          <a:endParaRPr lang="en-US" altLang="zh-CN" sz="24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60722" y="2674101"/>
        <a:ext cx="4381477" cy="772500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67E7E-6A42-414D-9B9B-0E645D728C18}">
      <dsp:nvSpPr>
        <dsp:cNvPr id="0" name=""/>
        <dsp:cNvSpPr/>
      </dsp:nvSpPr>
      <dsp:spPr>
        <a:xfrm>
          <a:off x="0" y="417067"/>
          <a:ext cx="5636458" cy="630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281822" y="48067"/>
          <a:ext cx="3945520" cy="7380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131" tIns="0" rIns="14913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下载附件，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IDA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打开（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32bit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</a:p>
      </dsp:txBody>
      <dsp:txXfrm>
        <a:off x="317848" y="84093"/>
        <a:ext cx="3873468" cy="665948"/>
      </dsp:txXfrm>
    </dsp:sp>
    <dsp:sp modelId="{26F0A34E-ED2F-4684-85B5-5591642C3C24}">
      <dsp:nvSpPr>
        <dsp:cNvPr id="0" name=""/>
        <dsp:cNvSpPr/>
      </dsp:nvSpPr>
      <dsp:spPr>
        <a:xfrm>
          <a:off x="0" y="1551067"/>
          <a:ext cx="5636458" cy="630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281822" y="1182067"/>
          <a:ext cx="3945520" cy="7380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131" tIns="0" rIns="14913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找到溢出点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>
        <a:off x="317848" y="1218093"/>
        <a:ext cx="3873468" cy="665948"/>
      </dsp:txXfrm>
    </dsp:sp>
    <dsp:sp modelId="{D53BD508-EBAF-4DAF-9211-34315C44EA46}">
      <dsp:nvSpPr>
        <dsp:cNvPr id="0" name=""/>
        <dsp:cNvSpPr/>
      </dsp:nvSpPr>
      <dsp:spPr>
        <a:xfrm>
          <a:off x="0" y="2685067"/>
          <a:ext cx="5636458" cy="630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892619-2CAF-4459-9B59-DB9019322B9A}">
      <dsp:nvSpPr>
        <dsp:cNvPr id="0" name=""/>
        <dsp:cNvSpPr/>
      </dsp:nvSpPr>
      <dsp:spPr>
        <a:xfrm>
          <a:off x="281822" y="2316067"/>
          <a:ext cx="3945520" cy="7380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131" tIns="0" rIns="149131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计算溢出填充量（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0x88 + 4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7848" y="2352093"/>
        <a:ext cx="3873468" cy="665948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67E7E-6A42-414D-9B9B-0E645D728C18}">
      <dsp:nvSpPr>
        <dsp:cNvPr id="0" name=""/>
        <dsp:cNvSpPr/>
      </dsp:nvSpPr>
      <dsp:spPr>
        <a:xfrm>
          <a:off x="0" y="334670"/>
          <a:ext cx="5684197" cy="453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284209" y="68990"/>
          <a:ext cx="3978937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如何利用的问题</a:t>
          </a:r>
        </a:p>
      </dsp:txBody>
      <dsp:txXfrm>
        <a:off x="310148" y="94929"/>
        <a:ext cx="3927059" cy="479482"/>
      </dsp:txXfrm>
    </dsp:sp>
    <dsp:sp modelId="{26F0A34E-ED2F-4684-85B5-5591642C3C24}">
      <dsp:nvSpPr>
        <dsp:cNvPr id="0" name=""/>
        <dsp:cNvSpPr/>
      </dsp:nvSpPr>
      <dsp:spPr>
        <a:xfrm>
          <a:off x="0" y="1151150"/>
          <a:ext cx="5684197" cy="453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284209" y="885470"/>
          <a:ext cx="3978937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找到</a:t>
          </a:r>
          <a:r>
            <a:rPr lang="en-US" altLang="zh-CN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system</a:t>
          </a: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函数，可执行命令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>
        <a:off x="310148" y="911409"/>
        <a:ext cx="3927059" cy="479482"/>
      </dsp:txXfrm>
    </dsp:sp>
    <dsp:sp modelId="{D53BD508-EBAF-4DAF-9211-34315C44EA46}">
      <dsp:nvSpPr>
        <dsp:cNvPr id="0" name=""/>
        <dsp:cNvSpPr/>
      </dsp:nvSpPr>
      <dsp:spPr>
        <a:xfrm>
          <a:off x="0" y="1967630"/>
          <a:ext cx="5684197" cy="453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892619-2CAF-4459-9B59-DB9019322B9A}">
      <dsp:nvSpPr>
        <dsp:cNvPr id="0" name=""/>
        <dsp:cNvSpPr/>
      </dsp:nvSpPr>
      <dsp:spPr>
        <a:xfrm>
          <a:off x="284209" y="1701950"/>
          <a:ext cx="3978937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从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main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函数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view-A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视图开始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0148" y="1727889"/>
        <a:ext cx="3927059" cy="479482"/>
      </dsp:txXfrm>
    </dsp:sp>
    <dsp:sp modelId="{61938168-1C72-4794-A42B-0180A899D995}">
      <dsp:nvSpPr>
        <dsp:cNvPr id="0" name=""/>
        <dsp:cNvSpPr/>
      </dsp:nvSpPr>
      <dsp:spPr>
        <a:xfrm>
          <a:off x="0" y="2784110"/>
          <a:ext cx="5684197" cy="453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411C1-FD69-4B94-A71A-2FD628AB33EA}">
      <dsp:nvSpPr>
        <dsp:cNvPr id="0" name=""/>
        <dsp:cNvSpPr/>
      </dsp:nvSpPr>
      <dsp:spPr>
        <a:xfrm>
          <a:off x="284209" y="2518430"/>
          <a:ext cx="3978937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搜索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-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文本：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flag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或者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bin/</a:t>
          </a:r>
          <a:r>
            <a:rPr lang="en-US" altLang="zh-CN" sz="20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sh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0148" y="2544369"/>
        <a:ext cx="3927059" cy="479482"/>
      </dsp:txXfrm>
    </dsp:sp>
    <dsp:sp modelId="{C467445F-0566-4448-B8C3-50F36F38F717}">
      <dsp:nvSpPr>
        <dsp:cNvPr id="0" name=""/>
        <dsp:cNvSpPr/>
      </dsp:nvSpPr>
      <dsp:spPr>
        <a:xfrm>
          <a:off x="0" y="3600590"/>
          <a:ext cx="5684197" cy="4536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4A06B4-FBE2-4A5C-8044-5E2336879AE1}">
      <dsp:nvSpPr>
        <dsp:cNvPr id="0" name=""/>
        <dsp:cNvSpPr/>
      </dsp:nvSpPr>
      <dsp:spPr>
        <a:xfrm>
          <a:off x="284209" y="3334910"/>
          <a:ext cx="3978937" cy="53136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执行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system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，并提供参数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0148" y="3360849"/>
        <a:ext cx="3927059" cy="479482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67E7E-6A42-414D-9B9B-0E645D728C18}">
      <dsp:nvSpPr>
        <dsp:cNvPr id="0" name=""/>
        <dsp:cNvSpPr/>
      </dsp:nvSpPr>
      <dsp:spPr>
        <a:xfrm>
          <a:off x="0" y="417067"/>
          <a:ext cx="5684197" cy="630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284209" y="48067"/>
          <a:ext cx="3978937" cy="7380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找到文本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bin/</a:t>
          </a:r>
          <a:r>
            <a:rPr lang="en-US" altLang="zh-CN" sz="20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sh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20235" y="84093"/>
        <a:ext cx="3906885" cy="665948"/>
      </dsp:txXfrm>
    </dsp:sp>
    <dsp:sp modelId="{26F0A34E-ED2F-4684-85B5-5591642C3C24}">
      <dsp:nvSpPr>
        <dsp:cNvPr id="0" name=""/>
        <dsp:cNvSpPr/>
      </dsp:nvSpPr>
      <dsp:spPr>
        <a:xfrm>
          <a:off x="0" y="1551067"/>
          <a:ext cx="5684197" cy="630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284209" y="1182067"/>
          <a:ext cx="3978937" cy="7380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将该文本作为</a:t>
          </a:r>
          <a:r>
            <a:rPr lang="en-US" altLang="zh-CN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system</a:t>
          </a: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函数参数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>
        <a:off x="320235" y="1218093"/>
        <a:ext cx="3906885" cy="665948"/>
      </dsp:txXfrm>
    </dsp:sp>
    <dsp:sp modelId="{61938168-1C72-4794-A42B-0180A899D995}">
      <dsp:nvSpPr>
        <dsp:cNvPr id="0" name=""/>
        <dsp:cNvSpPr/>
      </dsp:nvSpPr>
      <dsp:spPr>
        <a:xfrm>
          <a:off x="0" y="2685067"/>
          <a:ext cx="5684197" cy="630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411C1-FD69-4B94-A71A-2FD628AB33EA}">
      <dsp:nvSpPr>
        <dsp:cNvPr id="0" name=""/>
        <dsp:cNvSpPr/>
      </dsp:nvSpPr>
      <dsp:spPr>
        <a:xfrm>
          <a:off x="284209" y="2316067"/>
          <a:ext cx="3978937" cy="7380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记录文本地址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20235" y="2352093"/>
        <a:ext cx="3906885" cy="665948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67E7E-6A42-414D-9B9B-0E645D728C18}">
      <dsp:nvSpPr>
        <dsp:cNvPr id="0" name=""/>
        <dsp:cNvSpPr/>
      </dsp:nvSpPr>
      <dsp:spPr>
        <a:xfrm>
          <a:off x="0" y="289626"/>
          <a:ext cx="5684197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284209" y="9186"/>
          <a:ext cx="3978937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System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函数入口执行点</a:t>
          </a:r>
        </a:p>
      </dsp:txBody>
      <dsp:txXfrm>
        <a:off x="311589" y="36566"/>
        <a:ext cx="3924177" cy="506120"/>
      </dsp:txXfrm>
    </dsp:sp>
    <dsp:sp modelId="{26F0A34E-ED2F-4684-85B5-5591642C3C24}">
      <dsp:nvSpPr>
        <dsp:cNvPr id="0" name=""/>
        <dsp:cNvSpPr/>
      </dsp:nvSpPr>
      <dsp:spPr>
        <a:xfrm>
          <a:off x="0" y="1151467"/>
          <a:ext cx="5684197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284209" y="871027"/>
          <a:ext cx="3978937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两个地方，参数位置有所不同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>
        <a:off x="311589" y="898407"/>
        <a:ext cx="3924177" cy="506120"/>
      </dsp:txXfrm>
    </dsp:sp>
    <dsp:sp modelId="{61938168-1C72-4794-A42B-0180A899D995}">
      <dsp:nvSpPr>
        <dsp:cNvPr id="0" name=""/>
        <dsp:cNvSpPr/>
      </dsp:nvSpPr>
      <dsp:spPr>
        <a:xfrm>
          <a:off x="0" y="2013307"/>
          <a:ext cx="5684197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411C1-FD69-4B94-A71A-2FD628AB33EA}">
      <dsp:nvSpPr>
        <dsp:cNvPr id="0" name=""/>
        <dsp:cNvSpPr/>
      </dsp:nvSpPr>
      <dsp:spPr>
        <a:xfrm>
          <a:off x="284209" y="1732867"/>
          <a:ext cx="3978937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一、</a:t>
          </a:r>
          <a:r>
            <a:rPr lang="en-US" altLang="zh-CN" sz="20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vul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函数内部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call _system</a:t>
          </a:r>
        </a:p>
      </dsp:txBody>
      <dsp:txXfrm>
        <a:off x="311589" y="1760247"/>
        <a:ext cx="3924177" cy="506120"/>
      </dsp:txXfrm>
    </dsp:sp>
    <dsp:sp modelId="{5BA0EA90-EC0F-4598-9934-A672787C7D6B}">
      <dsp:nvSpPr>
        <dsp:cNvPr id="0" name=""/>
        <dsp:cNvSpPr/>
      </dsp:nvSpPr>
      <dsp:spPr>
        <a:xfrm>
          <a:off x="0" y="2875147"/>
          <a:ext cx="5684197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05ED74-CBAD-4960-9B5A-52D467BDF169}">
      <dsp:nvSpPr>
        <dsp:cNvPr id="0" name=""/>
        <dsp:cNvSpPr/>
      </dsp:nvSpPr>
      <dsp:spPr>
        <a:xfrm>
          <a:off x="284209" y="2594707"/>
          <a:ext cx="3978937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二、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_system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函数起始位置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1589" y="2622087"/>
        <a:ext cx="3924177" cy="506120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67E7E-6A42-414D-9B9B-0E645D728C18}">
      <dsp:nvSpPr>
        <dsp:cNvPr id="0" name=""/>
        <dsp:cNvSpPr/>
      </dsp:nvSpPr>
      <dsp:spPr>
        <a:xfrm>
          <a:off x="0" y="289626"/>
          <a:ext cx="5684197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284209" y="9186"/>
          <a:ext cx="3978937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一、执行点：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call _system</a:t>
          </a:r>
          <a:endParaRPr lang="zh-CN" altLang="en-US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1589" y="36566"/>
        <a:ext cx="3924177" cy="506120"/>
      </dsp:txXfrm>
    </dsp:sp>
    <dsp:sp modelId="{26F0A34E-ED2F-4684-85B5-5591642C3C24}">
      <dsp:nvSpPr>
        <dsp:cNvPr id="0" name=""/>
        <dsp:cNvSpPr/>
      </dsp:nvSpPr>
      <dsp:spPr>
        <a:xfrm>
          <a:off x="0" y="1151467"/>
          <a:ext cx="5684197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284209" y="871027"/>
          <a:ext cx="3978937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 err="1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vul</a:t>
          </a: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函数返回，溢出</a:t>
          </a:r>
          <a:r>
            <a:rPr lang="en-US" altLang="zh-CN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EIP</a:t>
          </a: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位执行点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>
        <a:off x="311589" y="898407"/>
        <a:ext cx="3924177" cy="506120"/>
      </dsp:txXfrm>
    </dsp:sp>
    <dsp:sp modelId="{61938168-1C72-4794-A42B-0180A899D995}">
      <dsp:nvSpPr>
        <dsp:cNvPr id="0" name=""/>
        <dsp:cNvSpPr/>
      </dsp:nvSpPr>
      <dsp:spPr>
        <a:xfrm>
          <a:off x="0" y="2013307"/>
          <a:ext cx="5684197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411C1-FD69-4B94-A71A-2FD628AB33EA}">
      <dsp:nvSpPr>
        <dsp:cNvPr id="0" name=""/>
        <dsp:cNvSpPr/>
      </dsp:nvSpPr>
      <dsp:spPr>
        <a:xfrm>
          <a:off x="284209" y="1732867"/>
          <a:ext cx="3978937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（参数入栈）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-EIP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入栈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-EBP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入栈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1589" y="1760247"/>
        <a:ext cx="3924177" cy="506120"/>
      </dsp:txXfrm>
    </dsp:sp>
    <dsp:sp modelId="{09BCC3C3-B8C9-449B-B989-F6208503EE69}">
      <dsp:nvSpPr>
        <dsp:cNvPr id="0" name=""/>
        <dsp:cNvSpPr/>
      </dsp:nvSpPr>
      <dsp:spPr>
        <a:xfrm>
          <a:off x="0" y="2875147"/>
          <a:ext cx="5684197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9E98BF-C487-4C6D-BEF0-37DC9182473B}">
      <dsp:nvSpPr>
        <dsp:cNvPr id="0" name=""/>
        <dsp:cNvSpPr/>
      </dsp:nvSpPr>
      <dsp:spPr>
        <a:xfrm>
          <a:off x="284209" y="2594707"/>
          <a:ext cx="3978937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上方就是参数地址位置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1589" y="2622087"/>
        <a:ext cx="3924177" cy="506120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67E7E-6A42-414D-9B9B-0E645D728C18}">
      <dsp:nvSpPr>
        <dsp:cNvPr id="0" name=""/>
        <dsp:cNvSpPr/>
      </dsp:nvSpPr>
      <dsp:spPr>
        <a:xfrm>
          <a:off x="0" y="335864"/>
          <a:ext cx="5684197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284209" y="84944"/>
          <a:ext cx="3978937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记录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call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指令地址</a:t>
          </a:r>
        </a:p>
      </dsp:txBody>
      <dsp:txXfrm>
        <a:off x="308707" y="109442"/>
        <a:ext cx="3929941" cy="452844"/>
      </dsp:txXfrm>
    </dsp:sp>
    <dsp:sp modelId="{26F0A34E-ED2F-4684-85B5-5591642C3C24}">
      <dsp:nvSpPr>
        <dsp:cNvPr id="0" name=""/>
        <dsp:cNvSpPr/>
      </dsp:nvSpPr>
      <dsp:spPr>
        <a:xfrm>
          <a:off x="0" y="1106984"/>
          <a:ext cx="5684197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284209" y="856064"/>
          <a:ext cx="3978937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溢出填充的计算：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>
        <a:off x="308707" y="880562"/>
        <a:ext cx="3929941" cy="452844"/>
      </dsp:txXfrm>
    </dsp:sp>
    <dsp:sp modelId="{61938168-1C72-4794-A42B-0180A899D995}">
      <dsp:nvSpPr>
        <dsp:cNvPr id="0" name=""/>
        <dsp:cNvSpPr/>
      </dsp:nvSpPr>
      <dsp:spPr>
        <a:xfrm>
          <a:off x="0" y="1878104"/>
          <a:ext cx="5684197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411C1-FD69-4B94-A71A-2FD628AB33EA}">
      <dsp:nvSpPr>
        <dsp:cNvPr id="0" name=""/>
        <dsp:cNvSpPr/>
      </dsp:nvSpPr>
      <dsp:spPr>
        <a:xfrm>
          <a:off x="284209" y="1627184"/>
          <a:ext cx="3978937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、缓冲区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+EBP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（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0x88+4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08707" y="1651682"/>
        <a:ext cx="3929941" cy="452844"/>
      </dsp:txXfrm>
    </dsp:sp>
    <dsp:sp modelId="{5BA0EA90-EC0F-4598-9934-A672787C7D6B}">
      <dsp:nvSpPr>
        <dsp:cNvPr id="0" name=""/>
        <dsp:cNvSpPr/>
      </dsp:nvSpPr>
      <dsp:spPr>
        <a:xfrm>
          <a:off x="0" y="2649224"/>
          <a:ext cx="5684197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05ED74-CBAD-4960-9B5A-52D467BDF169}">
      <dsp:nvSpPr>
        <dsp:cNvPr id="0" name=""/>
        <dsp:cNvSpPr/>
      </dsp:nvSpPr>
      <dsp:spPr>
        <a:xfrm>
          <a:off x="284209" y="2398304"/>
          <a:ext cx="3978937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溢出为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call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指令地址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08707" y="2422802"/>
        <a:ext cx="3929941" cy="452844"/>
      </dsp:txXfrm>
    </dsp:sp>
    <dsp:sp modelId="{3308EB56-D8E6-4751-BA28-FB16491E46F7}">
      <dsp:nvSpPr>
        <dsp:cNvPr id="0" name=""/>
        <dsp:cNvSpPr/>
      </dsp:nvSpPr>
      <dsp:spPr>
        <a:xfrm>
          <a:off x="0" y="3420344"/>
          <a:ext cx="5684197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3BFD98-F81B-48BA-A0EC-D38CA6C00464}">
      <dsp:nvSpPr>
        <dsp:cNvPr id="0" name=""/>
        <dsp:cNvSpPr/>
      </dsp:nvSpPr>
      <dsp:spPr>
        <a:xfrm>
          <a:off x="284209" y="3169424"/>
          <a:ext cx="3978937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、继续溢出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system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参数地址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08707" y="3193922"/>
        <a:ext cx="3929941" cy="452844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67E7E-6A42-414D-9B9B-0E645D728C18}">
      <dsp:nvSpPr>
        <dsp:cNvPr id="0" name=""/>
        <dsp:cNvSpPr/>
      </dsp:nvSpPr>
      <dsp:spPr>
        <a:xfrm>
          <a:off x="0" y="335864"/>
          <a:ext cx="5684197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284209" y="84944"/>
          <a:ext cx="3978937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记录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call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指令地址</a:t>
          </a:r>
        </a:p>
      </dsp:txBody>
      <dsp:txXfrm>
        <a:off x="308707" y="109442"/>
        <a:ext cx="3929941" cy="452844"/>
      </dsp:txXfrm>
    </dsp:sp>
    <dsp:sp modelId="{26F0A34E-ED2F-4684-85B5-5591642C3C24}">
      <dsp:nvSpPr>
        <dsp:cNvPr id="0" name=""/>
        <dsp:cNvSpPr/>
      </dsp:nvSpPr>
      <dsp:spPr>
        <a:xfrm>
          <a:off x="0" y="1106984"/>
          <a:ext cx="5684197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284209" y="856064"/>
          <a:ext cx="3978937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溢出填充的计算：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>
        <a:off x="308707" y="880562"/>
        <a:ext cx="3929941" cy="452844"/>
      </dsp:txXfrm>
    </dsp:sp>
    <dsp:sp modelId="{61938168-1C72-4794-A42B-0180A899D995}">
      <dsp:nvSpPr>
        <dsp:cNvPr id="0" name=""/>
        <dsp:cNvSpPr/>
      </dsp:nvSpPr>
      <dsp:spPr>
        <a:xfrm>
          <a:off x="0" y="1878104"/>
          <a:ext cx="5684197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411C1-FD69-4B94-A71A-2FD628AB33EA}">
      <dsp:nvSpPr>
        <dsp:cNvPr id="0" name=""/>
        <dsp:cNvSpPr/>
      </dsp:nvSpPr>
      <dsp:spPr>
        <a:xfrm>
          <a:off x="284209" y="1627184"/>
          <a:ext cx="3978937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、缓冲区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+EBP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（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0x88+4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08707" y="1651682"/>
        <a:ext cx="3929941" cy="452844"/>
      </dsp:txXfrm>
    </dsp:sp>
    <dsp:sp modelId="{5BA0EA90-EC0F-4598-9934-A672787C7D6B}">
      <dsp:nvSpPr>
        <dsp:cNvPr id="0" name=""/>
        <dsp:cNvSpPr/>
      </dsp:nvSpPr>
      <dsp:spPr>
        <a:xfrm>
          <a:off x="0" y="2649224"/>
          <a:ext cx="5684197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05ED74-CBAD-4960-9B5A-52D467BDF169}">
      <dsp:nvSpPr>
        <dsp:cNvPr id="0" name=""/>
        <dsp:cNvSpPr/>
      </dsp:nvSpPr>
      <dsp:spPr>
        <a:xfrm>
          <a:off x="284209" y="2398304"/>
          <a:ext cx="3978937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溢出为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call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指令地址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08707" y="2422802"/>
        <a:ext cx="3929941" cy="452844"/>
      </dsp:txXfrm>
    </dsp:sp>
    <dsp:sp modelId="{3308EB56-D8E6-4751-BA28-FB16491E46F7}">
      <dsp:nvSpPr>
        <dsp:cNvPr id="0" name=""/>
        <dsp:cNvSpPr/>
      </dsp:nvSpPr>
      <dsp:spPr>
        <a:xfrm>
          <a:off x="0" y="3420344"/>
          <a:ext cx="5684197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3BFD98-F81B-48BA-A0EC-D38CA6C00464}">
      <dsp:nvSpPr>
        <dsp:cNvPr id="0" name=""/>
        <dsp:cNvSpPr/>
      </dsp:nvSpPr>
      <dsp:spPr>
        <a:xfrm>
          <a:off x="284209" y="3169424"/>
          <a:ext cx="3978937" cy="50184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、继续溢出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system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参数地址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08707" y="3193922"/>
        <a:ext cx="3929941" cy="452844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67E7E-6A42-414D-9B9B-0E645D728C18}">
      <dsp:nvSpPr>
        <dsp:cNvPr id="0" name=""/>
        <dsp:cNvSpPr/>
      </dsp:nvSpPr>
      <dsp:spPr>
        <a:xfrm>
          <a:off x="0" y="289626"/>
          <a:ext cx="5684197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284209" y="9186"/>
          <a:ext cx="3978937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一、执行点：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 _system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函数</a:t>
          </a:r>
        </a:p>
      </dsp:txBody>
      <dsp:txXfrm>
        <a:off x="311589" y="36566"/>
        <a:ext cx="3924177" cy="506120"/>
      </dsp:txXfrm>
    </dsp:sp>
    <dsp:sp modelId="{26F0A34E-ED2F-4684-85B5-5591642C3C24}">
      <dsp:nvSpPr>
        <dsp:cNvPr id="0" name=""/>
        <dsp:cNvSpPr/>
      </dsp:nvSpPr>
      <dsp:spPr>
        <a:xfrm>
          <a:off x="0" y="1151467"/>
          <a:ext cx="5684197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284209" y="871027"/>
          <a:ext cx="3978937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 err="1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vul</a:t>
          </a: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函数返回，溢出</a:t>
          </a:r>
          <a:r>
            <a:rPr lang="en-US" altLang="zh-CN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EIP</a:t>
          </a: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位执行点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>
        <a:off x="311589" y="898407"/>
        <a:ext cx="3924177" cy="506120"/>
      </dsp:txXfrm>
    </dsp:sp>
    <dsp:sp modelId="{61938168-1C72-4794-A42B-0180A899D995}">
      <dsp:nvSpPr>
        <dsp:cNvPr id="0" name=""/>
        <dsp:cNvSpPr/>
      </dsp:nvSpPr>
      <dsp:spPr>
        <a:xfrm>
          <a:off x="0" y="2013307"/>
          <a:ext cx="5684197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411C1-FD69-4B94-A71A-2FD628AB33EA}">
      <dsp:nvSpPr>
        <dsp:cNvPr id="0" name=""/>
        <dsp:cNvSpPr/>
      </dsp:nvSpPr>
      <dsp:spPr>
        <a:xfrm>
          <a:off x="284209" y="1732867"/>
          <a:ext cx="3978937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（参数入栈）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-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（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-EBP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入栈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1589" y="1760247"/>
        <a:ext cx="3924177" cy="506120"/>
      </dsp:txXfrm>
    </dsp:sp>
    <dsp:sp modelId="{09BCC3C3-B8C9-449B-B989-F6208503EE69}">
      <dsp:nvSpPr>
        <dsp:cNvPr id="0" name=""/>
        <dsp:cNvSpPr/>
      </dsp:nvSpPr>
      <dsp:spPr>
        <a:xfrm>
          <a:off x="0" y="2875147"/>
          <a:ext cx="5684197" cy="478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9E98BF-C487-4C6D-BEF0-37DC9182473B}">
      <dsp:nvSpPr>
        <dsp:cNvPr id="0" name=""/>
        <dsp:cNvSpPr/>
      </dsp:nvSpPr>
      <dsp:spPr>
        <a:xfrm>
          <a:off x="284209" y="2594707"/>
          <a:ext cx="3978937" cy="5608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0394" tIns="0" rIns="15039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需要再填充（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）位置的数据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1589" y="2622087"/>
        <a:ext cx="3924177" cy="506120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67E7E-6A42-414D-9B9B-0E645D728C18}">
      <dsp:nvSpPr>
        <dsp:cNvPr id="0" name=""/>
        <dsp:cNvSpPr/>
      </dsp:nvSpPr>
      <dsp:spPr>
        <a:xfrm>
          <a:off x="0" y="335076"/>
          <a:ext cx="6517807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325890" y="113676"/>
          <a:ext cx="4562464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450" tIns="0" rIns="17245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记录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_system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函数地址</a:t>
          </a:r>
        </a:p>
      </dsp:txBody>
      <dsp:txXfrm>
        <a:off x="347506" y="135292"/>
        <a:ext cx="4519232" cy="399568"/>
      </dsp:txXfrm>
    </dsp:sp>
    <dsp:sp modelId="{26F0A34E-ED2F-4684-85B5-5591642C3C24}">
      <dsp:nvSpPr>
        <dsp:cNvPr id="0" name=""/>
        <dsp:cNvSpPr/>
      </dsp:nvSpPr>
      <dsp:spPr>
        <a:xfrm>
          <a:off x="0" y="1015476"/>
          <a:ext cx="6517807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325890" y="794076"/>
          <a:ext cx="4562464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450" tIns="0" rIns="17245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溢出填充的计算：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>
        <a:off x="347506" y="815692"/>
        <a:ext cx="4519232" cy="399568"/>
      </dsp:txXfrm>
    </dsp:sp>
    <dsp:sp modelId="{61938168-1C72-4794-A42B-0180A899D995}">
      <dsp:nvSpPr>
        <dsp:cNvPr id="0" name=""/>
        <dsp:cNvSpPr/>
      </dsp:nvSpPr>
      <dsp:spPr>
        <a:xfrm>
          <a:off x="0" y="1695876"/>
          <a:ext cx="6517807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411C1-FD69-4B94-A71A-2FD628AB33EA}">
      <dsp:nvSpPr>
        <dsp:cNvPr id="0" name=""/>
        <dsp:cNvSpPr/>
      </dsp:nvSpPr>
      <dsp:spPr>
        <a:xfrm>
          <a:off x="325890" y="1474476"/>
          <a:ext cx="4562464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450" tIns="0" rIns="17245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、填充缓冲区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+EBP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（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0x88+4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7506" y="1496092"/>
        <a:ext cx="4519232" cy="399568"/>
      </dsp:txXfrm>
    </dsp:sp>
    <dsp:sp modelId="{5BA0EA90-EC0F-4598-9934-A672787C7D6B}">
      <dsp:nvSpPr>
        <dsp:cNvPr id="0" name=""/>
        <dsp:cNvSpPr/>
      </dsp:nvSpPr>
      <dsp:spPr>
        <a:xfrm>
          <a:off x="0" y="2376276"/>
          <a:ext cx="6517807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05ED74-CBAD-4960-9B5A-52D467BDF169}">
      <dsp:nvSpPr>
        <dsp:cNvPr id="0" name=""/>
        <dsp:cNvSpPr/>
      </dsp:nvSpPr>
      <dsp:spPr>
        <a:xfrm>
          <a:off x="325890" y="2154876"/>
          <a:ext cx="4562464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450" tIns="0" rIns="17245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溢出为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_system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函数地址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7506" y="2176492"/>
        <a:ext cx="4519232" cy="399568"/>
      </dsp:txXfrm>
    </dsp:sp>
    <dsp:sp modelId="{3308EB56-D8E6-4751-BA28-FB16491E46F7}">
      <dsp:nvSpPr>
        <dsp:cNvPr id="0" name=""/>
        <dsp:cNvSpPr/>
      </dsp:nvSpPr>
      <dsp:spPr>
        <a:xfrm>
          <a:off x="0" y="3056676"/>
          <a:ext cx="6517807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3BFD98-F81B-48BA-A0EC-D38CA6C00464}">
      <dsp:nvSpPr>
        <dsp:cNvPr id="0" name=""/>
        <dsp:cNvSpPr/>
      </dsp:nvSpPr>
      <dsp:spPr>
        <a:xfrm>
          <a:off x="325890" y="2835276"/>
          <a:ext cx="4562464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450" tIns="0" rIns="17245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、填充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字节，当作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_</a:t>
          </a:r>
          <a:r>
            <a:rPr lang="en-US" altLang="zh-CN" sz="20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systemEIP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7506" y="2856892"/>
        <a:ext cx="4519232" cy="399568"/>
      </dsp:txXfrm>
    </dsp:sp>
    <dsp:sp modelId="{D05F6A93-C1B6-4E94-B0D2-563E602BA76E}">
      <dsp:nvSpPr>
        <dsp:cNvPr id="0" name=""/>
        <dsp:cNvSpPr/>
      </dsp:nvSpPr>
      <dsp:spPr>
        <a:xfrm>
          <a:off x="0" y="3737076"/>
          <a:ext cx="6517807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E3338C-6824-4F9A-9C94-0A1F33B90CC8}">
      <dsp:nvSpPr>
        <dsp:cNvPr id="0" name=""/>
        <dsp:cNvSpPr/>
      </dsp:nvSpPr>
      <dsp:spPr>
        <a:xfrm>
          <a:off x="325890" y="3515676"/>
          <a:ext cx="4562464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450" tIns="0" rIns="17245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、溢出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_system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函数参数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7506" y="3537292"/>
        <a:ext cx="4519232" cy="399568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D67E7E-6A42-414D-9B9B-0E645D728C18}">
      <dsp:nvSpPr>
        <dsp:cNvPr id="0" name=""/>
        <dsp:cNvSpPr/>
      </dsp:nvSpPr>
      <dsp:spPr>
        <a:xfrm>
          <a:off x="0" y="275345"/>
          <a:ext cx="5845778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AE4A0-6A37-4649-ADCA-13A53CF2B5EA}">
      <dsp:nvSpPr>
        <dsp:cNvPr id="0" name=""/>
        <dsp:cNvSpPr/>
      </dsp:nvSpPr>
      <dsp:spPr>
        <a:xfrm>
          <a:off x="292288" y="53945"/>
          <a:ext cx="4092044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670" tIns="0" rIns="15467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记录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_system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函数地址</a:t>
          </a:r>
        </a:p>
      </dsp:txBody>
      <dsp:txXfrm>
        <a:off x="313904" y="75561"/>
        <a:ext cx="4048812" cy="399568"/>
      </dsp:txXfrm>
    </dsp:sp>
    <dsp:sp modelId="{26F0A34E-ED2F-4684-85B5-5591642C3C24}">
      <dsp:nvSpPr>
        <dsp:cNvPr id="0" name=""/>
        <dsp:cNvSpPr/>
      </dsp:nvSpPr>
      <dsp:spPr>
        <a:xfrm>
          <a:off x="0" y="955745"/>
          <a:ext cx="5845778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B4AFD2-DD9B-45E9-ABDF-BA2D42455870}">
      <dsp:nvSpPr>
        <dsp:cNvPr id="0" name=""/>
        <dsp:cNvSpPr/>
      </dsp:nvSpPr>
      <dsp:spPr>
        <a:xfrm>
          <a:off x="292288" y="734345"/>
          <a:ext cx="4092044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670" tIns="0" rIns="15467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溢出填充的计算：</a:t>
          </a:r>
          <a:endParaRPr lang="en-US" altLang="zh-CN" sz="2000" kern="1200" dirty="0">
            <a:solidFill>
              <a:prstClr val="white"/>
            </a:solidFill>
            <a:latin typeface="微软雅黑" panose="020B0503020204020204" pitchFamily="34" charset="-122"/>
            <a:ea typeface="微软雅黑" panose="020B0503020204020204" pitchFamily="34" charset="-122"/>
            <a:cs typeface="+mn-cs"/>
          </a:endParaRPr>
        </a:p>
      </dsp:txBody>
      <dsp:txXfrm>
        <a:off x="313904" y="755961"/>
        <a:ext cx="4048812" cy="399568"/>
      </dsp:txXfrm>
    </dsp:sp>
    <dsp:sp modelId="{61938168-1C72-4794-A42B-0180A899D995}">
      <dsp:nvSpPr>
        <dsp:cNvPr id="0" name=""/>
        <dsp:cNvSpPr/>
      </dsp:nvSpPr>
      <dsp:spPr>
        <a:xfrm>
          <a:off x="0" y="1636145"/>
          <a:ext cx="5845778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411C1-FD69-4B94-A71A-2FD628AB33EA}">
      <dsp:nvSpPr>
        <dsp:cNvPr id="0" name=""/>
        <dsp:cNvSpPr/>
      </dsp:nvSpPr>
      <dsp:spPr>
        <a:xfrm>
          <a:off x="292288" y="1414745"/>
          <a:ext cx="4092044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670" tIns="0" rIns="15467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、填充缓冲区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+EBP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（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0x88+4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3904" y="1436361"/>
        <a:ext cx="4048812" cy="399568"/>
      </dsp:txXfrm>
    </dsp:sp>
    <dsp:sp modelId="{5BA0EA90-EC0F-4598-9934-A672787C7D6B}">
      <dsp:nvSpPr>
        <dsp:cNvPr id="0" name=""/>
        <dsp:cNvSpPr/>
      </dsp:nvSpPr>
      <dsp:spPr>
        <a:xfrm>
          <a:off x="0" y="2316545"/>
          <a:ext cx="5845778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05ED74-CBAD-4960-9B5A-52D467BDF169}">
      <dsp:nvSpPr>
        <dsp:cNvPr id="0" name=""/>
        <dsp:cNvSpPr/>
      </dsp:nvSpPr>
      <dsp:spPr>
        <a:xfrm>
          <a:off x="292288" y="2095145"/>
          <a:ext cx="4092044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670" tIns="0" rIns="15467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EIP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溢出为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_system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函数地址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3904" y="2116761"/>
        <a:ext cx="4048812" cy="399568"/>
      </dsp:txXfrm>
    </dsp:sp>
    <dsp:sp modelId="{3308EB56-D8E6-4751-BA28-FB16491E46F7}">
      <dsp:nvSpPr>
        <dsp:cNvPr id="0" name=""/>
        <dsp:cNvSpPr/>
      </dsp:nvSpPr>
      <dsp:spPr>
        <a:xfrm>
          <a:off x="0" y="2996945"/>
          <a:ext cx="5845778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3BFD98-F81B-48BA-A0EC-D38CA6C00464}">
      <dsp:nvSpPr>
        <dsp:cNvPr id="0" name=""/>
        <dsp:cNvSpPr/>
      </dsp:nvSpPr>
      <dsp:spPr>
        <a:xfrm>
          <a:off x="292288" y="2775545"/>
          <a:ext cx="4092044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670" tIns="0" rIns="15467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3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、填充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字节，当作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_</a:t>
          </a:r>
          <a:r>
            <a:rPr lang="en-US" altLang="zh-CN" sz="20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systemEIP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3904" y="2797161"/>
        <a:ext cx="4048812" cy="399568"/>
      </dsp:txXfrm>
    </dsp:sp>
    <dsp:sp modelId="{D05F6A93-C1B6-4E94-B0D2-563E602BA76E}">
      <dsp:nvSpPr>
        <dsp:cNvPr id="0" name=""/>
        <dsp:cNvSpPr/>
      </dsp:nvSpPr>
      <dsp:spPr>
        <a:xfrm>
          <a:off x="0" y="3677345"/>
          <a:ext cx="5845778" cy="3780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E3338C-6824-4F9A-9C94-0A1F33B90CC8}">
      <dsp:nvSpPr>
        <dsp:cNvPr id="0" name=""/>
        <dsp:cNvSpPr/>
      </dsp:nvSpPr>
      <dsp:spPr>
        <a:xfrm>
          <a:off x="292288" y="3455945"/>
          <a:ext cx="4092044" cy="442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4670" tIns="0" rIns="15467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、溢出</a:t>
          </a: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_system</a:t>
          </a:r>
          <a:r>
            <a:rPr lang="zh-CN" alt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函数参数</a:t>
          </a:r>
          <a:endParaRPr lang="en-US" altLang="zh-CN" sz="20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13904" y="3477561"/>
        <a:ext cx="4048812" cy="399568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28121-7E33-40CD-B43C-3D112A49B9DE}">
      <dsp:nvSpPr>
        <dsp:cNvPr id="0" name=""/>
        <dsp:cNvSpPr/>
      </dsp:nvSpPr>
      <dsp:spPr>
        <a:xfrm>
          <a:off x="0" y="306074"/>
          <a:ext cx="7628804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55738-835B-4AA4-AEE8-7EF5D64841A1}">
      <dsp:nvSpPr>
        <dsp:cNvPr id="0" name=""/>
        <dsp:cNvSpPr/>
      </dsp:nvSpPr>
      <dsp:spPr>
        <a:xfrm>
          <a:off x="381440" y="55153"/>
          <a:ext cx="5340162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845" tIns="0" rIns="20184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较老的漏洞，常见于物联网设备</a:t>
          </a:r>
        </a:p>
      </dsp:txBody>
      <dsp:txXfrm>
        <a:off x="405938" y="79651"/>
        <a:ext cx="5291166" cy="452844"/>
      </dsp:txXfrm>
    </dsp:sp>
    <dsp:sp modelId="{F75197EA-068F-43F5-BCCF-439BB12CEED7}">
      <dsp:nvSpPr>
        <dsp:cNvPr id="0" name=""/>
        <dsp:cNvSpPr/>
      </dsp:nvSpPr>
      <dsp:spPr>
        <a:xfrm>
          <a:off x="0" y="1077194"/>
          <a:ext cx="7628804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381440" y="826274"/>
          <a:ext cx="5340162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845" tIns="0" rIns="20184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常出现在字符串格式化输出（</a:t>
          </a: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printf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函数）</a:t>
          </a:r>
        </a:p>
      </dsp:txBody>
      <dsp:txXfrm>
        <a:off x="405938" y="850772"/>
        <a:ext cx="5291166" cy="452844"/>
      </dsp:txXfrm>
    </dsp:sp>
    <dsp:sp modelId="{AE2F4F9B-4191-4658-9C0B-0D47EF653528}">
      <dsp:nvSpPr>
        <dsp:cNvPr id="0" name=""/>
        <dsp:cNvSpPr/>
      </dsp:nvSpPr>
      <dsp:spPr>
        <a:xfrm>
          <a:off x="0" y="1848314"/>
          <a:ext cx="7628804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381440" y="1597393"/>
          <a:ext cx="5340162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845" tIns="0" rIns="201845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常见格式化方式包括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%d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%s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、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%f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等</a:t>
          </a:r>
        </a:p>
      </dsp:txBody>
      <dsp:txXfrm>
        <a:off x="405938" y="1621891"/>
        <a:ext cx="5291166" cy="452844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28121-7E33-40CD-B43C-3D112A49B9DE}">
      <dsp:nvSpPr>
        <dsp:cNvPr id="0" name=""/>
        <dsp:cNvSpPr/>
      </dsp:nvSpPr>
      <dsp:spPr>
        <a:xfrm>
          <a:off x="0" y="306074"/>
          <a:ext cx="5177125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55738-835B-4AA4-AEE8-7EF5D64841A1}">
      <dsp:nvSpPr>
        <dsp:cNvPr id="0" name=""/>
        <dsp:cNvSpPr/>
      </dsp:nvSpPr>
      <dsp:spPr>
        <a:xfrm>
          <a:off x="258856" y="55153"/>
          <a:ext cx="3623987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78" tIns="0" rIns="13697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函数</a:t>
          </a: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printf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的栈结构</a:t>
          </a:r>
        </a:p>
      </dsp:txBody>
      <dsp:txXfrm>
        <a:off x="283354" y="79651"/>
        <a:ext cx="3574991" cy="452844"/>
      </dsp:txXfrm>
    </dsp:sp>
    <dsp:sp modelId="{F75197EA-068F-43F5-BCCF-439BB12CEED7}">
      <dsp:nvSpPr>
        <dsp:cNvPr id="0" name=""/>
        <dsp:cNvSpPr/>
      </dsp:nvSpPr>
      <dsp:spPr>
        <a:xfrm>
          <a:off x="0" y="1077194"/>
          <a:ext cx="5177125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258856" y="826274"/>
          <a:ext cx="3623987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78" tIns="0" rIns="13697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第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个参数是字符串地址</a:t>
          </a:r>
        </a:p>
      </dsp:txBody>
      <dsp:txXfrm>
        <a:off x="283354" y="850772"/>
        <a:ext cx="3574991" cy="452844"/>
      </dsp:txXfrm>
    </dsp:sp>
    <dsp:sp modelId="{AE2F4F9B-4191-4658-9C0B-0D47EF653528}">
      <dsp:nvSpPr>
        <dsp:cNvPr id="0" name=""/>
        <dsp:cNvSpPr/>
      </dsp:nvSpPr>
      <dsp:spPr>
        <a:xfrm>
          <a:off x="0" y="1848314"/>
          <a:ext cx="5177125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258856" y="1597393"/>
          <a:ext cx="3623987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78" tIns="0" rIns="13697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第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个参数是变量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a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的值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10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83354" y="1621891"/>
        <a:ext cx="3574991" cy="452844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28121-7E33-40CD-B43C-3D112A49B9DE}">
      <dsp:nvSpPr>
        <dsp:cNvPr id="0" name=""/>
        <dsp:cNvSpPr/>
      </dsp:nvSpPr>
      <dsp:spPr>
        <a:xfrm>
          <a:off x="0" y="306074"/>
          <a:ext cx="5177125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55738-835B-4AA4-AEE8-7EF5D64841A1}">
      <dsp:nvSpPr>
        <dsp:cNvPr id="0" name=""/>
        <dsp:cNvSpPr/>
      </dsp:nvSpPr>
      <dsp:spPr>
        <a:xfrm>
          <a:off x="258856" y="55153"/>
          <a:ext cx="3623987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78" tIns="0" rIns="13697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函数</a:t>
          </a: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printf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的栈结构</a:t>
          </a:r>
        </a:p>
      </dsp:txBody>
      <dsp:txXfrm>
        <a:off x="283354" y="79651"/>
        <a:ext cx="3574991" cy="452844"/>
      </dsp:txXfrm>
    </dsp:sp>
    <dsp:sp modelId="{F75197EA-068F-43F5-BCCF-439BB12CEED7}">
      <dsp:nvSpPr>
        <dsp:cNvPr id="0" name=""/>
        <dsp:cNvSpPr/>
      </dsp:nvSpPr>
      <dsp:spPr>
        <a:xfrm>
          <a:off x="0" y="1077194"/>
          <a:ext cx="5177125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258856" y="826274"/>
          <a:ext cx="3623987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78" tIns="0" rIns="13697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如果没有提供第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2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个参数</a:t>
          </a:r>
        </a:p>
      </dsp:txBody>
      <dsp:txXfrm>
        <a:off x="283354" y="850772"/>
        <a:ext cx="3574991" cy="452844"/>
      </dsp:txXfrm>
    </dsp:sp>
    <dsp:sp modelId="{AE2F4F9B-4191-4658-9C0B-0D47EF653528}">
      <dsp:nvSpPr>
        <dsp:cNvPr id="0" name=""/>
        <dsp:cNvSpPr/>
      </dsp:nvSpPr>
      <dsp:spPr>
        <a:xfrm>
          <a:off x="0" y="1848314"/>
          <a:ext cx="5177125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258856" y="1597393"/>
          <a:ext cx="3623987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78" tIns="0" rIns="136978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就会显示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ebp+3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位置的数据</a:t>
          </a:r>
        </a:p>
      </dsp:txBody>
      <dsp:txXfrm>
        <a:off x="283354" y="1621891"/>
        <a:ext cx="3574991" cy="452844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28121-7E33-40CD-B43C-3D112A49B9DE}">
      <dsp:nvSpPr>
        <dsp:cNvPr id="0" name=""/>
        <dsp:cNvSpPr/>
      </dsp:nvSpPr>
      <dsp:spPr>
        <a:xfrm>
          <a:off x="0" y="306074"/>
          <a:ext cx="6004438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55738-835B-4AA4-AEE8-7EF5D64841A1}">
      <dsp:nvSpPr>
        <dsp:cNvPr id="0" name=""/>
        <dsp:cNvSpPr/>
      </dsp:nvSpPr>
      <dsp:spPr>
        <a:xfrm>
          <a:off x="300221" y="55153"/>
          <a:ext cx="4203106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867" tIns="0" rIns="15886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漏洞源于用户通过可控输入源（</a:t>
          </a: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scanf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</a:p>
      </dsp:txBody>
      <dsp:txXfrm>
        <a:off x="324719" y="79651"/>
        <a:ext cx="4154110" cy="452844"/>
      </dsp:txXfrm>
    </dsp:sp>
    <dsp:sp modelId="{F75197EA-068F-43F5-BCCF-439BB12CEED7}">
      <dsp:nvSpPr>
        <dsp:cNvPr id="0" name=""/>
        <dsp:cNvSpPr/>
      </dsp:nvSpPr>
      <dsp:spPr>
        <a:xfrm>
          <a:off x="0" y="1077194"/>
          <a:ext cx="6004438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300221" y="826274"/>
          <a:ext cx="4203106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867" tIns="0" rIns="15886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向</a:t>
          </a: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printf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输出，导致参数个数不匹配</a:t>
          </a:r>
        </a:p>
      </dsp:txBody>
      <dsp:txXfrm>
        <a:off x="324719" y="850772"/>
        <a:ext cx="4154110" cy="452844"/>
      </dsp:txXfrm>
    </dsp:sp>
    <dsp:sp modelId="{AE2F4F9B-4191-4658-9C0B-0D47EF653528}">
      <dsp:nvSpPr>
        <dsp:cNvPr id="0" name=""/>
        <dsp:cNvSpPr/>
      </dsp:nvSpPr>
      <dsp:spPr>
        <a:xfrm>
          <a:off x="0" y="1848314"/>
          <a:ext cx="6004438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300221" y="1597393"/>
          <a:ext cx="4203106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867" tIns="0" rIns="158867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后果：任意内存读写</a:t>
          </a:r>
        </a:p>
      </dsp:txBody>
      <dsp:txXfrm>
        <a:off x="324719" y="1621891"/>
        <a:ext cx="4154110" cy="452844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28121-7E33-40CD-B43C-3D112A49B9DE}">
      <dsp:nvSpPr>
        <dsp:cNvPr id="0" name=""/>
        <dsp:cNvSpPr/>
      </dsp:nvSpPr>
      <dsp:spPr>
        <a:xfrm>
          <a:off x="0" y="263623"/>
          <a:ext cx="4672028" cy="327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55738-835B-4AA4-AEE8-7EF5D64841A1}">
      <dsp:nvSpPr>
        <dsp:cNvPr id="0" name=""/>
        <dsp:cNvSpPr/>
      </dsp:nvSpPr>
      <dsp:spPr>
        <a:xfrm>
          <a:off x="233601" y="71743"/>
          <a:ext cx="3270419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614" tIns="0" rIns="12361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读取内存（栈）中的数据</a:t>
          </a:r>
        </a:p>
      </dsp:txBody>
      <dsp:txXfrm>
        <a:off x="252335" y="90477"/>
        <a:ext cx="3232951" cy="346292"/>
      </dsp:txXfrm>
    </dsp:sp>
    <dsp:sp modelId="{F75197EA-068F-43F5-BCCF-439BB12CEED7}">
      <dsp:nvSpPr>
        <dsp:cNvPr id="0" name=""/>
        <dsp:cNvSpPr/>
      </dsp:nvSpPr>
      <dsp:spPr>
        <a:xfrm>
          <a:off x="0" y="853303"/>
          <a:ext cx="4672028" cy="327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233601" y="661423"/>
          <a:ext cx="3270419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614" tIns="0" rIns="12361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输入</a:t>
          </a: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AAAA%x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-%x-%x-%x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52335" y="680157"/>
        <a:ext cx="3232951" cy="346292"/>
      </dsp:txXfrm>
    </dsp:sp>
    <dsp:sp modelId="{D8C24859-03D0-4B53-A219-87CB6B4F259D}">
      <dsp:nvSpPr>
        <dsp:cNvPr id="0" name=""/>
        <dsp:cNvSpPr/>
      </dsp:nvSpPr>
      <dsp:spPr>
        <a:xfrm>
          <a:off x="0" y="1442983"/>
          <a:ext cx="4672028" cy="327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991364-84B4-4517-8B06-9DE8DEFCF066}">
      <dsp:nvSpPr>
        <dsp:cNvPr id="0" name=""/>
        <dsp:cNvSpPr/>
      </dsp:nvSpPr>
      <dsp:spPr>
        <a:xfrm>
          <a:off x="233601" y="1251103"/>
          <a:ext cx="3270419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614" tIns="0" rIns="12361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找到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AAAA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码值输出位置</a:t>
          </a:r>
        </a:p>
      </dsp:txBody>
      <dsp:txXfrm>
        <a:off x="252335" y="1269837"/>
        <a:ext cx="3232951" cy="346292"/>
      </dsp:txXfrm>
    </dsp:sp>
    <dsp:sp modelId="{1E87E3B9-C5A2-4E91-B146-688DA9DF0637}">
      <dsp:nvSpPr>
        <dsp:cNvPr id="0" name=""/>
        <dsp:cNvSpPr/>
      </dsp:nvSpPr>
      <dsp:spPr>
        <a:xfrm>
          <a:off x="0" y="2032663"/>
          <a:ext cx="4672028" cy="327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88AD1-3022-44B0-A23A-80C6E3575D10}">
      <dsp:nvSpPr>
        <dsp:cNvPr id="0" name=""/>
        <dsp:cNvSpPr/>
      </dsp:nvSpPr>
      <dsp:spPr>
        <a:xfrm>
          <a:off x="233601" y="1840783"/>
          <a:ext cx="3270419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614" tIns="0" rIns="12361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计算该参数</a:t>
          </a:r>
          <a:r>
            <a:rPr lang="zh-CN" altLang="en-US" sz="1800" kern="1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偏移量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为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4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52335" y="1859517"/>
        <a:ext cx="3232951" cy="346292"/>
      </dsp:txXfrm>
    </dsp:sp>
    <dsp:sp modelId="{1D4D0556-B095-4198-9A0E-6C6ADEF5E14B}">
      <dsp:nvSpPr>
        <dsp:cNvPr id="0" name=""/>
        <dsp:cNvSpPr/>
      </dsp:nvSpPr>
      <dsp:spPr>
        <a:xfrm>
          <a:off x="0" y="2622343"/>
          <a:ext cx="4672028" cy="327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FAD2F9-B2B4-41C2-B7F5-766D66B9E6DC}">
      <dsp:nvSpPr>
        <dsp:cNvPr id="0" name=""/>
        <dsp:cNvSpPr/>
      </dsp:nvSpPr>
      <dsp:spPr>
        <a:xfrm>
          <a:off x="233601" y="2430463"/>
          <a:ext cx="3270419" cy="3837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614" tIns="0" rIns="12361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利用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%x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读取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n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个越界数据</a:t>
          </a:r>
        </a:p>
      </dsp:txBody>
      <dsp:txXfrm>
        <a:off x="252335" y="2449197"/>
        <a:ext cx="3232951" cy="346292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28121-7E33-40CD-B43C-3D112A49B9DE}">
      <dsp:nvSpPr>
        <dsp:cNvPr id="0" name=""/>
        <dsp:cNvSpPr/>
      </dsp:nvSpPr>
      <dsp:spPr>
        <a:xfrm>
          <a:off x="0" y="237445"/>
          <a:ext cx="5253399" cy="3528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55738-835B-4AA4-AEE8-7EF5D64841A1}">
      <dsp:nvSpPr>
        <dsp:cNvPr id="0" name=""/>
        <dsp:cNvSpPr/>
      </dsp:nvSpPr>
      <dsp:spPr>
        <a:xfrm>
          <a:off x="262669" y="30805"/>
          <a:ext cx="3677379" cy="413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996" tIns="0" rIns="13899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覆盖栈中内存数据</a:t>
          </a:r>
        </a:p>
      </dsp:txBody>
      <dsp:txXfrm>
        <a:off x="282844" y="50980"/>
        <a:ext cx="3637029" cy="372930"/>
      </dsp:txXfrm>
    </dsp:sp>
    <dsp:sp modelId="{F75197EA-068F-43F5-BCCF-439BB12CEED7}">
      <dsp:nvSpPr>
        <dsp:cNvPr id="0" name=""/>
        <dsp:cNvSpPr/>
      </dsp:nvSpPr>
      <dsp:spPr>
        <a:xfrm>
          <a:off x="0" y="872485"/>
          <a:ext cx="5253399" cy="3528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262669" y="665845"/>
          <a:ext cx="3677379" cy="413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996" tIns="0" rIns="13899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格式化</a:t>
          </a:r>
          <a:r>
            <a:rPr lang="en-US" altLang="zh-CN" sz="1800" kern="1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%n</a:t>
          </a:r>
          <a:endParaRPr lang="zh-CN" altLang="en-US" sz="1800" kern="1200" dirty="0">
            <a:highlight>
              <a:srgbClr val="FFFF00"/>
            </a:highlight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82844" y="686020"/>
        <a:ext cx="3637029" cy="372930"/>
      </dsp:txXfrm>
    </dsp:sp>
    <dsp:sp modelId="{D8C24859-03D0-4B53-A219-87CB6B4F259D}">
      <dsp:nvSpPr>
        <dsp:cNvPr id="0" name=""/>
        <dsp:cNvSpPr/>
      </dsp:nvSpPr>
      <dsp:spPr>
        <a:xfrm>
          <a:off x="0" y="1507525"/>
          <a:ext cx="5253399" cy="3528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991364-84B4-4517-8B06-9DE8DEFCF066}">
      <dsp:nvSpPr>
        <dsp:cNvPr id="0" name=""/>
        <dsp:cNvSpPr/>
      </dsp:nvSpPr>
      <dsp:spPr>
        <a:xfrm>
          <a:off x="262669" y="1300885"/>
          <a:ext cx="3677379" cy="413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996" tIns="0" rIns="13899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将字符数存入制定地址</a:t>
          </a:r>
        </a:p>
      </dsp:txBody>
      <dsp:txXfrm>
        <a:off x="282844" y="1321060"/>
        <a:ext cx="3637029" cy="372930"/>
      </dsp:txXfrm>
    </dsp:sp>
    <dsp:sp modelId="{28D1C538-090C-4536-A46D-7CCBF46EA799}">
      <dsp:nvSpPr>
        <dsp:cNvPr id="0" name=""/>
        <dsp:cNvSpPr/>
      </dsp:nvSpPr>
      <dsp:spPr>
        <a:xfrm>
          <a:off x="0" y="2142565"/>
          <a:ext cx="5253399" cy="3528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866710-3D9A-4C68-A547-55D9D14F4E39}">
      <dsp:nvSpPr>
        <dsp:cNvPr id="0" name=""/>
        <dsp:cNvSpPr/>
      </dsp:nvSpPr>
      <dsp:spPr>
        <a:xfrm>
          <a:off x="262669" y="1935925"/>
          <a:ext cx="3677379" cy="413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996" tIns="0" rIns="13899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0-9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共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10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个字符，存入变量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a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82844" y="1956100"/>
        <a:ext cx="3637029" cy="372930"/>
      </dsp:txXfrm>
    </dsp:sp>
    <dsp:sp modelId="{5C93F3EC-08FA-4818-9392-5DF34EF5BC6F}">
      <dsp:nvSpPr>
        <dsp:cNvPr id="0" name=""/>
        <dsp:cNvSpPr/>
      </dsp:nvSpPr>
      <dsp:spPr>
        <a:xfrm>
          <a:off x="0" y="2777605"/>
          <a:ext cx="5253399" cy="3528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1C592A-31BE-4513-B7C8-9B4935FBA80E}">
      <dsp:nvSpPr>
        <dsp:cNvPr id="0" name=""/>
        <dsp:cNvSpPr/>
      </dsp:nvSpPr>
      <dsp:spPr>
        <a:xfrm>
          <a:off x="262669" y="2570965"/>
          <a:ext cx="3677379" cy="413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996" tIns="0" rIns="13899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可用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%</a:t>
          </a: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Nc%n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，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N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为所需填入数</a:t>
          </a:r>
        </a:p>
      </dsp:txBody>
      <dsp:txXfrm>
        <a:off x="282844" y="2591140"/>
        <a:ext cx="3637029" cy="372930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28121-7E33-40CD-B43C-3D112A49B9DE}">
      <dsp:nvSpPr>
        <dsp:cNvPr id="0" name=""/>
        <dsp:cNvSpPr/>
      </dsp:nvSpPr>
      <dsp:spPr>
        <a:xfrm>
          <a:off x="0" y="306074"/>
          <a:ext cx="4288850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55738-835B-4AA4-AEE8-7EF5D64841A1}">
      <dsp:nvSpPr>
        <dsp:cNvPr id="0" name=""/>
        <dsp:cNvSpPr/>
      </dsp:nvSpPr>
      <dsp:spPr>
        <a:xfrm>
          <a:off x="214442" y="55153"/>
          <a:ext cx="3002195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476" tIns="0" rIns="1134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攻防世界</a:t>
          </a:r>
        </a:p>
      </dsp:txBody>
      <dsp:txXfrm>
        <a:off x="238940" y="79651"/>
        <a:ext cx="2953199" cy="452844"/>
      </dsp:txXfrm>
    </dsp:sp>
    <dsp:sp modelId="{F75197EA-068F-43F5-BCCF-439BB12CEED7}">
      <dsp:nvSpPr>
        <dsp:cNvPr id="0" name=""/>
        <dsp:cNvSpPr/>
      </dsp:nvSpPr>
      <dsp:spPr>
        <a:xfrm>
          <a:off x="0" y="1077194"/>
          <a:ext cx="4288850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214442" y="826274"/>
          <a:ext cx="3002195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476" tIns="0" rIns="1134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CGfsb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，格式化漏洞</a:t>
          </a:r>
        </a:p>
      </dsp:txBody>
      <dsp:txXfrm>
        <a:off x="238940" y="850772"/>
        <a:ext cx="2953199" cy="452844"/>
      </dsp:txXfrm>
    </dsp:sp>
    <dsp:sp modelId="{AE2F4F9B-4191-4658-9C0B-0D47EF653528}">
      <dsp:nvSpPr>
        <dsp:cNvPr id="0" name=""/>
        <dsp:cNvSpPr/>
      </dsp:nvSpPr>
      <dsp:spPr>
        <a:xfrm>
          <a:off x="0" y="1848314"/>
          <a:ext cx="4288850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214442" y="1597393"/>
          <a:ext cx="3002195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476" tIns="0" rIns="1134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获取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flag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38940" y="1621891"/>
        <a:ext cx="2953199" cy="452844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28121-7E33-40CD-B43C-3D112A49B9DE}">
      <dsp:nvSpPr>
        <dsp:cNvPr id="0" name=""/>
        <dsp:cNvSpPr/>
      </dsp:nvSpPr>
      <dsp:spPr>
        <a:xfrm>
          <a:off x="0" y="306074"/>
          <a:ext cx="4288850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55738-835B-4AA4-AEE8-7EF5D64841A1}">
      <dsp:nvSpPr>
        <dsp:cNvPr id="0" name=""/>
        <dsp:cNvSpPr/>
      </dsp:nvSpPr>
      <dsp:spPr>
        <a:xfrm>
          <a:off x="214442" y="55153"/>
          <a:ext cx="3002195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476" tIns="0" rIns="1134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一、</a:t>
          </a:r>
          <a:r>
            <a:rPr lang="zh-CN" altLang="en-US" sz="1800" kern="1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查找漏洞点</a:t>
          </a:r>
        </a:p>
      </dsp:txBody>
      <dsp:txXfrm>
        <a:off x="238940" y="79651"/>
        <a:ext cx="2953199" cy="452844"/>
      </dsp:txXfrm>
    </dsp:sp>
    <dsp:sp modelId="{F75197EA-068F-43F5-BCCF-439BB12CEED7}">
      <dsp:nvSpPr>
        <dsp:cNvPr id="0" name=""/>
        <dsp:cNvSpPr/>
      </dsp:nvSpPr>
      <dsp:spPr>
        <a:xfrm>
          <a:off x="0" y="1077194"/>
          <a:ext cx="4288850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214442" y="826274"/>
          <a:ext cx="3002195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476" tIns="0" rIns="1134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输入信息直接输出</a:t>
          </a:r>
        </a:p>
      </dsp:txBody>
      <dsp:txXfrm>
        <a:off x="238940" y="850772"/>
        <a:ext cx="2953199" cy="452844"/>
      </dsp:txXfrm>
    </dsp:sp>
    <dsp:sp modelId="{AE2F4F9B-4191-4658-9C0B-0D47EF653528}">
      <dsp:nvSpPr>
        <dsp:cNvPr id="0" name=""/>
        <dsp:cNvSpPr/>
      </dsp:nvSpPr>
      <dsp:spPr>
        <a:xfrm>
          <a:off x="0" y="1848314"/>
          <a:ext cx="4288850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214442" y="1597393"/>
          <a:ext cx="3002195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476" tIns="0" rIns="1134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敏感函数</a:t>
          </a: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printf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38940" y="1621891"/>
        <a:ext cx="2953199" cy="452844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28121-7E33-40CD-B43C-3D112A49B9DE}">
      <dsp:nvSpPr>
        <dsp:cNvPr id="0" name=""/>
        <dsp:cNvSpPr/>
      </dsp:nvSpPr>
      <dsp:spPr>
        <a:xfrm>
          <a:off x="0" y="306074"/>
          <a:ext cx="4288850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55738-835B-4AA4-AEE8-7EF5D64841A1}">
      <dsp:nvSpPr>
        <dsp:cNvPr id="0" name=""/>
        <dsp:cNvSpPr/>
      </dsp:nvSpPr>
      <dsp:spPr>
        <a:xfrm>
          <a:off x="214442" y="55153"/>
          <a:ext cx="3002195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476" tIns="0" rIns="1134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二、</a:t>
          </a:r>
          <a:r>
            <a:rPr lang="zh-CN" altLang="en-US" sz="1800" kern="1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破解条件</a:t>
          </a:r>
        </a:p>
      </dsp:txBody>
      <dsp:txXfrm>
        <a:off x="238940" y="79651"/>
        <a:ext cx="2953199" cy="452844"/>
      </dsp:txXfrm>
    </dsp:sp>
    <dsp:sp modelId="{F75197EA-068F-43F5-BCCF-439BB12CEED7}">
      <dsp:nvSpPr>
        <dsp:cNvPr id="0" name=""/>
        <dsp:cNvSpPr/>
      </dsp:nvSpPr>
      <dsp:spPr>
        <a:xfrm>
          <a:off x="0" y="1077194"/>
          <a:ext cx="4288850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214442" y="826274"/>
          <a:ext cx="3002195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476" tIns="0" rIns="1134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变量</a:t>
          </a: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pwnme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值为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8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38940" y="850772"/>
        <a:ext cx="2953199" cy="452844"/>
      </dsp:txXfrm>
    </dsp:sp>
    <dsp:sp modelId="{AE2F4F9B-4191-4658-9C0B-0D47EF653528}">
      <dsp:nvSpPr>
        <dsp:cNvPr id="0" name=""/>
        <dsp:cNvSpPr/>
      </dsp:nvSpPr>
      <dsp:spPr>
        <a:xfrm>
          <a:off x="0" y="1848314"/>
          <a:ext cx="4288850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214442" y="1597393"/>
          <a:ext cx="3002195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476" tIns="0" rIns="1134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满足则执行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cat flag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38940" y="1621891"/>
        <a:ext cx="2953199" cy="452844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28121-7E33-40CD-B43C-3D112A49B9DE}">
      <dsp:nvSpPr>
        <dsp:cNvPr id="0" name=""/>
        <dsp:cNvSpPr/>
      </dsp:nvSpPr>
      <dsp:spPr>
        <a:xfrm>
          <a:off x="0" y="306074"/>
          <a:ext cx="5978312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55738-835B-4AA4-AEE8-7EF5D64841A1}">
      <dsp:nvSpPr>
        <dsp:cNvPr id="0" name=""/>
        <dsp:cNvSpPr/>
      </dsp:nvSpPr>
      <dsp:spPr>
        <a:xfrm>
          <a:off x="298915" y="55153"/>
          <a:ext cx="4184819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176" tIns="0" rIns="1581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三、</a:t>
          </a:r>
          <a:r>
            <a:rPr lang="zh-CN" altLang="en-US" sz="1800" kern="1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确定偏移量</a:t>
          </a:r>
        </a:p>
      </dsp:txBody>
      <dsp:txXfrm>
        <a:off x="323413" y="79651"/>
        <a:ext cx="4135823" cy="452844"/>
      </dsp:txXfrm>
    </dsp:sp>
    <dsp:sp modelId="{F75197EA-068F-43F5-BCCF-439BB12CEED7}">
      <dsp:nvSpPr>
        <dsp:cNvPr id="0" name=""/>
        <dsp:cNvSpPr/>
      </dsp:nvSpPr>
      <dsp:spPr>
        <a:xfrm>
          <a:off x="0" y="1077194"/>
          <a:ext cx="5978312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298915" y="826274"/>
          <a:ext cx="4184819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176" tIns="0" rIns="1581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输入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AAAA-%08x…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23413" y="850772"/>
        <a:ext cx="4135823" cy="452844"/>
      </dsp:txXfrm>
    </dsp:sp>
    <dsp:sp modelId="{AE2F4F9B-4191-4658-9C0B-0D47EF653528}">
      <dsp:nvSpPr>
        <dsp:cNvPr id="0" name=""/>
        <dsp:cNvSpPr/>
      </dsp:nvSpPr>
      <dsp:spPr>
        <a:xfrm>
          <a:off x="0" y="1848314"/>
          <a:ext cx="5978312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298915" y="1597393"/>
          <a:ext cx="4184819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176" tIns="0" rIns="1581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根据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41414141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位置确定偏移量为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10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23413" y="1621891"/>
        <a:ext cx="4135823" cy="452844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28121-7E33-40CD-B43C-3D112A49B9DE}">
      <dsp:nvSpPr>
        <dsp:cNvPr id="0" name=""/>
        <dsp:cNvSpPr/>
      </dsp:nvSpPr>
      <dsp:spPr>
        <a:xfrm>
          <a:off x="0" y="306074"/>
          <a:ext cx="5978312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55738-835B-4AA4-AEE8-7EF5D64841A1}">
      <dsp:nvSpPr>
        <dsp:cNvPr id="0" name=""/>
        <dsp:cNvSpPr/>
      </dsp:nvSpPr>
      <dsp:spPr>
        <a:xfrm>
          <a:off x="298915" y="55153"/>
          <a:ext cx="4184819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176" tIns="0" rIns="1581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四、确定变量</a:t>
          </a:r>
          <a:r>
            <a:rPr lang="en-US" altLang="zh-CN" sz="1800" kern="1200" dirty="0" err="1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pwnme</a:t>
          </a:r>
          <a:r>
            <a:rPr lang="zh-CN" altLang="en-US" sz="1800" kern="12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rPr>
            <a:t>地址</a:t>
          </a:r>
        </a:p>
      </dsp:txBody>
      <dsp:txXfrm>
        <a:off x="323413" y="79651"/>
        <a:ext cx="4135823" cy="452844"/>
      </dsp:txXfrm>
    </dsp:sp>
    <dsp:sp modelId="{F75197EA-068F-43F5-BCCF-439BB12CEED7}">
      <dsp:nvSpPr>
        <dsp:cNvPr id="0" name=""/>
        <dsp:cNvSpPr/>
      </dsp:nvSpPr>
      <dsp:spPr>
        <a:xfrm>
          <a:off x="0" y="1077194"/>
          <a:ext cx="5978312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298915" y="826274"/>
          <a:ext cx="4184819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176" tIns="0" rIns="1581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双击变量</a:t>
          </a: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pwnme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23413" y="850772"/>
        <a:ext cx="4135823" cy="452844"/>
      </dsp:txXfrm>
    </dsp:sp>
    <dsp:sp modelId="{AE2F4F9B-4191-4658-9C0B-0D47EF653528}">
      <dsp:nvSpPr>
        <dsp:cNvPr id="0" name=""/>
        <dsp:cNvSpPr/>
      </dsp:nvSpPr>
      <dsp:spPr>
        <a:xfrm>
          <a:off x="0" y="1848314"/>
          <a:ext cx="5978312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298915" y="1597393"/>
          <a:ext cx="4184819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176" tIns="0" rIns="15817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找到变量</a:t>
          </a: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pwnme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的地址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0804A068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23413" y="1621891"/>
        <a:ext cx="4135823" cy="452844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28121-7E33-40CD-B43C-3D112A49B9DE}">
      <dsp:nvSpPr>
        <dsp:cNvPr id="0" name=""/>
        <dsp:cNvSpPr/>
      </dsp:nvSpPr>
      <dsp:spPr>
        <a:xfrm>
          <a:off x="0" y="306074"/>
          <a:ext cx="6402918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55738-835B-4AA4-AEE8-7EF5D64841A1}">
      <dsp:nvSpPr>
        <dsp:cNvPr id="0" name=""/>
        <dsp:cNvSpPr/>
      </dsp:nvSpPr>
      <dsp:spPr>
        <a:xfrm>
          <a:off x="320145" y="55153"/>
          <a:ext cx="4482042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411" tIns="0" rIns="1694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五、组建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payload</a:t>
          </a:r>
          <a:endParaRPr lang="zh-CN" altLang="en-US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44643" y="79651"/>
        <a:ext cx="4433046" cy="452844"/>
      </dsp:txXfrm>
    </dsp:sp>
    <dsp:sp modelId="{F75197EA-068F-43F5-BCCF-439BB12CEED7}">
      <dsp:nvSpPr>
        <dsp:cNvPr id="0" name=""/>
        <dsp:cNvSpPr/>
      </dsp:nvSpPr>
      <dsp:spPr>
        <a:xfrm>
          <a:off x="0" y="1077194"/>
          <a:ext cx="6402918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320145" y="826274"/>
          <a:ext cx="4482042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411" tIns="0" rIns="1694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考虑破解条件、</a:t>
          </a: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pwnme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地址、偏移量</a:t>
          </a:r>
        </a:p>
      </dsp:txBody>
      <dsp:txXfrm>
        <a:off x="344643" y="850772"/>
        <a:ext cx="4433046" cy="452844"/>
      </dsp:txXfrm>
    </dsp:sp>
    <dsp:sp modelId="{AE2F4F9B-4191-4658-9C0B-0D47EF653528}">
      <dsp:nvSpPr>
        <dsp:cNvPr id="0" name=""/>
        <dsp:cNvSpPr/>
      </dsp:nvSpPr>
      <dsp:spPr>
        <a:xfrm>
          <a:off x="0" y="1848314"/>
          <a:ext cx="6402918" cy="4284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320145" y="1597393"/>
          <a:ext cx="4482042" cy="5018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411" tIns="0" rIns="1694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将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8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写入偏移量</a:t>
          </a:r>
          <a:r>
            <a:rPr lang="en-US" alt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10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出现的</a:t>
          </a:r>
          <a:r>
            <a:rPr lang="en-US" altLang="zh-CN" sz="1800" kern="1200" dirty="0" err="1">
              <a:latin typeface="微软雅黑" panose="020B0503020204020204" pitchFamily="34" charset="-122"/>
              <a:ea typeface="微软雅黑" panose="020B0503020204020204" pitchFamily="34" charset="-122"/>
            </a:rPr>
            <a:t>pwnme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地址中</a:t>
          </a:r>
        </a:p>
      </dsp:txBody>
      <dsp:txXfrm>
        <a:off x="344643" y="1621891"/>
        <a:ext cx="4433046" cy="452844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28121-7E33-40CD-B43C-3D112A49B9DE}">
      <dsp:nvSpPr>
        <dsp:cNvPr id="0" name=""/>
        <dsp:cNvSpPr/>
      </dsp:nvSpPr>
      <dsp:spPr>
        <a:xfrm>
          <a:off x="0" y="242128"/>
          <a:ext cx="6402918" cy="4032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55738-835B-4AA4-AEE8-7EF5D64841A1}">
      <dsp:nvSpPr>
        <dsp:cNvPr id="0" name=""/>
        <dsp:cNvSpPr/>
      </dsp:nvSpPr>
      <dsp:spPr>
        <a:xfrm>
          <a:off x="320145" y="5968"/>
          <a:ext cx="4482042" cy="472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411" tIns="0" rIns="1694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关注最新漏洞信息</a:t>
          </a:r>
        </a:p>
      </dsp:txBody>
      <dsp:txXfrm>
        <a:off x="343202" y="29025"/>
        <a:ext cx="4435928" cy="426206"/>
      </dsp:txXfrm>
    </dsp:sp>
    <dsp:sp modelId="{F75197EA-068F-43F5-BCCF-439BB12CEED7}">
      <dsp:nvSpPr>
        <dsp:cNvPr id="0" name=""/>
        <dsp:cNvSpPr/>
      </dsp:nvSpPr>
      <dsp:spPr>
        <a:xfrm>
          <a:off x="0" y="967888"/>
          <a:ext cx="6402918" cy="4032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320145" y="731728"/>
          <a:ext cx="4482042" cy="472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411" tIns="0" rIns="1694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及时为系统打补丁或使用虚拟补丁</a:t>
          </a:r>
        </a:p>
      </dsp:txBody>
      <dsp:txXfrm>
        <a:off x="343202" y="754785"/>
        <a:ext cx="4435928" cy="426206"/>
      </dsp:txXfrm>
    </dsp:sp>
    <dsp:sp modelId="{061053F6-501F-4B14-BA39-5FB4B02BF6F5}">
      <dsp:nvSpPr>
        <dsp:cNvPr id="0" name=""/>
        <dsp:cNvSpPr/>
      </dsp:nvSpPr>
      <dsp:spPr>
        <a:xfrm>
          <a:off x="0" y="1693648"/>
          <a:ext cx="6402918" cy="4032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D41F2E-85DF-45B8-9A76-93A2696B8755}">
      <dsp:nvSpPr>
        <dsp:cNvPr id="0" name=""/>
        <dsp:cNvSpPr/>
      </dsp:nvSpPr>
      <dsp:spPr>
        <a:xfrm>
          <a:off x="320145" y="1457488"/>
          <a:ext cx="4482042" cy="472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411" tIns="0" rIns="1694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日志审计，及时发现异常</a:t>
          </a:r>
        </a:p>
      </dsp:txBody>
      <dsp:txXfrm>
        <a:off x="343202" y="1480545"/>
        <a:ext cx="4435928" cy="426206"/>
      </dsp:txXfrm>
    </dsp:sp>
    <dsp:sp modelId="{AE2F4F9B-4191-4658-9C0B-0D47EF653528}">
      <dsp:nvSpPr>
        <dsp:cNvPr id="0" name=""/>
        <dsp:cNvSpPr/>
      </dsp:nvSpPr>
      <dsp:spPr>
        <a:xfrm>
          <a:off x="0" y="2419407"/>
          <a:ext cx="6402918" cy="4032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320145" y="2183248"/>
          <a:ext cx="4482042" cy="472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411" tIns="0" rIns="1694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定期使用漏洞扫描系统查找漏洞</a:t>
          </a:r>
        </a:p>
      </dsp:txBody>
      <dsp:txXfrm>
        <a:off x="343202" y="2206305"/>
        <a:ext cx="4435928" cy="426206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628121-7E33-40CD-B43C-3D112A49B9DE}">
      <dsp:nvSpPr>
        <dsp:cNvPr id="0" name=""/>
        <dsp:cNvSpPr/>
      </dsp:nvSpPr>
      <dsp:spPr>
        <a:xfrm>
          <a:off x="0" y="242128"/>
          <a:ext cx="6402918" cy="4032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55738-835B-4AA4-AEE8-7EF5D64841A1}">
      <dsp:nvSpPr>
        <dsp:cNvPr id="0" name=""/>
        <dsp:cNvSpPr/>
      </dsp:nvSpPr>
      <dsp:spPr>
        <a:xfrm>
          <a:off x="320145" y="5968"/>
          <a:ext cx="4482042" cy="472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411" tIns="0" rIns="1694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检查来自外界的输入</a:t>
          </a:r>
        </a:p>
      </dsp:txBody>
      <dsp:txXfrm>
        <a:off x="343202" y="29025"/>
        <a:ext cx="4435928" cy="426206"/>
      </dsp:txXfrm>
    </dsp:sp>
    <dsp:sp modelId="{F75197EA-068F-43F5-BCCF-439BB12CEED7}">
      <dsp:nvSpPr>
        <dsp:cNvPr id="0" name=""/>
        <dsp:cNvSpPr/>
      </dsp:nvSpPr>
      <dsp:spPr>
        <a:xfrm>
          <a:off x="0" y="967888"/>
          <a:ext cx="6402918" cy="4032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DBA456-5C7E-44C4-A4EC-3CEC69B98C85}">
      <dsp:nvSpPr>
        <dsp:cNvPr id="0" name=""/>
        <dsp:cNvSpPr/>
      </dsp:nvSpPr>
      <dsp:spPr>
        <a:xfrm>
          <a:off x="320145" y="731728"/>
          <a:ext cx="4482042" cy="472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411" tIns="0" rIns="1694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对内存中变量和数组赋值时检查边界</a:t>
          </a:r>
        </a:p>
      </dsp:txBody>
      <dsp:txXfrm>
        <a:off x="343202" y="754785"/>
        <a:ext cx="4435928" cy="426206"/>
      </dsp:txXfrm>
    </dsp:sp>
    <dsp:sp modelId="{061053F6-501F-4B14-BA39-5FB4B02BF6F5}">
      <dsp:nvSpPr>
        <dsp:cNvPr id="0" name=""/>
        <dsp:cNvSpPr/>
      </dsp:nvSpPr>
      <dsp:spPr>
        <a:xfrm>
          <a:off x="0" y="1693648"/>
          <a:ext cx="6402918" cy="4032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D41F2E-85DF-45B8-9A76-93A2696B8755}">
      <dsp:nvSpPr>
        <dsp:cNvPr id="0" name=""/>
        <dsp:cNvSpPr/>
      </dsp:nvSpPr>
      <dsp:spPr>
        <a:xfrm>
          <a:off x="320145" y="1457488"/>
          <a:ext cx="4482042" cy="472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411" tIns="0" rIns="1694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使用安全的库函数</a:t>
          </a:r>
        </a:p>
      </dsp:txBody>
      <dsp:txXfrm>
        <a:off x="343202" y="1480545"/>
        <a:ext cx="4435928" cy="426206"/>
      </dsp:txXfrm>
    </dsp:sp>
    <dsp:sp modelId="{AE2F4F9B-4191-4658-9C0B-0D47EF653528}">
      <dsp:nvSpPr>
        <dsp:cNvPr id="0" name=""/>
        <dsp:cNvSpPr/>
      </dsp:nvSpPr>
      <dsp:spPr>
        <a:xfrm>
          <a:off x="0" y="2419407"/>
          <a:ext cx="6402918" cy="4032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A4B5E1-DED6-4BF7-B3BD-0050AC25C2F9}">
      <dsp:nvSpPr>
        <dsp:cNvPr id="0" name=""/>
        <dsp:cNvSpPr/>
      </dsp:nvSpPr>
      <dsp:spPr>
        <a:xfrm>
          <a:off x="320145" y="2183248"/>
          <a:ext cx="4482042" cy="472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411" tIns="0" rIns="1694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代码审计和安全测试</a:t>
          </a:r>
        </a:p>
      </dsp:txBody>
      <dsp:txXfrm>
        <a:off x="343202" y="2206305"/>
        <a:ext cx="4435928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ReverseList">
  <dgm:title val=""/>
  <dgm:desc val=""/>
  <dgm:catLst>
    <dgm:cat type="relationship" pri="38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clrData>
  <dgm:layoutNode name="Name0">
    <dgm:varLst>
      <dgm:chMax val="2"/>
      <dgm:chPref val="2"/>
      <dgm:animLvl val="lvl"/>
    </dgm:varLst>
    <dgm:choose name="Name1">
      <dgm:if name="Name2" axis="ch" ptType="node" func="cnt" op="lte" val="1">
        <dgm:alg type="composite">
          <dgm:param type="ar" val="0.9993"/>
        </dgm:alg>
      </dgm:if>
      <dgm:else name="Name3">
        <dgm:alg type="composite">
          <dgm:param type="ar" val="0.8036"/>
        </dgm:alg>
      </dgm:else>
    </dgm:choose>
    <dgm:shape xmlns:r="http://schemas.openxmlformats.org/officeDocument/2006/relationships" r:blip="">
      <dgm:adjLst/>
    </dgm:shape>
    <dgm:choose name="Name4">
      <dgm:if name="Name5" axis="ch" ptType="node" func="cnt" op="lte" val="1">
        <dgm:constrLst>
          <dgm:constr type="primFontSz" for="des" ptType="node" op="equ" val="65"/>
          <dgm:constr type="l" for="ch" forName="LeftNode" refType="w" fact="0"/>
          <dgm:constr type="t" for="ch" forName="LeftNode" refType="h" fact="0.25"/>
          <dgm:constr type="w" for="ch" forName="LeftNode" refType="w" fact="0.5"/>
          <dgm:constr type="h" for="ch" forName="LeftNode" refType="h"/>
          <dgm:constr type="l" for="ch" forName="LeftText" refType="w" fact="0"/>
          <dgm:constr type="t" for="ch" forName="LeftText" refType="h" fact="0.25"/>
          <dgm:constr type="w" for="ch" forName="LeftText" refType="w" fact="0.5"/>
          <dgm:constr type="h" for="ch" forName="LeftText" refType="h"/>
        </dgm:constrLst>
      </dgm:if>
      <dgm:else name="Name6">
        <dgm:constrLst>
          <dgm:constr type="primFontSz" for="des" ptType="node" op="equ" val="65"/>
          <dgm:constr type="l" for="ch" forName="LeftNode" refType="w" fact="0"/>
          <dgm:constr type="t" for="ch" forName="LeftNode" refType="h" fact="0.1786"/>
          <dgm:constr type="w" for="ch" forName="LeftNode" refType="w" fact="0.4889"/>
          <dgm:constr type="h" for="ch" forName="LeftNode" refType="h" fact="0.6429"/>
          <dgm:constr type="l" for="ch" forName="LeftText" refType="w" fact="0"/>
          <dgm:constr type="t" for="ch" forName="LeftText" refType="h" fact="0.1786"/>
          <dgm:constr type="w" for="ch" forName="LeftText" refType="w" fact="0.4889"/>
          <dgm:constr type="h" for="ch" forName="LeftText" refType="h" fact="0.6429"/>
          <dgm:constr type="l" for="ch" forName="RightNode" refType="w" fact="0.5111"/>
          <dgm:constr type="t" for="ch" forName="RightNode" refType="h" fact="0.1786"/>
          <dgm:constr type="w" for="ch" forName="RightNode" refType="w" fact="0.4889"/>
          <dgm:constr type="h" for="ch" forName="RightNode" refType="h" fact="0.6429"/>
          <dgm:constr type="l" for="ch" forName="RightText" refType="w" fact="0.5111"/>
          <dgm:constr type="t" for="ch" forName="RightText" refType="h" fact="0.1786"/>
          <dgm:constr type="w" for="ch" forName="RightText" refType="w" fact="0.4889"/>
          <dgm:constr type="h" for="ch" forName="RightText" refType="h" fact="0.6429"/>
          <dgm:constr type="l" for="ch" forName="TopArrow" refType="w" fact="0.2444"/>
          <dgm:constr type="t" for="ch" forName="TopArrow" refType="h" fact="0"/>
          <dgm:constr type="w" for="ch" forName="TopArrow" refType="w" fact="0.5111"/>
          <dgm:constr type="h" for="ch" forName="TopArrow" refType="h" fact="0.4107"/>
          <dgm:constr type="l" for="ch" forName="BottomArrow" refType="w" fact="0.2444"/>
          <dgm:constr type="t" for="ch" forName="BottomArrow" refType="h" fact="0.5893"/>
          <dgm:constr type="w" for="ch" forName="BottomArrow" refType="w" fact="0.5111"/>
          <dgm:constr type="h" for="ch" forName="BottomArrow" refType="h" fact="0.4107"/>
        </dgm:constrLst>
      </dgm:else>
    </dgm:choose>
    <dgm:choose name="Name7">
      <dgm:if name="Name8" axis="ch" ptType="node" func="cnt" op="gte" val="1">
        <dgm:layoutNode name="LeftText" styleLbl="revTx" moveWith="LeftNode">
          <dgm:varLst>
            <dgm:bulletEnabled val="1"/>
          </dgm:varLst>
          <dgm:alg type="tx">
            <dgm:param type="txAnchorVert" val="t"/>
            <dgm:param type="parTxLTRAlign" val="l"/>
          </dgm:alg>
          <dgm:choose name="Name9">
            <dgm:if name="Name10" axis="ch" ptType="node" func="cnt" op="lte" val="1">
              <dgm:shape xmlns:r="http://schemas.openxmlformats.org/officeDocument/2006/relationships" type="round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5"/>
                <dgm:constr type="bMarg" refType="primFontSz" fact="0.5"/>
              </dgm:constrLst>
            </dgm:if>
            <dgm:else name="Name11">
              <dgm:shape xmlns:r="http://schemas.openxmlformats.org/officeDocument/2006/relationships" rot="27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45"/>
                <dgm:constr type="tMarg" refType="primFontSz" fact="0.5"/>
                <dgm:constr type="bMarg" refType="primFontSz" fact="0.5"/>
              </dgm:constrLst>
            </dgm:else>
          </dgm:choose>
          <dgm:ruleLst>
            <dgm:rule type="primFontSz" val="5" fact="NaN" max="NaN"/>
          </dgm:ruleLst>
        </dgm:layoutNode>
        <dgm:layoutNode name="LeftNode" styleLbl="bgImgPlace1">
          <dgm:varLst>
            <dgm:chMax val="2"/>
            <dgm:chPref val="2"/>
          </dgm:varLst>
          <dgm:alg type="sp"/>
          <dgm:choose name="Name12">
            <dgm:if name="Name13" axis="ch" ptType="node" func="cnt" op="lte" val="1">
              <dgm:shape xmlns:r="http://schemas.openxmlformats.org/officeDocument/2006/relationships" type="roundRect" r:blip="">
                <dgm:adjLst>
                  <dgm:adj idx="1" val="0.1667"/>
                  <dgm:adj idx="2" val="0"/>
                </dgm:adjLst>
              </dgm:shape>
            </dgm:if>
            <dgm:else name="Name14">
              <dgm:shape xmlns:r="http://schemas.openxmlformats.org/officeDocument/2006/relationships" rot="270" type="round2SameRect" r:blip="">
                <dgm:adjLst>
                  <dgm:adj idx="1" val="0.1667"/>
                  <dgm:adj idx="2" val="0"/>
                </dgm:adjLst>
              </dgm:shape>
            </dgm:else>
          </dgm:choose>
          <dgm:presOf axis="ch desOrSelf" ptType="node node" st="1 1" cnt="1 0"/>
        </dgm:layoutNode>
        <dgm:choose name="Name15">
          <dgm:if name="Name16" axis="ch" ptType="node" func="cnt" op="gte" val="2">
            <dgm:layoutNode name="RightText" styleLbl="revTx" moveWith="RightNode">
              <dgm:varLst>
                <dgm:bulletEnabled val="1"/>
              </dgm:varLst>
              <dgm:alg type="tx">
                <dgm:param type="txAnchorVert" val="t"/>
                <dgm:param type="parTxLTRAlign" val="l"/>
              </dgm:alg>
              <dgm:shape xmlns:r="http://schemas.openxmlformats.org/officeDocument/2006/relationships" rot="9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  <dgm:constrLst>
                <dgm:constr type="lMarg" refType="primFontSz" fact="0.45"/>
                <dgm:constr type="rMarg" refType="primFontSz" fact="0.3"/>
                <dgm:constr type="tMarg" refType="primFontSz" fact="0.5"/>
                <dgm:constr type="bMarg" refType="primFontSz" fact="0.5"/>
              </dgm:constrLst>
              <dgm:ruleLst>
                <dgm:rule type="primFontSz" val="5" fact="NaN" max="NaN"/>
              </dgm:ruleLst>
            </dgm:layoutNode>
            <dgm:layoutNode name="RightNode" styleLbl="bgImgPlace1">
              <dgm:varLst>
                <dgm:chMax val="0"/>
                <dgm:chPref val="0"/>
              </dgm:varLst>
              <dgm:alg type="sp"/>
              <dgm:shape xmlns:r="http://schemas.openxmlformats.org/officeDocument/2006/relationships" rot="90" type="round2SameRect" r:blip="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</dgm:layoutNode>
            <dgm:layoutNode name="TopArrow">
              <dgm:alg type="sp"/>
              <dgm:shape xmlns:r="http://schemas.openxmlformats.org/officeDocument/2006/relationships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  <dgm:layoutNode name="BottomArrow">
              <dgm:alg type="sp"/>
              <dgm:shape xmlns:r="http://schemas.openxmlformats.org/officeDocument/2006/relationships" rot="180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</dgm:if>
          <dgm:else name="Name17"/>
        </dgm:choose>
      </dgm:if>
      <dgm:else name="Name1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9/3/layout/OpposingIdeas">
  <dgm:title val=""/>
  <dgm:desc val=""/>
  <dgm:catLst>
    <dgm:cat type="relationship" pri="34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clrData>
  <dgm:layoutNode name="Name0">
    <dgm:varLst>
      <dgm:chMax val="2"/>
      <dgm:dir/>
      <dgm:animOne val="branch"/>
      <dgm:animLvl val="lvl"/>
      <dgm:resizeHandles val="exact"/>
    </dgm:varLst>
    <dgm:choose name="Name1">
      <dgm:if name="Name2" axis="ch" ptType="node" func="cnt" op="lte" val="1">
        <dgm:alg type="composite">
          <dgm:param type="ar" val="0.9928"/>
        </dgm:alg>
      </dgm:if>
      <dgm:else name="Name3">
        <dgm:alg type="composite">
          <dgm:param type="ar" val="1.6364"/>
        </dgm:alg>
      </dgm:else>
    </dgm:choose>
    <dgm:shape xmlns:r="http://schemas.openxmlformats.org/officeDocument/2006/relationships" r:blip="">
      <dgm:adjLst/>
    </dgm:shape>
    <dgm:choose name="Name4">
      <dgm:if name="Name5" func="var" arg="dir" op="equ" val="norm">
        <dgm:choose name="Name6">
          <dgm:if name="Name7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2963"/>
              <dgm:constr type="t" for="ch" forName="ChildText1" refType="h" fact="0.2722"/>
              <dgm:constr type="w" for="ch" forName="ChildText1" refType="w" fact="0.6534"/>
              <dgm:constr type="h" for="ch" forName="ChildText1" refType="h" fact="0.6682"/>
              <dgm:constr type="l" for="ch" forName="Background" refType="w" fact="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l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l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8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l" for="ch" forName="ChildText2" refType="w" fact="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l" for="ch" forName="Background" refType="w" fact="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l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l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l" for="ch" forName="ParentText2" refType="w" fact="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l" for="ch" forName="ParentShape2" refType="w" fact="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l" for="ch" forName="Divider" refType="w" fact="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if>
      <dgm:else name="Name9">
        <dgm:choose name="Name10">
          <dgm:if name="Name11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2455"/>
              <dgm:constr type="t" for="ch" forName="ChildText1" refType="h" fact="0.2651"/>
              <dgm:constr type="w" for="ch" forName="ChildText1" refType="w" fact="0.5351"/>
              <dgm:constr type="h" for="ch" forName="ChildText1" refType="h" fact="0.56"/>
              <dgm:constr type="r" for="ch" forName="Background" refType="w" fact="-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r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r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12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r" for="ch" forName="ChildText2" refType="w" fact="-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r" for="ch" forName="Background" refType="w" fact="-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r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r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r" for="ch" forName="ParentText2" refType="w" fact="-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r" for="ch" forName="ParentShape2" refType="w" fact="-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r" for="ch" forName="Divider" refType="w" fact="-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else>
    </dgm:choose>
    <dgm:choose name="Name13">
      <dgm:if name="Name14" axis="ch" ptType="node" func="cnt" op="gte" val="1">
        <dgm:layoutNode name="Background" styleLbl="node1">
          <dgm:alg type="sp"/>
          <dgm:choose name="Name15">
            <dgm:if name="Name16" func="var" arg="dir" op="equ" val="norm">
              <dgm:shape xmlns:r="http://schemas.openxmlformats.org/officeDocument/2006/relationships" type="round2DiagRect" r:blip="">
                <dgm:adjLst>
                  <dgm:adj idx="1" val="0"/>
                  <dgm:adj idx="2" val="0.1667"/>
                </dgm:adjLst>
              </dgm:shape>
            </dgm:if>
            <dgm:else name="Name17">
              <dgm:shape xmlns:r="http://schemas.openxmlformats.org/officeDocument/2006/relationships" type="round2DiagRect" r:blip="">
                <dgm:adjLst>
                  <dgm:adj idx="1" val="0.1667"/>
                  <dgm:adj idx="2" val="0"/>
                </dgm:adjLst>
              </dgm:shape>
            </dgm:else>
          </dgm:choose>
          <dgm:presOf/>
        </dgm:layoutNode>
        <dgm:choose name="Name18">
          <dgm:if name="Name19" axis="ch" ptType="node" func="cnt" op="gte" val="2">
            <dgm:layoutNode name="Divider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</dgm:if>
          <dgm:else name="Name20"/>
        </dgm:choose>
        <dgm:layoutNode name="ChildText1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ch des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21">
          <dgm:if name="Name22" axis="ch" ptType="node" func="cnt" op="gte" val="2">
            <dgm:layoutNode name="ChildText2" styleLbl="revTx">
              <dgm:varLst>
                <dgm:chMax val="0"/>
                <dgm:chPref val="0"/>
                <dgm:bulletEnabled val="1"/>
              </dgm:varLst>
              <dgm:alg type="tx">
                <dgm:param type="parTxLTRAlign" val="l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ch des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23"/>
        </dgm:choose>
        <dgm:layoutNode name="ParentText1" styleLbl="revTx">
          <dgm:varLst>
            <dgm:chMax val="1"/>
            <dgm:chPref val="1"/>
          </dgm:varLst>
          <dgm:choose name="Name24">
            <dgm:if name="Name25" func="var" arg="dir" op="equ" val="norm">
              <dgm:alg type="tx">
                <dgm:param type="parTxLTRAlign" val="r"/>
                <dgm:param type="shpTxLTRAlignCh" val="r"/>
                <dgm:param type="txAnchorVertCh" val="mid"/>
                <dgm:param type="autoTxRot" val="grav"/>
              </dgm:alg>
            </dgm:if>
            <dgm:else name="Name26">
              <dgm:alg type="tx">
                <dgm:param type="parTxLTRAlign" val="l"/>
                <dgm:param type="shpTxLTRAlignCh" val="r"/>
                <dgm:param type="txAnchorVertCh" val="mid"/>
                <dgm:param type="autoTxRot" val="grav"/>
              </dgm:alg>
            </dgm:else>
          </dgm:choose>
          <dgm:choose name="Name27">
            <dgm:if name="Name28" func="var" arg="dir" op="equ" val="norm">
              <dgm:shape xmlns:r="http://schemas.openxmlformats.org/officeDocument/2006/relationships" rot="-90" type="rightArrow" r:blip="" hideGeom="1">
                <dgm:adjLst>
                  <dgm:adj idx="1" val="0.4983"/>
                  <dgm:adj idx="2" val="0.6066"/>
                </dgm:adjLst>
              </dgm:shape>
            </dgm:if>
            <dgm:else name="Name29">
              <dgm:shape xmlns:r="http://schemas.openxmlformats.org/officeDocument/2006/relationships" rot="90" type="leftArrow" r:blip="" hideGeom="1">
                <dgm:adjLst>
                  <dgm:adj idx="1" val="0.4983"/>
                  <dgm:adj idx="2" val="0.6066"/>
                </dgm:adjLst>
              </dgm:shape>
            </dgm:else>
          </dgm:choose>
          <dgm:presOf axis="ch 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ParentShape1" styleLbl="alignImgPlace1">
          <dgm:varLst/>
          <dgm:alg type="sp"/>
          <dgm:presOf axis="ch self" ptType="node node" st="1 1" cnt="1 0"/>
          <dgm:choose name="Name30">
            <dgm:if name="Name31" func="var" arg="dir" op="equ" val="norm">
              <dgm:shape xmlns:r="http://schemas.openxmlformats.org/officeDocument/2006/relationships" rot="-90" type="rightArrow" r:blip="">
                <dgm:adjLst>
                  <dgm:adj idx="1" val="0.4983"/>
                  <dgm:adj idx="2" val="0.6066"/>
                </dgm:adjLst>
              </dgm:shape>
            </dgm:if>
            <dgm:else name="Name32">
              <dgm:shape xmlns:r="http://schemas.openxmlformats.org/officeDocument/2006/relationships" rot="90" type="leftArrow" r:blip="">
                <dgm:adjLst>
                  <dgm:adj idx="1" val="0.4983"/>
                  <dgm:adj idx="2" val="0.6066"/>
                </dgm:adjLst>
              </dgm:shape>
            </dgm:else>
          </dgm:choose>
        </dgm:layoutNode>
        <dgm:choose name="Name33">
          <dgm:if name="Name34" axis="ch" ptType="node" func="cnt" op="gte" val="2">
            <dgm:layoutNode name="ParentText2" styleLbl="revTx">
              <dgm:varLst>
                <dgm:chMax val="1"/>
                <dgm:chPref val="1"/>
              </dgm:varLst>
              <dgm:choose name="Name35">
                <dgm:if name="Name36" func="var" arg="dir" op="equ" val="norm">
                  <dgm:alg type="tx">
                    <dgm:param type="parTxLTRAlign" val="r"/>
                    <dgm:param type="shpTxLTRAlignCh" val="r"/>
                    <dgm:param type="txAnchorVertCh" val="mid"/>
                    <dgm:param type="autoTxRot" val="grav"/>
                  </dgm:alg>
                </dgm:if>
                <dgm:else name="Name37">
                  <dgm:alg type="tx">
                    <dgm:param type="parTxLTRAlign" val="l"/>
                    <dgm:param type="shpTxLTRAlignCh" val="r"/>
                    <dgm:param type="txAnchorVertCh" val="mid"/>
                    <dgm:param type="autoTxRot" val="grav"/>
                  </dgm:alg>
                </dgm:else>
              </dgm:choose>
              <dgm:choose name="Name38">
                <dgm:if name="Name39" func="var" arg="dir" op="equ" val="norm">
                  <dgm:shape xmlns:r="http://schemas.openxmlformats.org/officeDocument/2006/relationships" rot="90" type="rightArrow" r:blip="" hideGeom="1">
                    <dgm:adjLst>
                      <dgm:adj idx="1" val="0.4983"/>
                      <dgm:adj idx="2" val="0.6066"/>
                    </dgm:adjLst>
                  </dgm:shape>
                </dgm:if>
                <dgm:else name="Name40">
                  <dgm:shape xmlns:r="http://schemas.openxmlformats.org/officeDocument/2006/relationships" rot="-90" type="leftArrow" r:blip="" hideGeom="1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ParentShape2" styleLbl="alignImgPlace1">
              <dgm:varLst/>
              <dgm:alg type="sp"/>
              <dgm:choose name="Name41">
                <dgm:if name="Name42" func="var" arg="dir" op="equ" val="norm">
                  <dgm:shape xmlns:r="http://schemas.openxmlformats.org/officeDocument/2006/relationships" rot="90" type="rightArrow" r:blip="">
                    <dgm:adjLst>
                      <dgm:adj idx="1" val="0.4983"/>
                      <dgm:adj idx="2" val="0.6066"/>
                    </dgm:adjLst>
                  </dgm:shape>
                </dgm:if>
                <dgm:else name="Name43">
                  <dgm:shape xmlns:r="http://schemas.openxmlformats.org/officeDocument/2006/relationships" rot="-90" type="leftArrow" r:blip="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</dgm:layoutNode>
          </dgm:if>
          <dgm:else name="Name44"/>
        </dgm:choose>
      </dgm:if>
      <dgm:else name="Name45"/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CD234-1A59-463F-8B12-F9DAA98A294F}" type="datetimeFigureOut">
              <a:rPr lang="zh-CN" altLang="en-US" smtClean="0"/>
              <a:t>2025/9/25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EBB733-DF6B-4801-AFF9-46967ACB99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267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EBB733-DF6B-4801-AFF9-46967ACB994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011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EBB733-DF6B-4801-AFF9-46967ACB994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046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BB733-DF6B-4801-AFF9-46967ACB994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884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2016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月，美国遭受史上最严重的</a:t>
            </a:r>
            <a:r>
              <a:rPr lang="en-US" altLang="zh-CN" dirty="0"/>
              <a:t>DDOS</a:t>
            </a:r>
            <a:r>
              <a:rPr lang="zh-CN" altLang="en-US" dirty="0"/>
              <a:t>攻击，攻击的是</a:t>
            </a:r>
            <a:r>
              <a:rPr lang="en-US" altLang="zh-CN" dirty="0"/>
              <a:t>DYN</a:t>
            </a:r>
            <a:r>
              <a:rPr lang="zh-CN" altLang="en-US" dirty="0"/>
              <a:t>的</a:t>
            </a:r>
            <a:r>
              <a:rPr lang="en-US" altLang="zh-CN" dirty="0"/>
              <a:t>DNS</a:t>
            </a:r>
            <a:r>
              <a:rPr lang="zh-CN" altLang="en-US" dirty="0"/>
              <a:t>服务器，造成美国东部断网。</a:t>
            </a:r>
            <a:r>
              <a:rPr lang="en-US" altLang="zh-CN" dirty="0"/>
              <a:t>Mirai</a:t>
            </a:r>
            <a:r>
              <a:rPr lang="zh-CN" altLang="en-US" dirty="0"/>
              <a:t>僵尸网络</a:t>
            </a:r>
            <a:endParaRPr lang="en-US" altLang="zh-CN" dirty="0"/>
          </a:p>
          <a:p>
            <a:r>
              <a:rPr lang="zh-CN" altLang="en-US" dirty="0"/>
              <a:t>参与</a:t>
            </a:r>
            <a:r>
              <a:rPr lang="en-US" altLang="zh-CN" dirty="0"/>
              <a:t>DDOS</a:t>
            </a:r>
            <a:r>
              <a:rPr lang="zh-CN" altLang="en-US" dirty="0"/>
              <a:t>攻击的是网上摄像头设备，中国一家公司的摄像头产品被证实参与的</a:t>
            </a:r>
            <a:r>
              <a:rPr lang="en-US" altLang="zh-CN" dirty="0"/>
              <a:t>DDOS</a:t>
            </a:r>
            <a:r>
              <a:rPr lang="zh-CN" altLang="en-US" dirty="0"/>
              <a:t>攻击。原因是产品中的默认口令。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2009</a:t>
            </a:r>
            <a:r>
              <a:rPr lang="zh-CN" altLang="en-US" dirty="0"/>
              <a:t>年</a:t>
            </a:r>
            <a:r>
              <a:rPr lang="en-US" altLang="zh-CN" dirty="0"/>
              <a:t>5.19</a:t>
            </a:r>
            <a:r>
              <a:rPr lang="zh-CN" altLang="en-US" dirty="0"/>
              <a:t>，暴风影音软件持续的</a:t>
            </a:r>
            <a:r>
              <a:rPr lang="en-US" altLang="zh-CN" dirty="0"/>
              <a:t>DNS</a:t>
            </a:r>
            <a:r>
              <a:rPr lang="zh-CN" altLang="en-US" dirty="0"/>
              <a:t>解析行为，导致中国电信递归</a:t>
            </a:r>
            <a:r>
              <a:rPr lang="en-US" altLang="zh-CN" dirty="0"/>
              <a:t>DNS</a:t>
            </a:r>
            <a:r>
              <a:rPr lang="zh-CN" altLang="en-US" dirty="0"/>
              <a:t>查询服务器中断服务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蠕虫的传播等等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BB733-DF6B-4801-AFF9-46967ACB994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020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臭名昭著的</a:t>
            </a:r>
            <a:r>
              <a:rPr lang="en-US" altLang="zh-CN" dirty="0"/>
              <a:t>hacking team</a:t>
            </a:r>
            <a:r>
              <a:rPr lang="zh-CN" altLang="en-US" dirty="0"/>
              <a:t>，网络军火商，其</a:t>
            </a:r>
            <a:r>
              <a:rPr lang="en-US" altLang="zh-CN" dirty="0"/>
              <a:t>400G</a:t>
            </a:r>
            <a:r>
              <a:rPr lang="zh-CN" altLang="en-US" dirty="0"/>
              <a:t>的资料泄露。</a:t>
            </a:r>
            <a:endParaRPr lang="en-US" altLang="zh-CN" dirty="0"/>
          </a:p>
          <a:p>
            <a:r>
              <a:rPr lang="zh-CN" altLang="en-US" dirty="0"/>
              <a:t>其中最引入注目的是三个</a:t>
            </a:r>
            <a:r>
              <a:rPr lang="en-US" altLang="zh-CN" dirty="0"/>
              <a:t>flash</a:t>
            </a:r>
            <a:r>
              <a:rPr lang="zh-CN" altLang="en-US" dirty="0"/>
              <a:t>插件的</a:t>
            </a:r>
            <a:r>
              <a:rPr lang="en-US" altLang="zh-CN" dirty="0"/>
              <a:t>0</a:t>
            </a:r>
            <a:r>
              <a:rPr lang="zh-CN" altLang="en-US" dirty="0"/>
              <a:t>日漏洞。</a:t>
            </a:r>
            <a:r>
              <a:rPr lang="en-US" altLang="zh-CN" dirty="0"/>
              <a:t>Google</a:t>
            </a:r>
            <a:r>
              <a:rPr lang="zh-CN" altLang="en-US" dirty="0"/>
              <a:t>建议手动禁用</a:t>
            </a:r>
            <a:r>
              <a:rPr lang="en-US" altLang="zh-CN" dirty="0"/>
              <a:t>flash</a:t>
            </a:r>
            <a:r>
              <a:rPr lang="zh-CN" altLang="en-US" dirty="0"/>
              <a:t>插件，火狐狸新版已经屏蔽</a:t>
            </a:r>
            <a:r>
              <a:rPr lang="en-US" altLang="zh-CN" dirty="0"/>
              <a:t>flash</a:t>
            </a:r>
            <a:r>
              <a:rPr lang="zh-CN" altLang="en-US" dirty="0"/>
              <a:t>插件。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此外还有各种各样的流氓插件。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BB733-DF6B-4801-AFF9-46967ACB994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239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EBB733-DF6B-4801-AFF9-46967ACB994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72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IDA</a:t>
            </a:r>
            <a:r>
              <a:rPr lang="zh-CN" altLang="en-US" dirty="0"/>
              <a:t>使用教程：</a:t>
            </a:r>
            <a:r>
              <a:rPr lang="en-US" altLang="zh-CN" dirty="0"/>
              <a:t>https://blog.csdn.net/qq_74041528/article/details/141532153?fromshare=blogdetail&amp;sharetype=blogdetail&amp;sharerId=141532153&amp;sharerefer=PC&amp;sharesource=cyy001128&amp;sharefrom=from_link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BB733-DF6B-4801-AFF9-46967ACB994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0736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EBB733-DF6B-4801-AFF9-46967ACB994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977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EBB733-DF6B-4801-AFF9-46967ACB994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373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EBB733-DF6B-4801-AFF9-46967ACB994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862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EBB733-DF6B-4801-AFF9-46967ACB994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718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BB733-DF6B-4801-AFF9-46967ACB9940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8443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EBB733-DF6B-4801-AFF9-46967ACB9940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8505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https://blog.csdn.net/2401_84267585/article/details/138752758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BB733-DF6B-4801-AFF9-46967ACB9940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951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EBB733-DF6B-4801-AFF9-46967ACB9940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8578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EBB733-DF6B-4801-AFF9-46967ACB9940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099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EBB733-DF6B-4801-AFF9-46967ACB9940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6570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EBB733-DF6B-4801-AFF9-46967ACB9940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738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06"/>
          <p:cNvGrpSpPr>
            <a:grpSpLocks noChangeAspect="1"/>
          </p:cNvGrpSpPr>
          <p:nvPr userDrawn="1"/>
        </p:nvGrpSpPr>
        <p:grpSpPr bwMode="auto">
          <a:xfrm>
            <a:off x="0" y="-275"/>
            <a:ext cx="12192000" cy="4930268"/>
            <a:chOff x="1602" y="283"/>
            <a:chExt cx="5028" cy="2711"/>
          </a:xfrm>
        </p:grpSpPr>
        <p:sp>
          <p:nvSpPr>
            <p:cNvPr id="17" name="Freeform 107"/>
            <p:cNvSpPr>
              <a:spLocks/>
            </p:cNvSpPr>
            <p:nvPr/>
          </p:nvSpPr>
          <p:spPr bwMode="auto">
            <a:xfrm>
              <a:off x="1602" y="426"/>
              <a:ext cx="5028" cy="2568"/>
            </a:xfrm>
            <a:custGeom>
              <a:avLst/>
              <a:gdLst/>
              <a:ahLst/>
              <a:cxnLst>
                <a:cxn ang="0">
                  <a:pos x="2129" y="670"/>
                </a:cxn>
                <a:cxn ang="0">
                  <a:pos x="2129" y="640"/>
                </a:cxn>
                <a:cxn ang="0">
                  <a:pos x="0" y="0"/>
                </a:cxn>
                <a:cxn ang="0">
                  <a:pos x="0" y="688"/>
                </a:cxn>
                <a:cxn ang="0">
                  <a:pos x="1053" y="1054"/>
                </a:cxn>
                <a:cxn ang="0">
                  <a:pos x="2129" y="670"/>
                </a:cxn>
              </a:cxnLst>
              <a:rect l="0" t="0" r="r" b="b"/>
              <a:pathLst>
                <a:path w="2129" h="1054">
                  <a:moveTo>
                    <a:pt x="2129" y="670"/>
                  </a:moveTo>
                  <a:cubicBezTo>
                    <a:pt x="2129" y="640"/>
                    <a:pt x="2129" y="640"/>
                    <a:pt x="2129" y="640"/>
                  </a:cubicBezTo>
                  <a:cubicBezTo>
                    <a:pt x="1070" y="830"/>
                    <a:pt x="360" y="617"/>
                    <a:pt x="0" y="0"/>
                  </a:cubicBezTo>
                  <a:cubicBezTo>
                    <a:pt x="0" y="688"/>
                    <a:pt x="0" y="688"/>
                    <a:pt x="0" y="688"/>
                  </a:cubicBezTo>
                  <a:cubicBezTo>
                    <a:pt x="310" y="932"/>
                    <a:pt x="661" y="1054"/>
                    <a:pt x="1053" y="1054"/>
                  </a:cubicBezTo>
                  <a:cubicBezTo>
                    <a:pt x="1454" y="1054"/>
                    <a:pt x="1813" y="926"/>
                    <a:pt x="2129" y="67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2B9BD3"/>
                </a:gs>
                <a:gs pos="31000">
                  <a:srgbClr val="21D6E0"/>
                </a:gs>
                <a:gs pos="77000">
                  <a:srgbClr val="0087E6"/>
                </a:gs>
              </a:gsLst>
              <a:path path="circle">
                <a:fillToRect l="100000" t="100000"/>
              </a:path>
              <a:tileRect r="-100000" b="-100000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08"/>
            <p:cNvSpPr>
              <a:spLocks/>
            </p:cNvSpPr>
            <p:nvPr/>
          </p:nvSpPr>
          <p:spPr bwMode="auto">
            <a:xfrm>
              <a:off x="1602" y="283"/>
              <a:ext cx="5028" cy="2200"/>
            </a:xfrm>
            <a:custGeom>
              <a:avLst/>
              <a:gdLst/>
              <a:ahLst/>
              <a:cxnLst>
                <a:cxn ang="0">
                  <a:pos x="2129" y="697"/>
                </a:cxn>
                <a:cxn ang="0">
                  <a:pos x="2129" y="623"/>
                </a:cxn>
                <a:cxn ang="0">
                  <a:pos x="1181" y="0"/>
                </a:cxn>
                <a:cxn ang="0">
                  <a:pos x="0" y="0"/>
                </a:cxn>
                <a:cxn ang="0">
                  <a:pos x="0" y="57"/>
                </a:cxn>
                <a:cxn ang="0">
                  <a:pos x="2129" y="697"/>
                </a:cxn>
              </a:cxnLst>
              <a:rect l="0" t="0" r="r" b="b"/>
              <a:pathLst>
                <a:path w="2129" h="887">
                  <a:moveTo>
                    <a:pt x="2129" y="697"/>
                  </a:moveTo>
                  <a:cubicBezTo>
                    <a:pt x="2129" y="623"/>
                    <a:pt x="2129" y="623"/>
                    <a:pt x="2129" y="623"/>
                  </a:cubicBezTo>
                  <a:cubicBezTo>
                    <a:pt x="1448" y="642"/>
                    <a:pt x="1132" y="434"/>
                    <a:pt x="118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360" y="674"/>
                    <a:pt x="1070" y="887"/>
                    <a:pt x="2129" y="697"/>
                  </a:cubicBezTo>
                  <a:close/>
                </a:path>
              </a:pathLst>
            </a:custGeom>
            <a:gradFill flip="none" rotWithShape="1">
              <a:gsLst>
                <a:gs pos="27000">
                  <a:srgbClr val="0D7AB9"/>
                </a:gs>
                <a:gs pos="17000">
                  <a:srgbClr val="21D6E0"/>
                </a:gs>
                <a:gs pos="75000">
                  <a:srgbClr val="0087E6"/>
                </a:gs>
              </a:gsLst>
              <a:lin ang="7200000" scaled="0"/>
              <a:tileRect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9" name="Freeform 109"/>
            <p:cNvSpPr>
              <a:spLocks/>
            </p:cNvSpPr>
            <p:nvPr/>
          </p:nvSpPr>
          <p:spPr bwMode="auto">
            <a:xfrm>
              <a:off x="4255" y="283"/>
              <a:ext cx="2375" cy="1650"/>
            </a:xfrm>
            <a:custGeom>
              <a:avLst/>
              <a:gdLst/>
              <a:ahLst/>
              <a:cxnLst>
                <a:cxn ang="0">
                  <a:pos x="997" y="623"/>
                </a:cxn>
                <a:cxn ang="0">
                  <a:pos x="997" y="0"/>
                </a:cxn>
                <a:cxn ang="0">
                  <a:pos x="49" y="0"/>
                </a:cxn>
                <a:cxn ang="0">
                  <a:pos x="997" y="623"/>
                </a:cxn>
              </a:cxnLst>
              <a:rect l="0" t="0" r="r" b="b"/>
              <a:pathLst>
                <a:path w="997" h="642">
                  <a:moveTo>
                    <a:pt x="997" y="623"/>
                  </a:moveTo>
                  <a:cubicBezTo>
                    <a:pt x="997" y="0"/>
                    <a:pt x="997" y="0"/>
                    <a:pt x="997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0" y="434"/>
                    <a:pt x="316" y="642"/>
                    <a:pt x="997" y="623"/>
                  </a:cubicBezTo>
                  <a:close/>
                </a:path>
              </a:pathLst>
            </a:custGeom>
            <a:gradFill flip="none" rotWithShape="1">
              <a:gsLst>
                <a:gs pos="18000">
                  <a:srgbClr val="4ABEEE"/>
                </a:gs>
                <a:gs pos="75000">
                  <a:srgbClr val="0D7AB9"/>
                </a:gs>
              </a:gsLst>
              <a:path path="circle">
                <a:fillToRect l="100000" b="100000"/>
              </a:path>
              <a:tileRect t="-100000" r="-100000"/>
            </a:gra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Freeform 26"/>
          <p:cNvSpPr>
            <a:spLocks/>
          </p:cNvSpPr>
          <p:nvPr userDrawn="1"/>
        </p:nvSpPr>
        <p:spPr bwMode="auto">
          <a:xfrm>
            <a:off x="0" y="3968740"/>
            <a:ext cx="12192000" cy="2889261"/>
          </a:xfrm>
          <a:custGeom>
            <a:avLst/>
            <a:gdLst/>
            <a:ahLst/>
            <a:cxnLst>
              <a:cxn ang="0">
                <a:pos x="2861" y="904"/>
              </a:cxn>
              <a:cxn ang="0">
                <a:pos x="2861" y="0"/>
              </a:cxn>
              <a:cxn ang="0">
                <a:pos x="1382" y="332"/>
              </a:cxn>
              <a:cxn ang="0">
                <a:pos x="0" y="46"/>
              </a:cxn>
              <a:cxn ang="0">
                <a:pos x="0" y="904"/>
              </a:cxn>
              <a:cxn ang="0">
                <a:pos x="2861" y="904"/>
              </a:cxn>
            </a:cxnLst>
            <a:rect l="0" t="0" r="r" b="b"/>
            <a:pathLst>
              <a:path w="2861" h="904">
                <a:moveTo>
                  <a:pt x="2861" y="904"/>
                </a:moveTo>
                <a:cubicBezTo>
                  <a:pt x="2861" y="0"/>
                  <a:pt x="2861" y="0"/>
                  <a:pt x="2861" y="0"/>
                </a:cubicBezTo>
                <a:cubicBezTo>
                  <a:pt x="2414" y="221"/>
                  <a:pt x="1921" y="332"/>
                  <a:pt x="1382" y="332"/>
                </a:cubicBezTo>
                <a:cubicBezTo>
                  <a:pt x="882" y="332"/>
                  <a:pt x="421" y="237"/>
                  <a:pt x="0" y="46"/>
                </a:cubicBezTo>
                <a:cubicBezTo>
                  <a:pt x="0" y="904"/>
                  <a:pt x="0" y="904"/>
                  <a:pt x="0" y="904"/>
                </a:cubicBezTo>
                <a:cubicBezTo>
                  <a:pt x="2861" y="904"/>
                  <a:pt x="2861" y="904"/>
                  <a:pt x="2861" y="904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</a:schemeClr>
              </a:gs>
              <a:gs pos="59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3" name="Freeform 27"/>
          <p:cNvSpPr>
            <a:spLocks/>
          </p:cNvSpPr>
          <p:nvPr/>
        </p:nvSpPr>
        <p:spPr bwMode="auto">
          <a:xfrm>
            <a:off x="0" y="3148980"/>
            <a:ext cx="12192000" cy="1780219"/>
          </a:xfrm>
          <a:custGeom>
            <a:avLst/>
            <a:gdLst/>
            <a:ahLst/>
            <a:cxnLst>
              <a:cxn ang="0">
                <a:pos x="2861" y="225"/>
              </a:cxn>
              <a:cxn ang="0">
                <a:pos x="2861" y="0"/>
              </a:cxn>
              <a:cxn ang="0">
                <a:pos x="1415" y="516"/>
              </a:cxn>
              <a:cxn ang="0">
                <a:pos x="0" y="25"/>
              </a:cxn>
              <a:cxn ang="0">
                <a:pos x="0" y="271"/>
              </a:cxn>
              <a:cxn ang="0">
                <a:pos x="1382" y="557"/>
              </a:cxn>
              <a:cxn ang="0">
                <a:pos x="2861" y="225"/>
              </a:cxn>
            </a:cxnLst>
            <a:rect l="0" t="0" r="r" b="b"/>
            <a:pathLst>
              <a:path w="2861" h="557">
                <a:moveTo>
                  <a:pt x="2861" y="225"/>
                </a:moveTo>
                <a:cubicBezTo>
                  <a:pt x="2861" y="0"/>
                  <a:pt x="2861" y="0"/>
                  <a:pt x="2861" y="0"/>
                </a:cubicBezTo>
                <a:cubicBezTo>
                  <a:pt x="2436" y="344"/>
                  <a:pt x="1954" y="516"/>
                  <a:pt x="1415" y="516"/>
                </a:cubicBezTo>
                <a:cubicBezTo>
                  <a:pt x="889" y="516"/>
                  <a:pt x="417" y="352"/>
                  <a:pt x="0" y="25"/>
                </a:cubicBezTo>
                <a:cubicBezTo>
                  <a:pt x="0" y="271"/>
                  <a:pt x="0" y="271"/>
                  <a:pt x="0" y="271"/>
                </a:cubicBezTo>
                <a:cubicBezTo>
                  <a:pt x="421" y="462"/>
                  <a:pt x="882" y="557"/>
                  <a:pt x="1382" y="557"/>
                </a:cubicBezTo>
                <a:cubicBezTo>
                  <a:pt x="1921" y="557"/>
                  <a:pt x="2414" y="446"/>
                  <a:pt x="2861" y="225"/>
                </a:cubicBez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4" name="Freeform 28"/>
          <p:cNvSpPr>
            <a:spLocks/>
          </p:cNvSpPr>
          <p:nvPr/>
        </p:nvSpPr>
        <p:spPr bwMode="auto">
          <a:xfrm>
            <a:off x="0" y="3840896"/>
            <a:ext cx="12192000" cy="1188944"/>
          </a:xfrm>
          <a:custGeom>
            <a:avLst/>
            <a:gdLst/>
            <a:ahLst/>
            <a:cxnLst>
              <a:cxn ang="0">
                <a:pos x="2861" y="40"/>
              </a:cxn>
              <a:cxn ang="0">
                <a:pos x="2861" y="0"/>
              </a:cxn>
              <a:cxn ang="0">
                <a:pos x="1382" y="332"/>
              </a:cxn>
              <a:cxn ang="0">
                <a:pos x="0" y="46"/>
              </a:cxn>
              <a:cxn ang="0">
                <a:pos x="0" y="86"/>
              </a:cxn>
              <a:cxn ang="0">
                <a:pos x="1382" y="372"/>
              </a:cxn>
              <a:cxn ang="0">
                <a:pos x="2861" y="40"/>
              </a:cxn>
            </a:cxnLst>
            <a:rect l="0" t="0" r="r" b="b"/>
            <a:pathLst>
              <a:path w="2861" h="372">
                <a:moveTo>
                  <a:pt x="2861" y="40"/>
                </a:moveTo>
                <a:cubicBezTo>
                  <a:pt x="2861" y="0"/>
                  <a:pt x="2861" y="0"/>
                  <a:pt x="2861" y="0"/>
                </a:cubicBezTo>
                <a:cubicBezTo>
                  <a:pt x="2414" y="221"/>
                  <a:pt x="1921" y="332"/>
                  <a:pt x="1382" y="332"/>
                </a:cubicBezTo>
                <a:cubicBezTo>
                  <a:pt x="882" y="332"/>
                  <a:pt x="421" y="237"/>
                  <a:pt x="0" y="46"/>
                </a:cubicBezTo>
                <a:cubicBezTo>
                  <a:pt x="0" y="86"/>
                  <a:pt x="0" y="86"/>
                  <a:pt x="0" y="86"/>
                </a:cubicBezTo>
                <a:cubicBezTo>
                  <a:pt x="421" y="277"/>
                  <a:pt x="882" y="372"/>
                  <a:pt x="1382" y="372"/>
                </a:cubicBezTo>
                <a:cubicBezTo>
                  <a:pt x="1921" y="372"/>
                  <a:pt x="2414" y="261"/>
                  <a:pt x="2861" y="40"/>
                </a:cubicBezTo>
                <a:close/>
              </a:path>
            </a:pathLst>
          </a:custGeom>
          <a:solidFill>
            <a:srgbClr val="97BD4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463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24"/>
          <p:cNvSpPr>
            <a:spLocks noChangeArrowheads="1"/>
          </p:cNvSpPr>
          <p:nvPr userDrawn="1"/>
        </p:nvSpPr>
        <p:spPr bwMode="auto">
          <a:xfrm>
            <a:off x="1056752" y="704309"/>
            <a:ext cx="107983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white"/>
                </a:solidFill>
                <a:ea typeface="微软雅黑" pitchFamily="34" charset="-122"/>
                <a:cs typeface="Arial Unicode MS" pitchFamily="34" charset="-122"/>
              </a:rPr>
              <a:t>主要内容</a:t>
            </a:r>
            <a:endParaRPr lang="en-US" altLang="zh-CN" sz="1600" b="1" dirty="0">
              <a:solidFill>
                <a:prstClr val="white"/>
              </a:solidFill>
              <a:ea typeface="微软雅黑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1953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536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4"/>
          <p:cNvSpPr>
            <a:spLocks noChangeArrowheads="1"/>
          </p:cNvSpPr>
          <p:nvPr userDrawn="1"/>
        </p:nvSpPr>
        <p:spPr bwMode="auto">
          <a:xfrm>
            <a:off x="1066912" y="198018"/>
            <a:ext cx="1079839" cy="788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prstClr val="white"/>
                </a:solidFill>
                <a:ea typeface="微软雅黑" pitchFamily="34" charset="-122"/>
                <a:cs typeface="Arial Unicode MS" pitchFamily="34" charset="-122"/>
              </a:rPr>
              <a:t>溢出</a:t>
            </a:r>
            <a:endParaRPr lang="en-US" altLang="zh-CN" b="1" dirty="0">
              <a:solidFill>
                <a:prstClr val="white"/>
              </a:solidFill>
              <a:ea typeface="微软雅黑" pitchFamily="34" charset="-122"/>
              <a:cs typeface="Arial Unicode MS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prstClr val="white"/>
                </a:solidFill>
                <a:ea typeface="微软雅黑" pitchFamily="34" charset="-122"/>
                <a:cs typeface="Arial Unicode MS" pitchFamily="34" charset="-122"/>
              </a:rPr>
              <a:t>漏洞</a:t>
            </a:r>
            <a:endParaRPr lang="en-US" altLang="zh-CN" b="1" dirty="0">
              <a:solidFill>
                <a:prstClr val="white"/>
              </a:solidFill>
              <a:ea typeface="微软雅黑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3989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4"/>
          <p:cNvSpPr>
            <a:spLocks noChangeArrowheads="1"/>
          </p:cNvSpPr>
          <p:nvPr userDrawn="1"/>
        </p:nvSpPr>
        <p:spPr bwMode="auto">
          <a:xfrm>
            <a:off x="1056752" y="565810"/>
            <a:ext cx="1079839" cy="371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prstClr val="white"/>
                </a:solidFill>
                <a:ea typeface="微软雅黑" pitchFamily="34" charset="-122"/>
                <a:cs typeface="Arial Unicode MS" pitchFamily="34" charset="-122"/>
              </a:rPr>
              <a:t>学什么</a:t>
            </a:r>
            <a:endParaRPr lang="en-US" altLang="zh-CN" b="1" dirty="0">
              <a:solidFill>
                <a:prstClr val="white"/>
              </a:solidFill>
              <a:ea typeface="微软雅黑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419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24"/>
          <p:cNvSpPr>
            <a:spLocks noChangeArrowheads="1"/>
          </p:cNvSpPr>
          <p:nvPr userDrawn="1"/>
        </p:nvSpPr>
        <p:spPr bwMode="auto">
          <a:xfrm>
            <a:off x="1067928" y="168554"/>
            <a:ext cx="1079839" cy="788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prstClr val="white"/>
                </a:solidFill>
                <a:ea typeface="微软雅黑" pitchFamily="34" charset="-122"/>
                <a:cs typeface="Arial Unicode MS" pitchFamily="34" charset="-122"/>
              </a:rPr>
              <a:t>软件</a:t>
            </a:r>
            <a:endParaRPr lang="en-US" altLang="zh-CN" b="1" dirty="0">
              <a:solidFill>
                <a:prstClr val="white"/>
              </a:solidFill>
              <a:ea typeface="微软雅黑" pitchFamily="34" charset="-122"/>
              <a:cs typeface="Arial Unicode MS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prstClr val="white"/>
                </a:solidFill>
                <a:ea typeface="微软雅黑" pitchFamily="34" charset="-122"/>
                <a:cs typeface="Arial Unicode MS" pitchFamily="34" charset="-122"/>
              </a:rPr>
              <a:t>漏洞</a:t>
            </a:r>
            <a:endParaRPr lang="en-US" altLang="zh-CN" b="1" dirty="0">
              <a:solidFill>
                <a:prstClr val="white"/>
              </a:solidFill>
              <a:ea typeface="微软雅黑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302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24"/>
          <p:cNvSpPr>
            <a:spLocks noChangeArrowheads="1"/>
          </p:cNvSpPr>
          <p:nvPr userDrawn="1"/>
        </p:nvSpPr>
        <p:spPr bwMode="auto">
          <a:xfrm>
            <a:off x="1040924" y="238979"/>
            <a:ext cx="1079839" cy="788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prstClr val="white"/>
                </a:solidFill>
                <a:ea typeface="微软雅黑" pitchFamily="34" charset="-122"/>
                <a:cs typeface="Arial Unicode MS" pitchFamily="34" charset="-122"/>
              </a:rPr>
              <a:t>栈溢出</a:t>
            </a:r>
            <a:endParaRPr lang="en-US" altLang="zh-CN" b="1" dirty="0">
              <a:solidFill>
                <a:prstClr val="white"/>
              </a:solidFill>
              <a:ea typeface="微软雅黑" pitchFamily="34" charset="-122"/>
              <a:cs typeface="Arial Unicode MS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prstClr val="white"/>
                </a:solidFill>
                <a:ea typeface="微软雅黑" pitchFamily="34" charset="-122"/>
                <a:cs typeface="Arial Unicode MS" pitchFamily="34" charset="-122"/>
              </a:rPr>
              <a:t>原理</a:t>
            </a:r>
            <a:endParaRPr lang="en-US" altLang="zh-CN" b="1" dirty="0">
              <a:solidFill>
                <a:prstClr val="white"/>
              </a:solidFill>
              <a:ea typeface="微软雅黑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8410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24"/>
          <p:cNvSpPr>
            <a:spLocks noChangeArrowheads="1"/>
          </p:cNvSpPr>
          <p:nvPr userDrawn="1"/>
        </p:nvSpPr>
        <p:spPr bwMode="auto">
          <a:xfrm>
            <a:off x="1062848" y="209248"/>
            <a:ext cx="1079839" cy="788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prstClr val="white"/>
                </a:solidFill>
                <a:ea typeface="微软雅黑" pitchFamily="34" charset="-122"/>
                <a:cs typeface="Arial Unicode MS" pitchFamily="34" charset="-122"/>
              </a:rPr>
              <a:t>字符串</a:t>
            </a:r>
            <a:endParaRPr lang="en-US" altLang="zh-CN" b="1" dirty="0">
              <a:solidFill>
                <a:prstClr val="white"/>
              </a:solidFill>
              <a:ea typeface="微软雅黑" pitchFamily="34" charset="-122"/>
              <a:cs typeface="Arial Unicode MS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prstClr val="white"/>
                </a:solidFill>
                <a:ea typeface="微软雅黑" pitchFamily="34" charset="-122"/>
                <a:cs typeface="Arial Unicode MS" pitchFamily="34" charset="-122"/>
              </a:rPr>
              <a:t>格式化</a:t>
            </a:r>
            <a:endParaRPr lang="en-US" altLang="zh-CN" b="1" dirty="0">
              <a:solidFill>
                <a:prstClr val="white"/>
              </a:solidFill>
              <a:ea typeface="微软雅黑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6919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24"/>
          <p:cNvSpPr>
            <a:spLocks noChangeArrowheads="1"/>
          </p:cNvSpPr>
          <p:nvPr userDrawn="1"/>
        </p:nvSpPr>
        <p:spPr bwMode="auto">
          <a:xfrm>
            <a:off x="1049105" y="192511"/>
            <a:ext cx="1079839" cy="782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防范</a:t>
            </a:r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措施</a:t>
            </a:r>
            <a:endParaRPr lang="en-US" altLang="zh-CN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4492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8497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五边形 18"/>
          <p:cNvSpPr/>
          <p:nvPr userDrawn="1"/>
        </p:nvSpPr>
        <p:spPr>
          <a:xfrm rot="5400000">
            <a:off x="1226035" y="502221"/>
            <a:ext cx="741272" cy="1079839"/>
          </a:xfrm>
          <a:prstGeom prst="homePlat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1056752" y="0"/>
            <a:ext cx="1079839" cy="67150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2264807" y="692696"/>
            <a:ext cx="0" cy="36004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 userDrawn="1"/>
        </p:nvSpPr>
        <p:spPr>
          <a:xfrm>
            <a:off x="0" y="6265681"/>
            <a:ext cx="11397485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11518379" y="6265681"/>
            <a:ext cx="673622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6" name="TextBox 15"/>
          <p:cNvSpPr txBox="1"/>
          <p:nvPr userDrawn="1"/>
        </p:nvSpPr>
        <p:spPr>
          <a:xfrm>
            <a:off x="11646102" y="6312404"/>
            <a:ext cx="425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2EEF1883-7A0E-4F66-9932-E581691AD397}" type="slidenum">
              <a:rPr lang="zh-CN" altLang="en-US" sz="1600">
                <a:solidFill>
                  <a:prstClr val="white"/>
                </a:solidFill>
              </a:rPr>
              <a:pPr/>
              <a:t>‹#›</a:t>
            </a:fld>
            <a:endParaRPr lang="zh-CN" altLang="en-US" sz="16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649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6" r:id="rId5"/>
    <p:sldLayoutId id="2147483668" r:id="rId6"/>
    <p:sldLayoutId id="2147483669" r:id="rId7"/>
    <p:sldLayoutId id="2147483670" r:id="rId8"/>
    <p:sldLayoutId id="2147483671" r:id="rId9"/>
    <p:sldLayoutId id="2147483673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microsoft.com/office/2007/relationships/diagramDrawing" Target="../diagrams/drawing3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2.xml"/><Relationship Id="rId10" Type="http://schemas.openxmlformats.org/officeDocument/2006/relationships/diagramLayout" Target="../diagrams/layout3.xml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Relationship Id="rId9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Relationship Id="rId9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5.xml"/><Relationship Id="rId3" Type="http://schemas.openxmlformats.org/officeDocument/2006/relationships/image" Target="../media/image28.png"/><Relationship Id="rId7" Type="http://schemas.openxmlformats.org/officeDocument/2006/relationships/diagramColors" Target="../diagrams/colors1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5.xml"/><Relationship Id="rId5" Type="http://schemas.openxmlformats.org/officeDocument/2006/relationships/diagramLayout" Target="../diagrams/layout15.xml"/><Relationship Id="rId4" Type="http://schemas.openxmlformats.org/officeDocument/2006/relationships/diagramData" Target="../diagrams/data15.xml"/><Relationship Id="rId9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10" Type="http://schemas.openxmlformats.org/officeDocument/2006/relationships/image" Target="../media/image32.png"/><Relationship Id="rId4" Type="http://schemas.openxmlformats.org/officeDocument/2006/relationships/diagramLayout" Target="../diagrams/layout16.xml"/><Relationship Id="rId9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7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7.xml"/><Relationship Id="rId5" Type="http://schemas.openxmlformats.org/officeDocument/2006/relationships/diagramLayout" Target="../diagrams/layout17.xml"/><Relationship Id="rId4" Type="http://schemas.openxmlformats.org/officeDocument/2006/relationships/diagramData" Target="../diagrams/data17.xml"/><Relationship Id="rId9" Type="http://schemas.openxmlformats.org/officeDocument/2006/relationships/image" Target="../media/image34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1.xml"/><Relationship Id="rId3" Type="http://schemas.openxmlformats.org/officeDocument/2006/relationships/image" Target="../media/image41.png"/><Relationship Id="rId7" Type="http://schemas.openxmlformats.org/officeDocument/2006/relationships/diagramColors" Target="../diagrams/colors2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1.xml"/><Relationship Id="rId5" Type="http://schemas.openxmlformats.org/officeDocument/2006/relationships/diagramLayout" Target="../diagrams/layout21.xml"/><Relationship Id="rId4" Type="http://schemas.openxmlformats.org/officeDocument/2006/relationships/diagramData" Target="../diagrams/data21.xml"/></Relationships>
</file>

<file path=ppt/slides/_rels/slide3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2.xml"/><Relationship Id="rId3" Type="http://schemas.openxmlformats.org/officeDocument/2006/relationships/image" Target="../media/image42.png"/><Relationship Id="rId7" Type="http://schemas.openxmlformats.org/officeDocument/2006/relationships/diagramColors" Target="../diagrams/colors2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2.xml"/><Relationship Id="rId5" Type="http://schemas.openxmlformats.org/officeDocument/2006/relationships/diagramLayout" Target="../diagrams/layout22.xml"/><Relationship Id="rId4" Type="http://schemas.openxmlformats.org/officeDocument/2006/relationships/diagramData" Target="../diagrams/data2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4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7.xml"/><Relationship Id="rId3" Type="http://schemas.openxmlformats.org/officeDocument/2006/relationships/image" Target="../media/image46.png"/><Relationship Id="rId7" Type="http://schemas.openxmlformats.org/officeDocument/2006/relationships/diagramColors" Target="../diagrams/colors2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7.xml"/><Relationship Id="rId5" Type="http://schemas.openxmlformats.org/officeDocument/2006/relationships/diagramLayout" Target="../diagrams/layout27.xml"/><Relationship Id="rId4" Type="http://schemas.openxmlformats.org/officeDocument/2006/relationships/diagramData" Target="../diagrams/data2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4" Type="http://schemas.openxmlformats.org/officeDocument/2006/relationships/diagramLayout" Target="../diagrams/layout29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diagramData" Target="../diagrams/data30.xml"/><Relationship Id="rId7" Type="http://schemas.microsoft.com/office/2007/relationships/diagramDrawing" Target="../diagrams/drawing3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0.xml"/><Relationship Id="rId5" Type="http://schemas.openxmlformats.org/officeDocument/2006/relationships/diagramQuickStyle" Target="../diagrams/quickStyle30.xml"/><Relationship Id="rId4" Type="http://schemas.openxmlformats.org/officeDocument/2006/relationships/diagramLayout" Target="../diagrams/layout30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diagramData" Target="../diagrams/data31.xml"/><Relationship Id="rId7" Type="http://schemas.microsoft.com/office/2007/relationships/diagramDrawing" Target="../diagrams/drawing3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1.xml"/><Relationship Id="rId5" Type="http://schemas.openxmlformats.org/officeDocument/2006/relationships/diagramQuickStyle" Target="../diagrams/quickStyle31.xml"/><Relationship Id="rId4" Type="http://schemas.openxmlformats.org/officeDocument/2006/relationships/diagramLayout" Target="../diagrams/layout31.xml"/><Relationship Id="rId9" Type="http://schemas.openxmlformats.org/officeDocument/2006/relationships/image" Target="../media/image5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2.xml"/><Relationship Id="rId5" Type="http://schemas.openxmlformats.org/officeDocument/2006/relationships/diagramQuickStyle" Target="../diagrams/quickStyle32.xml"/><Relationship Id="rId4" Type="http://schemas.openxmlformats.org/officeDocument/2006/relationships/diagramLayout" Target="../diagrams/layout32.xml"/><Relationship Id="rId9" Type="http://schemas.openxmlformats.org/officeDocument/2006/relationships/image" Target="../media/image56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diagramData" Target="../diagrams/data33.xml"/><Relationship Id="rId7" Type="http://schemas.microsoft.com/office/2007/relationships/diagramDrawing" Target="../diagrams/drawing3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3.xml"/><Relationship Id="rId5" Type="http://schemas.openxmlformats.org/officeDocument/2006/relationships/diagramQuickStyle" Target="../diagrams/quickStyle33.xml"/><Relationship Id="rId10" Type="http://schemas.openxmlformats.org/officeDocument/2006/relationships/image" Target="../media/image59.png"/><Relationship Id="rId4" Type="http://schemas.openxmlformats.org/officeDocument/2006/relationships/diagramLayout" Target="../diagrams/layout33.xml"/><Relationship Id="rId9" Type="http://schemas.openxmlformats.org/officeDocument/2006/relationships/image" Target="../media/image58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diagramData" Target="../diagrams/data34.xml"/><Relationship Id="rId7" Type="http://schemas.microsoft.com/office/2007/relationships/diagramDrawing" Target="../diagrams/drawing3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4.xml"/><Relationship Id="rId5" Type="http://schemas.openxmlformats.org/officeDocument/2006/relationships/diagramQuickStyle" Target="../diagrams/quickStyle34.xml"/><Relationship Id="rId4" Type="http://schemas.openxmlformats.org/officeDocument/2006/relationships/diagramLayout" Target="../diagrams/layout34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diagramData" Target="../diagrams/data35.xml"/><Relationship Id="rId7" Type="http://schemas.microsoft.com/office/2007/relationships/diagramDrawing" Target="../diagrams/drawing3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5.xml"/><Relationship Id="rId5" Type="http://schemas.openxmlformats.org/officeDocument/2006/relationships/diagramQuickStyle" Target="../diagrams/quickStyle35.xml"/><Relationship Id="rId4" Type="http://schemas.openxmlformats.org/officeDocument/2006/relationships/diagramLayout" Target="../diagrams/layout35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diagramData" Target="../diagrams/data36.xml"/><Relationship Id="rId7" Type="http://schemas.microsoft.com/office/2007/relationships/diagramDrawing" Target="../diagrams/drawing3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6.xml"/><Relationship Id="rId5" Type="http://schemas.openxmlformats.org/officeDocument/2006/relationships/diagramQuickStyle" Target="../diagrams/quickStyle36.xml"/><Relationship Id="rId4" Type="http://schemas.openxmlformats.org/officeDocument/2006/relationships/diagramLayout" Target="../diagrams/layout36.xml"/><Relationship Id="rId9" Type="http://schemas.openxmlformats.org/officeDocument/2006/relationships/image" Target="../media/image6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diagramData" Target="../diagrams/data37.xml"/><Relationship Id="rId7" Type="http://schemas.microsoft.com/office/2007/relationships/diagramDrawing" Target="../diagrams/drawing3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7.xml"/><Relationship Id="rId5" Type="http://schemas.openxmlformats.org/officeDocument/2006/relationships/diagramQuickStyle" Target="../diagrams/quickStyle37.xml"/><Relationship Id="rId4" Type="http://schemas.openxmlformats.org/officeDocument/2006/relationships/diagramLayout" Target="../diagrams/layout37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diagramData" Target="../diagrams/data38.xml"/><Relationship Id="rId7" Type="http://schemas.microsoft.com/office/2007/relationships/diagramDrawing" Target="../diagrams/drawing3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8.xml"/><Relationship Id="rId5" Type="http://schemas.openxmlformats.org/officeDocument/2006/relationships/diagramQuickStyle" Target="../diagrams/quickStyle38.xml"/><Relationship Id="rId4" Type="http://schemas.openxmlformats.org/officeDocument/2006/relationships/diagramLayout" Target="../diagrams/layout38.xml"/><Relationship Id="rId9" Type="http://schemas.openxmlformats.org/officeDocument/2006/relationships/image" Target="../media/image6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9.xml"/><Relationship Id="rId7" Type="http://schemas.microsoft.com/office/2007/relationships/diagramDrawing" Target="../diagrams/drawing3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9.xml"/><Relationship Id="rId5" Type="http://schemas.openxmlformats.org/officeDocument/2006/relationships/diagramQuickStyle" Target="../diagrams/quickStyle39.xml"/><Relationship Id="rId4" Type="http://schemas.openxmlformats.org/officeDocument/2006/relationships/diagramLayout" Target="../diagrams/layout39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diagramData" Target="../diagrams/data40.xml"/><Relationship Id="rId7" Type="http://schemas.microsoft.com/office/2007/relationships/diagramDrawing" Target="../diagrams/drawing4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0.xml"/><Relationship Id="rId5" Type="http://schemas.openxmlformats.org/officeDocument/2006/relationships/diagramQuickStyle" Target="../diagrams/quickStyle40.xml"/><Relationship Id="rId4" Type="http://schemas.openxmlformats.org/officeDocument/2006/relationships/diagramLayout" Target="../diagrams/layout40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diagramData" Target="../diagrams/data41.xml"/><Relationship Id="rId7" Type="http://schemas.microsoft.com/office/2007/relationships/diagramDrawing" Target="../diagrams/drawing4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1.xml"/><Relationship Id="rId5" Type="http://schemas.openxmlformats.org/officeDocument/2006/relationships/diagramQuickStyle" Target="../diagrams/quickStyle41.xml"/><Relationship Id="rId4" Type="http://schemas.openxmlformats.org/officeDocument/2006/relationships/diagramLayout" Target="../diagrams/layout41.xml"/><Relationship Id="rId9" Type="http://schemas.openxmlformats.org/officeDocument/2006/relationships/image" Target="../media/image6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2.xml"/><Relationship Id="rId7" Type="http://schemas.microsoft.com/office/2007/relationships/diagramDrawing" Target="../diagrams/drawing4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2.xml"/><Relationship Id="rId5" Type="http://schemas.openxmlformats.org/officeDocument/2006/relationships/diagramQuickStyle" Target="../diagrams/quickStyle42.xml"/><Relationship Id="rId4" Type="http://schemas.openxmlformats.org/officeDocument/2006/relationships/diagramLayout" Target="../diagrams/layout4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diagramData" Target="../diagrams/data43.xml"/><Relationship Id="rId7" Type="http://schemas.microsoft.com/office/2007/relationships/diagramDrawing" Target="../diagrams/drawing4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3.xml"/><Relationship Id="rId5" Type="http://schemas.openxmlformats.org/officeDocument/2006/relationships/diagramQuickStyle" Target="../diagrams/quickStyle43.xml"/><Relationship Id="rId4" Type="http://schemas.openxmlformats.org/officeDocument/2006/relationships/diagramLayout" Target="../diagrams/layout43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diagramData" Target="../diagrams/data44.xml"/><Relationship Id="rId7" Type="http://schemas.microsoft.com/office/2007/relationships/diagramDrawing" Target="../diagrams/drawing4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4.xml"/><Relationship Id="rId5" Type="http://schemas.openxmlformats.org/officeDocument/2006/relationships/diagramQuickStyle" Target="../diagrams/quickStyle44.xml"/><Relationship Id="rId4" Type="http://schemas.openxmlformats.org/officeDocument/2006/relationships/diagramLayout" Target="../diagrams/layout44.xml"/><Relationship Id="rId9" Type="http://schemas.openxmlformats.org/officeDocument/2006/relationships/image" Target="../media/image7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5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4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45.xml"/><Relationship Id="rId5" Type="http://schemas.openxmlformats.org/officeDocument/2006/relationships/diagramLayout" Target="../diagrams/layout45.xml"/><Relationship Id="rId4" Type="http://schemas.openxmlformats.org/officeDocument/2006/relationships/diagramData" Target="../diagrams/data45.xml"/><Relationship Id="rId9" Type="http://schemas.openxmlformats.org/officeDocument/2006/relationships/image" Target="../media/image7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8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diagramData" Target="../diagrams/data46.xml"/><Relationship Id="rId7" Type="http://schemas.microsoft.com/office/2007/relationships/diagramDrawing" Target="../diagrams/drawing4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46.xml"/><Relationship Id="rId5" Type="http://schemas.openxmlformats.org/officeDocument/2006/relationships/diagramQuickStyle" Target="../diagrams/quickStyle46.xml"/><Relationship Id="rId4" Type="http://schemas.openxmlformats.org/officeDocument/2006/relationships/diagramLayout" Target="../diagrams/layout46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diagramData" Target="../diagrams/data47.xml"/><Relationship Id="rId7" Type="http://schemas.microsoft.com/office/2007/relationships/diagramDrawing" Target="../diagrams/drawing4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47.xml"/><Relationship Id="rId5" Type="http://schemas.openxmlformats.org/officeDocument/2006/relationships/diagramQuickStyle" Target="../diagrams/quickStyle47.xml"/><Relationship Id="rId4" Type="http://schemas.openxmlformats.org/officeDocument/2006/relationships/diagramLayout" Target="../diagrams/layout47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diagramData" Target="../diagrams/data48.xml"/><Relationship Id="rId7" Type="http://schemas.microsoft.com/office/2007/relationships/diagramDrawing" Target="../diagrams/drawing4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48.xml"/><Relationship Id="rId5" Type="http://schemas.openxmlformats.org/officeDocument/2006/relationships/diagramQuickStyle" Target="../diagrams/quickStyle48.xml"/><Relationship Id="rId10" Type="http://schemas.openxmlformats.org/officeDocument/2006/relationships/image" Target="../media/image83.png"/><Relationship Id="rId4" Type="http://schemas.openxmlformats.org/officeDocument/2006/relationships/diagramLayout" Target="../diagrams/layout48.xml"/><Relationship Id="rId9" Type="http://schemas.openxmlformats.org/officeDocument/2006/relationships/image" Target="../media/image82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diagramData" Target="../diagrams/data49.xml"/><Relationship Id="rId7" Type="http://schemas.microsoft.com/office/2007/relationships/diagramDrawing" Target="../diagrams/drawing4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49.xml"/><Relationship Id="rId5" Type="http://schemas.openxmlformats.org/officeDocument/2006/relationships/diagramQuickStyle" Target="../diagrams/quickStyle49.xml"/><Relationship Id="rId4" Type="http://schemas.openxmlformats.org/officeDocument/2006/relationships/diagramLayout" Target="../diagrams/layout49.xml"/><Relationship Id="rId9" Type="http://schemas.openxmlformats.org/officeDocument/2006/relationships/image" Target="../media/image85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diagramData" Target="../diagrams/data50.xml"/><Relationship Id="rId7" Type="http://schemas.microsoft.com/office/2007/relationships/diagramDrawing" Target="../diagrams/drawing5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50.xml"/><Relationship Id="rId5" Type="http://schemas.openxmlformats.org/officeDocument/2006/relationships/diagramQuickStyle" Target="../diagrams/quickStyle50.xml"/><Relationship Id="rId4" Type="http://schemas.openxmlformats.org/officeDocument/2006/relationships/diagramLayout" Target="../diagrams/layout50.xml"/><Relationship Id="rId9" Type="http://schemas.openxmlformats.org/officeDocument/2006/relationships/image" Target="../media/image87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diagramData" Target="../diagrams/data51.xml"/><Relationship Id="rId7" Type="http://schemas.microsoft.com/office/2007/relationships/diagramDrawing" Target="../diagrams/drawing5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51.xml"/><Relationship Id="rId5" Type="http://schemas.openxmlformats.org/officeDocument/2006/relationships/diagramQuickStyle" Target="../diagrams/quickStyle51.xml"/><Relationship Id="rId4" Type="http://schemas.openxmlformats.org/officeDocument/2006/relationships/diagramLayout" Target="../diagrams/layout5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diagramData" Target="../diagrams/data52.xml"/><Relationship Id="rId7" Type="http://schemas.microsoft.com/office/2007/relationships/diagramDrawing" Target="../diagrams/drawing5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52.xml"/><Relationship Id="rId5" Type="http://schemas.openxmlformats.org/officeDocument/2006/relationships/diagramQuickStyle" Target="../diagrams/quickStyle52.xml"/><Relationship Id="rId4" Type="http://schemas.openxmlformats.org/officeDocument/2006/relationships/diagramLayout" Target="../diagrams/layout52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diagramData" Target="../diagrams/data53.xml"/><Relationship Id="rId7" Type="http://schemas.microsoft.com/office/2007/relationships/diagramDrawing" Target="../diagrams/drawing5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53.xml"/><Relationship Id="rId5" Type="http://schemas.openxmlformats.org/officeDocument/2006/relationships/diagramQuickStyle" Target="../diagrams/quickStyle53.xml"/><Relationship Id="rId4" Type="http://schemas.openxmlformats.org/officeDocument/2006/relationships/diagramLayout" Target="../diagrams/layout53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diagramData" Target="../diagrams/data54.xml"/><Relationship Id="rId7" Type="http://schemas.microsoft.com/office/2007/relationships/diagramDrawing" Target="../diagrams/drawing5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54.xml"/><Relationship Id="rId5" Type="http://schemas.openxmlformats.org/officeDocument/2006/relationships/diagramQuickStyle" Target="../diagrams/quickStyle54.xml"/><Relationship Id="rId4" Type="http://schemas.openxmlformats.org/officeDocument/2006/relationships/diagramLayout" Target="../diagrams/layout54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diagramData" Target="../diagrams/data55.xml"/><Relationship Id="rId7" Type="http://schemas.microsoft.com/office/2007/relationships/diagramDrawing" Target="../diagrams/drawing5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55.xml"/><Relationship Id="rId5" Type="http://schemas.openxmlformats.org/officeDocument/2006/relationships/diagramQuickStyle" Target="../diagrams/quickStyle55.xml"/><Relationship Id="rId4" Type="http://schemas.openxmlformats.org/officeDocument/2006/relationships/diagramLayout" Target="../diagrams/layout55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diagramData" Target="../diagrams/data56.xml"/><Relationship Id="rId7" Type="http://schemas.microsoft.com/office/2007/relationships/diagramDrawing" Target="../diagrams/drawing5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56.xml"/><Relationship Id="rId5" Type="http://schemas.openxmlformats.org/officeDocument/2006/relationships/diagramQuickStyle" Target="../diagrams/quickStyle56.xml"/><Relationship Id="rId4" Type="http://schemas.openxmlformats.org/officeDocument/2006/relationships/diagramLayout" Target="../diagrams/layout5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7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5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6" Type="http://schemas.openxmlformats.org/officeDocument/2006/relationships/diagramQuickStyle" Target="../diagrams/quickStyle57.xml"/><Relationship Id="rId5" Type="http://schemas.openxmlformats.org/officeDocument/2006/relationships/diagramLayout" Target="../diagrams/layout57.xml"/><Relationship Id="rId4" Type="http://schemas.openxmlformats.org/officeDocument/2006/relationships/diagramData" Target="../diagrams/data57.xml"/></Relationships>
</file>

<file path=ppt/slides/_rels/slide8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8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5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6" Type="http://schemas.openxmlformats.org/officeDocument/2006/relationships/diagramQuickStyle" Target="../diagrams/quickStyle58.xml"/><Relationship Id="rId5" Type="http://schemas.openxmlformats.org/officeDocument/2006/relationships/diagramLayout" Target="../diagrams/layout58.xml"/><Relationship Id="rId4" Type="http://schemas.openxmlformats.org/officeDocument/2006/relationships/diagramData" Target="../diagrams/data58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585292" y="1295452"/>
            <a:ext cx="575029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6000" b="1" spc="2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网络渗透与防护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695400" y="1135445"/>
            <a:ext cx="573451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95400" y="2471122"/>
            <a:ext cx="573451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813564" y="2399115"/>
            <a:ext cx="3927564" cy="425950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85958" y="4891937"/>
            <a:ext cx="1455212" cy="1468446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95399" y="2728905"/>
            <a:ext cx="5400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   系统软件漏洞利用与防范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439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 36"/>
          <p:cNvSpPr/>
          <p:nvPr/>
        </p:nvSpPr>
        <p:spPr>
          <a:xfrm>
            <a:off x="1906804" y="2787202"/>
            <a:ext cx="8347401" cy="1514565"/>
          </a:xfrm>
          <a:custGeom>
            <a:avLst/>
            <a:gdLst>
              <a:gd name="connsiteX0" fmla="*/ 0 w 5689600"/>
              <a:gd name="connsiteY0" fmla="*/ 1079512 h 1079512"/>
              <a:gd name="connsiteX1" fmla="*/ 1917700 w 5689600"/>
              <a:gd name="connsiteY1" fmla="*/ 12 h 1079512"/>
              <a:gd name="connsiteX2" fmla="*/ 3810000 w 5689600"/>
              <a:gd name="connsiteY2" fmla="*/ 1054112 h 1079512"/>
              <a:gd name="connsiteX3" fmla="*/ 5689600 w 5689600"/>
              <a:gd name="connsiteY3" fmla="*/ 12712 h 1079512"/>
              <a:gd name="connsiteX0" fmla="*/ 0 w 7762075"/>
              <a:gd name="connsiteY0" fmla="*/ 1079512 h 1079512"/>
              <a:gd name="connsiteX1" fmla="*/ 1917700 w 7762075"/>
              <a:gd name="connsiteY1" fmla="*/ 12 h 1079512"/>
              <a:gd name="connsiteX2" fmla="*/ 3810000 w 7762075"/>
              <a:gd name="connsiteY2" fmla="*/ 1054112 h 1079512"/>
              <a:gd name="connsiteX3" fmla="*/ 7762075 w 7762075"/>
              <a:gd name="connsiteY3" fmla="*/ 887355 h 1079512"/>
              <a:gd name="connsiteX0" fmla="*/ 0 w 7762075"/>
              <a:gd name="connsiteY0" fmla="*/ 1258016 h 1258016"/>
              <a:gd name="connsiteX1" fmla="*/ 1917700 w 7762075"/>
              <a:gd name="connsiteY1" fmla="*/ 178516 h 1258016"/>
              <a:gd name="connsiteX2" fmla="*/ 3810000 w 7762075"/>
              <a:gd name="connsiteY2" fmla="*/ 1232616 h 1258016"/>
              <a:gd name="connsiteX3" fmla="*/ 6120167 w 7762075"/>
              <a:gd name="connsiteY3" fmla="*/ 511 h 1258016"/>
              <a:gd name="connsiteX4" fmla="*/ 7762075 w 7762075"/>
              <a:gd name="connsiteY4" fmla="*/ 1065859 h 1258016"/>
              <a:gd name="connsiteX0" fmla="*/ 0 w 7872948"/>
              <a:gd name="connsiteY0" fmla="*/ 1257930 h 1296609"/>
              <a:gd name="connsiteX1" fmla="*/ 1917700 w 7872948"/>
              <a:gd name="connsiteY1" fmla="*/ 178430 h 1296609"/>
              <a:gd name="connsiteX2" fmla="*/ 3810000 w 7872948"/>
              <a:gd name="connsiteY2" fmla="*/ 1232530 h 1296609"/>
              <a:gd name="connsiteX3" fmla="*/ 6120167 w 7872948"/>
              <a:gd name="connsiteY3" fmla="*/ 425 h 1296609"/>
              <a:gd name="connsiteX4" fmla="*/ 7872948 w 7872948"/>
              <a:gd name="connsiteY4" fmla="*/ 1296361 h 1296609"/>
              <a:gd name="connsiteX0" fmla="*/ 0 w 7872948"/>
              <a:gd name="connsiteY0" fmla="*/ 1257930 h 1296609"/>
              <a:gd name="connsiteX1" fmla="*/ 1650430 w 7872948"/>
              <a:gd name="connsiteY1" fmla="*/ 263677 h 1296609"/>
              <a:gd name="connsiteX2" fmla="*/ 3810000 w 7872948"/>
              <a:gd name="connsiteY2" fmla="*/ 1232530 h 1296609"/>
              <a:gd name="connsiteX3" fmla="*/ 6120167 w 7872948"/>
              <a:gd name="connsiteY3" fmla="*/ 425 h 1296609"/>
              <a:gd name="connsiteX4" fmla="*/ 7872948 w 7872948"/>
              <a:gd name="connsiteY4" fmla="*/ 1296361 h 1296609"/>
              <a:gd name="connsiteX0" fmla="*/ 0 w 7872948"/>
              <a:gd name="connsiteY0" fmla="*/ 1257930 h 1296609"/>
              <a:gd name="connsiteX1" fmla="*/ 1650430 w 7872948"/>
              <a:gd name="connsiteY1" fmla="*/ 263677 h 1296609"/>
              <a:gd name="connsiteX2" fmla="*/ 3430071 w 7872948"/>
              <a:gd name="connsiteY2" fmla="*/ 1226591 h 1296609"/>
              <a:gd name="connsiteX3" fmla="*/ 6120167 w 7872948"/>
              <a:gd name="connsiteY3" fmla="*/ 425 h 1296609"/>
              <a:gd name="connsiteX4" fmla="*/ 7872948 w 7872948"/>
              <a:gd name="connsiteY4" fmla="*/ 1296361 h 1296609"/>
              <a:gd name="connsiteX0" fmla="*/ 0 w 7872948"/>
              <a:gd name="connsiteY0" fmla="*/ 1191562 h 1230254"/>
              <a:gd name="connsiteX1" fmla="*/ 1650430 w 7872948"/>
              <a:gd name="connsiteY1" fmla="*/ 197309 h 1230254"/>
              <a:gd name="connsiteX2" fmla="*/ 3430071 w 7872948"/>
              <a:gd name="connsiteY2" fmla="*/ 1160223 h 1230254"/>
              <a:gd name="connsiteX3" fmla="*/ 5639957 w 7872948"/>
              <a:gd name="connsiteY3" fmla="*/ 447 h 1230254"/>
              <a:gd name="connsiteX4" fmla="*/ 7872948 w 7872948"/>
              <a:gd name="connsiteY4" fmla="*/ 1229993 h 1230254"/>
              <a:gd name="connsiteX0" fmla="*/ 0 w 7681228"/>
              <a:gd name="connsiteY0" fmla="*/ 1191632 h 1191632"/>
              <a:gd name="connsiteX1" fmla="*/ 1650430 w 7681228"/>
              <a:gd name="connsiteY1" fmla="*/ 197379 h 1191632"/>
              <a:gd name="connsiteX2" fmla="*/ 3430071 w 7681228"/>
              <a:gd name="connsiteY2" fmla="*/ 1160293 h 1191632"/>
              <a:gd name="connsiteX3" fmla="*/ 5639957 w 7681228"/>
              <a:gd name="connsiteY3" fmla="*/ 517 h 1191632"/>
              <a:gd name="connsiteX4" fmla="*/ 7681228 w 7681228"/>
              <a:gd name="connsiteY4" fmla="*/ 1053214 h 1191632"/>
              <a:gd name="connsiteX0" fmla="*/ 0 w 7681228"/>
              <a:gd name="connsiteY0" fmla="*/ 1191576 h 1191576"/>
              <a:gd name="connsiteX1" fmla="*/ 1650430 w 7681228"/>
              <a:gd name="connsiteY1" fmla="*/ 197323 h 1191576"/>
              <a:gd name="connsiteX2" fmla="*/ 3430071 w 7681228"/>
              <a:gd name="connsiteY2" fmla="*/ 1160237 h 1191576"/>
              <a:gd name="connsiteX3" fmla="*/ 5639957 w 7681228"/>
              <a:gd name="connsiteY3" fmla="*/ 461 h 1191576"/>
              <a:gd name="connsiteX4" fmla="*/ 7681228 w 7681228"/>
              <a:gd name="connsiteY4" fmla="*/ 1053158 h 1191576"/>
              <a:gd name="connsiteX0" fmla="*/ 0 w 7826216"/>
              <a:gd name="connsiteY0" fmla="*/ 1191456 h 1508838"/>
              <a:gd name="connsiteX1" fmla="*/ 1650430 w 7826216"/>
              <a:gd name="connsiteY1" fmla="*/ 197203 h 1508838"/>
              <a:gd name="connsiteX2" fmla="*/ 3430071 w 7826216"/>
              <a:gd name="connsiteY2" fmla="*/ 1160117 h 1508838"/>
              <a:gd name="connsiteX3" fmla="*/ 5639957 w 7826216"/>
              <a:gd name="connsiteY3" fmla="*/ 341 h 1508838"/>
              <a:gd name="connsiteX4" fmla="*/ 7826216 w 7826216"/>
              <a:gd name="connsiteY4" fmla="*/ 1498311 h 1508838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430071 w 7826216"/>
              <a:gd name="connsiteY2" fmla="*/ 977278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737105 w 7826216"/>
              <a:gd name="connsiteY2" fmla="*/ 1136304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737105 w 7826216"/>
              <a:gd name="connsiteY2" fmla="*/ 1136304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737105 w 7826216"/>
              <a:gd name="connsiteY2" fmla="*/ 1136304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994938 h 1314128"/>
              <a:gd name="connsiteX1" fmla="*/ 1650430 w 7826216"/>
              <a:gd name="connsiteY1" fmla="*/ 685 h 1314128"/>
              <a:gd name="connsiteX2" fmla="*/ 3737105 w 7826216"/>
              <a:gd name="connsiteY2" fmla="*/ 1122625 h 1314128"/>
              <a:gd name="connsiteX3" fmla="*/ 5946991 w 7826216"/>
              <a:gd name="connsiteY3" fmla="*/ 66216 h 1314128"/>
              <a:gd name="connsiteX4" fmla="*/ 7826216 w 7826216"/>
              <a:gd name="connsiteY4" fmla="*/ 1301793 h 1314128"/>
              <a:gd name="connsiteX0" fmla="*/ 0 w 7826216"/>
              <a:gd name="connsiteY0" fmla="*/ 929125 h 1248315"/>
              <a:gd name="connsiteX1" fmla="*/ 1641902 w 7826216"/>
              <a:gd name="connsiteY1" fmla="*/ 30287 h 1248315"/>
              <a:gd name="connsiteX2" fmla="*/ 3737105 w 7826216"/>
              <a:gd name="connsiteY2" fmla="*/ 1056812 h 1248315"/>
              <a:gd name="connsiteX3" fmla="*/ 5946991 w 7826216"/>
              <a:gd name="connsiteY3" fmla="*/ 403 h 1248315"/>
              <a:gd name="connsiteX4" fmla="*/ 7826216 w 7826216"/>
              <a:gd name="connsiteY4" fmla="*/ 1235980 h 1248315"/>
              <a:gd name="connsiteX0" fmla="*/ 0 w 7826216"/>
              <a:gd name="connsiteY0" fmla="*/ 929125 h 1248315"/>
              <a:gd name="connsiteX1" fmla="*/ 1641902 w 7826216"/>
              <a:gd name="connsiteY1" fmla="*/ 30287 h 1248315"/>
              <a:gd name="connsiteX2" fmla="*/ 3941795 w 7826216"/>
              <a:gd name="connsiteY2" fmla="*/ 1088617 h 1248315"/>
              <a:gd name="connsiteX3" fmla="*/ 5946991 w 7826216"/>
              <a:gd name="connsiteY3" fmla="*/ 403 h 1248315"/>
              <a:gd name="connsiteX4" fmla="*/ 7826216 w 7826216"/>
              <a:gd name="connsiteY4" fmla="*/ 1235980 h 1248315"/>
              <a:gd name="connsiteX0" fmla="*/ 0 w 7698285"/>
              <a:gd name="connsiteY0" fmla="*/ 929138 h 1201018"/>
              <a:gd name="connsiteX1" fmla="*/ 1641902 w 7698285"/>
              <a:gd name="connsiteY1" fmla="*/ 30300 h 1201018"/>
              <a:gd name="connsiteX2" fmla="*/ 3941795 w 7698285"/>
              <a:gd name="connsiteY2" fmla="*/ 1088630 h 1201018"/>
              <a:gd name="connsiteX3" fmla="*/ 5946991 w 7698285"/>
              <a:gd name="connsiteY3" fmla="*/ 416 h 1201018"/>
              <a:gd name="connsiteX4" fmla="*/ 7698285 w 7698285"/>
              <a:gd name="connsiteY4" fmla="*/ 1188285 h 1201018"/>
              <a:gd name="connsiteX0" fmla="*/ 0 w 7698285"/>
              <a:gd name="connsiteY0" fmla="*/ 929194 h 1188341"/>
              <a:gd name="connsiteX1" fmla="*/ 1641902 w 7698285"/>
              <a:gd name="connsiteY1" fmla="*/ 30356 h 1188341"/>
              <a:gd name="connsiteX2" fmla="*/ 3941795 w 7698285"/>
              <a:gd name="connsiteY2" fmla="*/ 1088686 h 1188341"/>
              <a:gd name="connsiteX3" fmla="*/ 5946991 w 7698285"/>
              <a:gd name="connsiteY3" fmla="*/ 472 h 1188341"/>
              <a:gd name="connsiteX4" fmla="*/ 7698285 w 7698285"/>
              <a:gd name="connsiteY4" fmla="*/ 1188341 h 1188341"/>
              <a:gd name="connsiteX0" fmla="*/ 0 w 7766515"/>
              <a:gd name="connsiteY0" fmla="*/ 1064367 h 1188341"/>
              <a:gd name="connsiteX1" fmla="*/ 1710132 w 7766515"/>
              <a:gd name="connsiteY1" fmla="*/ 30356 h 1188341"/>
              <a:gd name="connsiteX2" fmla="*/ 4010025 w 7766515"/>
              <a:gd name="connsiteY2" fmla="*/ 1088686 h 1188341"/>
              <a:gd name="connsiteX3" fmla="*/ 6015221 w 7766515"/>
              <a:gd name="connsiteY3" fmla="*/ 472 h 1188341"/>
              <a:gd name="connsiteX4" fmla="*/ 7766515 w 7766515"/>
              <a:gd name="connsiteY4" fmla="*/ 1188341 h 1188341"/>
              <a:gd name="connsiteX0" fmla="*/ 0 w 7809158"/>
              <a:gd name="connsiteY0" fmla="*/ 682705 h 1188341"/>
              <a:gd name="connsiteX1" fmla="*/ 1752775 w 7809158"/>
              <a:gd name="connsiteY1" fmla="*/ 30356 h 1188341"/>
              <a:gd name="connsiteX2" fmla="*/ 4052668 w 7809158"/>
              <a:gd name="connsiteY2" fmla="*/ 1088686 h 1188341"/>
              <a:gd name="connsiteX3" fmla="*/ 6057864 w 7809158"/>
              <a:gd name="connsiteY3" fmla="*/ 472 h 1188341"/>
              <a:gd name="connsiteX4" fmla="*/ 7809158 w 7809158"/>
              <a:gd name="connsiteY4" fmla="*/ 1188341 h 1188341"/>
              <a:gd name="connsiteX0" fmla="*/ 0 w 7809158"/>
              <a:gd name="connsiteY0" fmla="*/ 682705 h 1188341"/>
              <a:gd name="connsiteX1" fmla="*/ 1752775 w 7809158"/>
              <a:gd name="connsiteY1" fmla="*/ 30356 h 1188341"/>
              <a:gd name="connsiteX2" fmla="*/ 4052668 w 7809158"/>
              <a:gd name="connsiteY2" fmla="*/ 1088686 h 1188341"/>
              <a:gd name="connsiteX3" fmla="*/ 6057864 w 7809158"/>
              <a:gd name="connsiteY3" fmla="*/ 472 h 1188341"/>
              <a:gd name="connsiteX4" fmla="*/ 7809158 w 7809158"/>
              <a:gd name="connsiteY4" fmla="*/ 1188341 h 1188341"/>
              <a:gd name="connsiteX0" fmla="*/ 0 w 7800630"/>
              <a:gd name="connsiteY0" fmla="*/ 1104124 h 1188341"/>
              <a:gd name="connsiteX1" fmla="*/ 1744247 w 7800630"/>
              <a:gd name="connsiteY1" fmla="*/ 30356 h 1188341"/>
              <a:gd name="connsiteX2" fmla="*/ 4044140 w 7800630"/>
              <a:gd name="connsiteY2" fmla="*/ 1088686 h 1188341"/>
              <a:gd name="connsiteX3" fmla="*/ 6049336 w 7800630"/>
              <a:gd name="connsiteY3" fmla="*/ 472 h 1188341"/>
              <a:gd name="connsiteX4" fmla="*/ 7800630 w 7800630"/>
              <a:gd name="connsiteY4" fmla="*/ 1188341 h 1188341"/>
              <a:gd name="connsiteX0" fmla="*/ 0 w 7800630"/>
              <a:gd name="connsiteY0" fmla="*/ 1120027 h 1188341"/>
              <a:gd name="connsiteX1" fmla="*/ 1744247 w 7800630"/>
              <a:gd name="connsiteY1" fmla="*/ 30356 h 1188341"/>
              <a:gd name="connsiteX2" fmla="*/ 4044140 w 7800630"/>
              <a:gd name="connsiteY2" fmla="*/ 1088686 h 1188341"/>
              <a:gd name="connsiteX3" fmla="*/ 6049336 w 7800630"/>
              <a:gd name="connsiteY3" fmla="*/ 472 h 1188341"/>
              <a:gd name="connsiteX4" fmla="*/ 7800630 w 7800630"/>
              <a:gd name="connsiteY4" fmla="*/ 1188341 h 1188341"/>
              <a:gd name="connsiteX0" fmla="*/ 0 w 7800630"/>
              <a:gd name="connsiteY0" fmla="*/ 1120027 h 1188341"/>
              <a:gd name="connsiteX1" fmla="*/ 1744247 w 7800630"/>
              <a:gd name="connsiteY1" fmla="*/ 30356 h 1188341"/>
              <a:gd name="connsiteX2" fmla="*/ 4044140 w 7800630"/>
              <a:gd name="connsiteY2" fmla="*/ 1088686 h 1188341"/>
              <a:gd name="connsiteX3" fmla="*/ 6049336 w 7800630"/>
              <a:gd name="connsiteY3" fmla="*/ 472 h 1188341"/>
              <a:gd name="connsiteX4" fmla="*/ 7800630 w 7800630"/>
              <a:gd name="connsiteY4" fmla="*/ 1188341 h 1188341"/>
              <a:gd name="connsiteX0" fmla="*/ 0 w 7851801"/>
              <a:gd name="connsiteY0" fmla="*/ 1120082 h 1120082"/>
              <a:gd name="connsiteX1" fmla="*/ 1744247 w 7851801"/>
              <a:gd name="connsiteY1" fmla="*/ 30411 h 1120082"/>
              <a:gd name="connsiteX2" fmla="*/ 4044140 w 7851801"/>
              <a:gd name="connsiteY2" fmla="*/ 1088741 h 1120082"/>
              <a:gd name="connsiteX3" fmla="*/ 6049336 w 7851801"/>
              <a:gd name="connsiteY3" fmla="*/ 527 h 1120082"/>
              <a:gd name="connsiteX4" fmla="*/ 7851801 w 7851801"/>
              <a:gd name="connsiteY4" fmla="*/ 1061175 h 1120082"/>
              <a:gd name="connsiteX0" fmla="*/ 0 w 7851801"/>
              <a:gd name="connsiteY0" fmla="*/ 1120082 h 1120082"/>
              <a:gd name="connsiteX1" fmla="*/ 1744247 w 7851801"/>
              <a:gd name="connsiteY1" fmla="*/ 30411 h 1120082"/>
              <a:gd name="connsiteX2" fmla="*/ 4044140 w 7851801"/>
              <a:gd name="connsiteY2" fmla="*/ 1088741 h 1120082"/>
              <a:gd name="connsiteX3" fmla="*/ 6049336 w 7851801"/>
              <a:gd name="connsiteY3" fmla="*/ 527 h 1120082"/>
              <a:gd name="connsiteX4" fmla="*/ 7851801 w 7851801"/>
              <a:gd name="connsiteY4" fmla="*/ 1061175 h 1120082"/>
              <a:gd name="connsiteX0" fmla="*/ 0 w 7851801"/>
              <a:gd name="connsiteY0" fmla="*/ 1120082 h 1120082"/>
              <a:gd name="connsiteX1" fmla="*/ 1744247 w 7851801"/>
              <a:gd name="connsiteY1" fmla="*/ 30411 h 1120082"/>
              <a:gd name="connsiteX2" fmla="*/ 4044140 w 7851801"/>
              <a:gd name="connsiteY2" fmla="*/ 1088741 h 1120082"/>
              <a:gd name="connsiteX3" fmla="*/ 6049336 w 7851801"/>
              <a:gd name="connsiteY3" fmla="*/ 527 h 1120082"/>
              <a:gd name="connsiteX4" fmla="*/ 7851801 w 7851801"/>
              <a:gd name="connsiteY4" fmla="*/ 1061175 h 1120082"/>
              <a:gd name="connsiteX0" fmla="*/ 0 w 7851801"/>
              <a:gd name="connsiteY0" fmla="*/ 1119555 h 1119555"/>
              <a:gd name="connsiteX1" fmla="*/ 1744247 w 7851801"/>
              <a:gd name="connsiteY1" fmla="*/ 29884 h 1119555"/>
              <a:gd name="connsiteX2" fmla="*/ 4044140 w 7851801"/>
              <a:gd name="connsiteY2" fmla="*/ 1088214 h 1119555"/>
              <a:gd name="connsiteX3" fmla="*/ 6049336 w 7851801"/>
              <a:gd name="connsiteY3" fmla="*/ 0 h 1119555"/>
              <a:gd name="connsiteX4" fmla="*/ 7851801 w 7851801"/>
              <a:gd name="connsiteY4" fmla="*/ 1060648 h 1119555"/>
              <a:gd name="connsiteX0" fmla="*/ 0 w 7851801"/>
              <a:gd name="connsiteY0" fmla="*/ 1119555 h 1119555"/>
              <a:gd name="connsiteX1" fmla="*/ 1744247 w 7851801"/>
              <a:gd name="connsiteY1" fmla="*/ 29884 h 1119555"/>
              <a:gd name="connsiteX2" fmla="*/ 4044140 w 7851801"/>
              <a:gd name="connsiteY2" fmla="*/ 1088214 h 1119555"/>
              <a:gd name="connsiteX3" fmla="*/ 6049336 w 7851801"/>
              <a:gd name="connsiteY3" fmla="*/ 0 h 1119555"/>
              <a:gd name="connsiteX4" fmla="*/ 7851801 w 7851801"/>
              <a:gd name="connsiteY4" fmla="*/ 1060648 h 1119555"/>
              <a:gd name="connsiteX0" fmla="*/ 0 w 7851801"/>
              <a:gd name="connsiteY0" fmla="*/ 1119555 h 1119555"/>
              <a:gd name="connsiteX1" fmla="*/ 2349784 w 7851801"/>
              <a:gd name="connsiteY1" fmla="*/ 13981 h 1119555"/>
              <a:gd name="connsiteX2" fmla="*/ 4044140 w 7851801"/>
              <a:gd name="connsiteY2" fmla="*/ 1088214 h 1119555"/>
              <a:gd name="connsiteX3" fmla="*/ 6049336 w 7851801"/>
              <a:gd name="connsiteY3" fmla="*/ 0 h 1119555"/>
              <a:gd name="connsiteX4" fmla="*/ 7851801 w 7851801"/>
              <a:gd name="connsiteY4" fmla="*/ 1060648 h 1119555"/>
              <a:gd name="connsiteX0" fmla="*/ 0 w 7118332"/>
              <a:gd name="connsiteY0" fmla="*/ 1079799 h 1088237"/>
              <a:gd name="connsiteX1" fmla="*/ 1616315 w 7118332"/>
              <a:gd name="connsiteY1" fmla="*/ 13981 h 1088237"/>
              <a:gd name="connsiteX2" fmla="*/ 3310671 w 7118332"/>
              <a:gd name="connsiteY2" fmla="*/ 1088214 h 1088237"/>
              <a:gd name="connsiteX3" fmla="*/ 5315867 w 7118332"/>
              <a:gd name="connsiteY3" fmla="*/ 0 h 1088237"/>
              <a:gd name="connsiteX4" fmla="*/ 7118332 w 7118332"/>
              <a:gd name="connsiteY4" fmla="*/ 1060648 h 1088237"/>
              <a:gd name="connsiteX0" fmla="*/ 0 w 7118332"/>
              <a:gd name="connsiteY0" fmla="*/ 1079799 h 1088237"/>
              <a:gd name="connsiteX1" fmla="*/ 1616315 w 7118332"/>
              <a:gd name="connsiteY1" fmla="*/ 13981 h 1088237"/>
              <a:gd name="connsiteX2" fmla="*/ 3310671 w 7118332"/>
              <a:gd name="connsiteY2" fmla="*/ 1088214 h 1088237"/>
              <a:gd name="connsiteX3" fmla="*/ 5315867 w 7118332"/>
              <a:gd name="connsiteY3" fmla="*/ 0 h 1088237"/>
              <a:gd name="connsiteX4" fmla="*/ 7118332 w 7118332"/>
              <a:gd name="connsiteY4" fmla="*/ 1060648 h 1088237"/>
              <a:gd name="connsiteX0" fmla="*/ 0 w 7118332"/>
              <a:gd name="connsiteY0" fmla="*/ 1065820 h 1074258"/>
              <a:gd name="connsiteX1" fmla="*/ 1616315 w 7118332"/>
              <a:gd name="connsiteY1" fmla="*/ 2 h 1074258"/>
              <a:gd name="connsiteX2" fmla="*/ 3310671 w 7118332"/>
              <a:gd name="connsiteY2" fmla="*/ 1074235 h 1074258"/>
              <a:gd name="connsiteX3" fmla="*/ 4974720 w 7118332"/>
              <a:gd name="connsiteY3" fmla="*/ 1924 h 1074258"/>
              <a:gd name="connsiteX4" fmla="*/ 7118332 w 7118332"/>
              <a:gd name="connsiteY4" fmla="*/ 1046669 h 1074258"/>
              <a:gd name="connsiteX0" fmla="*/ 0 w 6623667"/>
              <a:gd name="connsiteY0" fmla="*/ 1065820 h 1074258"/>
              <a:gd name="connsiteX1" fmla="*/ 1616315 w 6623667"/>
              <a:gd name="connsiteY1" fmla="*/ 2 h 1074258"/>
              <a:gd name="connsiteX2" fmla="*/ 3310671 w 6623667"/>
              <a:gd name="connsiteY2" fmla="*/ 1074235 h 1074258"/>
              <a:gd name="connsiteX3" fmla="*/ 4974720 w 6623667"/>
              <a:gd name="connsiteY3" fmla="*/ 1924 h 1074258"/>
              <a:gd name="connsiteX4" fmla="*/ 6623667 w 6623667"/>
              <a:gd name="connsiteY4" fmla="*/ 1038718 h 1074258"/>
              <a:gd name="connsiteX0" fmla="*/ 0 w 6478679"/>
              <a:gd name="connsiteY0" fmla="*/ 1065820 h 1074258"/>
              <a:gd name="connsiteX1" fmla="*/ 1616315 w 6478679"/>
              <a:gd name="connsiteY1" fmla="*/ 2 h 1074258"/>
              <a:gd name="connsiteX2" fmla="*/ 3310671 w 6478679"/>
              <a:gd name="connsiteY2" fmla="*/ 1074235 h 1074258"/>
              <a:gd name="connsiteX3" fmla="*/ 4974720 w 6478679"/>
              <a:gd name="connsiteY3" fmla="*/ 1924 h 1074258"/>
              <a:gd name="connsiteX4" fmla="*/ 6478679 w 6478679"/>
              <a:gd name="connsiteY4" fmla="*/ 1070523 h 1074258"/>
              <a:gd name="connsiteX0" fmla="*/ 0 w 6700425"/>
              <a:gd name="connsiteY0" fmla="*/ 1065820 h 1074258"/>
              <a:gd name="connsiteX1" fmla="*/ 1616315 w 6700425"/>
              <a:gd name="connsiteY1" fmla="*/ 2 h 1074258"/>
              <a:gd name="connsiteX2" fmla="*/ 3310671 w 6700425"/>
              <a:gd name="connsiteY2" fmla="*/ 1074235 h 1074258"/>
              <a:gd name="connsiteX3" fmla="*/ 4974720 w 6700425"/>
              <a:gd name="connsiteY3" fmla="*/ 1924 h 1074258"/>
              <a:gd name="connsiteX4" fmla="*/ 6700425 w 6700425"/>
              <a:gd name="connsiteY4" fmla="*/ 1038717 h 1074258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22"/>
              <a:gd name="connsiteX1" fmla="*/ 1616315 w 6700425"/>
              <a:gd name="connsiteY1" fmla="*/ 61689 h 1135922"/>
              <a:gd name="connsiteX2" fmla="*/ 3310671 w 6700425"/>
              <a:gd name="connsiteY2" fmla="*/ 1135922 h 1135922"/>
              <a:gd name="connsiteX3" fmla="*/ 5034421 w 6700425"/>
              <a:gd name="connsiteY3" fmla="*/ 0 h 1135922"/>
              <a:gd name="connsiteX4" fmla="*/ 6700425 w 6700425"/>
              <a:gd name="connsiteY4" fmla="*/ 1100404 h 1135922"/>
              <a:gd name="connsiteX0" fmla="*/ 0 w 6700425"/>
              <a:gd name="connsiteY0" fmla="*/ 1127509 h 1135924"/>
              <a:gd name="connsiteX1" fmla="*/ 1616315 w 6700425"/>
              <a:gd name="connsiteY1" fmla="*/ 61691 h 1135924"/>
              <a:gd name="connsiteX2" fmla="*/ 3310671 w 6700425"/>
              <a:gd name="connsiteY2" fmla="*/ 1135924 h 1135924"/>
              <a:gd name="connsiteX3" fmla="*/ 5034421 w 6700425"/>
              <a:gd name="connsiteY3" fmla="*/ 2 h 1135924"/>
              <a:gd name="connsiteX4" fmla="*/ 6700425 w 6700425"/>
              <a:gd name="connsiteY4" fmla="*/ 1100406 h 1135924"/>
              <a:gd name="connsiteX0" fmla="*/ 0 w 6700425"/>
              <a:gd name="connsiteY0" fmla="*/ 1127509 h 1135924"/>
              <a:gd name="connsiteX1" fmla="*/ 1616315 w 6700425"/>
              <a:gd name="connsiteY1" fmla="*/ 61691 h 1135924"/>
              <a:gd name="connsiteX2" fmla="*/ 3310671 w 6700425"/>
              <a:gd name="connsiteY2" fmla="*/ 1135924 h 1135924"/>
              <a:gd name="connsiteX3" fmla="*/ 5034421 w 6700425"/>
              <a:gd name="connsiteY3" fmla="*/ 2 h 1135924"/>
              <a:gd name="connsiteX4" fmla="*/ 6700425 w 6700425"/>
              <a:gd name="connsiteY4" fmla="*/ 1100406 h 1135924"/>
              <a:gd name="connsiteX0" fmla="*/ 0 w 6700425"/>
              <a:gd name="connsiteY0" fmla="*/ 1127509 h 1135924"/>
              <a:gd name="connsiteX1" fmla="*/ 1616315 w 6700425"/>
              <a:gd name="connsiteY1" fmla="*/ 61691 h 1135924"/>
              <a:gd name="connsiteX2" fmla="*/ 3310671 w 6700425"/>
              <a:gd name="connsiteY2" fmla="*/ 1135924 h 1135924"/>
              <a:gd name="connsiteX3" fmla="*/ 5034421 w 6700425"/>
              <a:gd name="connsiteY3" fmla="*/ 2 h 1135924"/>
              <a:gd name="connsiteX4" fmla="*/ 6700425 w 6700425"/>
              <a:gd name="connsiteY4" fmla="*/ 1072905 h 1135924"/>
              <a:gd name="connsiteX0" fmla="*/ 0 w 6715173"/>
              <a:gd name="connsiteY0" fmla="*/ 1127509 h 1135924"/>
              <a:gd name="connsiteX1" fmla="*/ 1616315 w 6715173"/>
              <a:gd name="connsiteY1" fmla="*/ 61691 h 1135924"/>
              <a:gd name="connsiteX2" fmla="*/ 3310671 w 6715173"/>
              <a:gd name="connsiteY2" fmla="*/ 1135924 h 1135924"/>
              <a:gd name="connsiteX3" fmla="*/ 5034421 w 6715173"/>
              <a:gd name="connsiteY3" fmla="*/ 2 h 1135924"/>
              <a:gd name="connsiteX4" fmla="*/ 6715173 w 6715173"/>
              <a:gd name="connsiteY4" fmla="*/ 1059155 h 1135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5173" h="1135924">
                <a:moveTo>
                  <a:pt x="0" y="1127509"/>
                </a:moveTo>
                <a:cubicBezTo>
                  <a:pt x="507007" y="1133134"/>
                  <a:pt x="1064537" y="60289"/>
                  <a:pt x="1616315" y="61691"/>
                </a:cubicBezTo>
                <a:cubicBezTo>
                  <a:pt x="2168093" y="63093"/>
                  <a:pt x="2778719" y="1127987"/>
                  <a:pt x="3310671" y="1135924"/>
                </a:cubicBezTo>
                <a:cubicBezTo>
                  <a:pt x="3866607" y="1117437"/>
                  <a:pt x="4488155" y="10816"/>
                  <a:pt x="5034421" y="2"/>
                </a:cubicBezTo>
                <a:cubicBezTo>
                  <a:pt x="5562285" y="-1785"/>
                  <a:pt x="6713956" y="1071307"/>
                  <a:pt x="6715173" y="1059155"/>
                </a:cubicBezTo>
              </a:path>
            </a:pathLst>
          </a:cu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38" name="TextBox 6"/>
          <p:cNvSpPr txBox="1">
            <a:spLocks noChangeArrowheads="1"/>
          </p:cNvSpPr>
          <p:nvPr/>
        </p:nvSpPr>
        <p:spPr bwMode="auto">
          <a:xfrm>
            <a:off x="616999" y="2778003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软件漏洞概述</a:t>
            </a:r>
          </a:p>
        </p:txBody>
      </p:sp>
      <p:sp>
        <p:nvSpPr>
          <p:cNvPr id="39" name="TextBox 6"/>
          <p:cNvSpPr txBox="1">
            <a:spLocks noChangeArrowheads="1"/>
          </p:cNvSpPr>
          <p:nvPr/>
        </p:nvSpPr>
        <p:spPr bwMode="auto">
          <a:xfrm>
            <a:off x="2732430" y="3808171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溢出原理</a:t>
            </a:r>
          </a:p>
        </p:txBody>
      </p:sp>
      <p:sp>
        <p:nvSpPr>
          <p:cNvPr id="40" name="TextBox 6"/>
          <p:cNvSpPr txBox="1">
            <a:spLocks noChangeArrowheads="1"/>
          </p:cNvSpPr>
          <p:nvPr/>
        </p:nvSpPr>
        <p:spPr bwMode="auto">
          <a:xfrm>
            <a:off x="4864335" y="2719267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栈溢出漏洞</a:t>
            </a:r>
          </a:p>
        </p:txBody>
      </p:sp>
      <p:sp>
        <p:nvSpPr>
          <p:cNvPr id="42" name="TextBox 40"/>
          <p:cNvSpPr txBox="1">
            <a:spLocks noChangeArrowheads="1"/>
          </p:cNvSpPr>
          <p:nvPr/>
        </p:nvSpPr>
        <p:spPr bwMode="auto">
          <a:xfrm>
            <a:off x="9355691" y="2686329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防范措施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1325688" y="3604190"/>
            <a:ext cx="1181594" cy="1181594"/>
            <a:chOff x="1325688" y="3604190"/>
            <a:chExt cx="1181594" cy="1181594"/>
          </a:xfrm>
        </p:grpSpPr>
        <p:sp>
          <p:nvSpPr>
            <p:cNvPr id="44" name="圆角矩形 43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1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3350841" y="2193014"/>
            <a:ext cx="1181594" cy="1181594"/>
            <a:chOff x="1325688" y="3604190"/>
            <a:chExt cx="1181594" cy="1181594"/>
          </a:xfrm>
        </p:grpSpPr>
        <p:sp>
          <p:nvSpPr>
            <p:cNvPr id="47" name="圆角矩形 46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2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430891" y="3614231"/>
            <a:ext cx="1181594" cy="1181594"/>
            <a:chOff x="1325688" y="3604190"/>
            <a:chExt cx="1181594" cy="1181594"/>
          </a:xfrm>
        </p:grpSpPr>
        <p:sp>
          <p:nvSpPr>
            <p:cNvPr id="50" name="圆角矩形 49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3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7693254" y="2172064"/>
            <a:ext cx="1181594" cy="1181594"/>
            <a:chOff x="1325688" y="3604190"/>
            <a:chExt cx="1181594" cy="1181594"/>
          </a:xfrm>
        </p:grpSpPr>
        <p:sp>
          <p:nvSpPr>
            <p:cNvPr id="53" name="圆角矩形 52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4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952770" y="3602560"/>
            <a:ext cx="1181594" cy="1181594"/>
            <a:chOff x="1325688" y="3604190"/>
            <a:chExt cx="1181594" cy="1181594"/>
          </a:xfrm>
        </p:grpSpPr>
        <p:sp>
          <p:nvSpPr>
            <p:cNvPr id="56" name="圆角矩形 55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5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1A0FC04-23B2-23F9-640D-18BB8DCFEE18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24" name="Text Box 7">
              <a:extLst>
                <a:ext uri="{FF2B5EF4-FFF2-40B4-BE49-F238E27FC236}">
                  <a16:creationId xmlns:a16="http://schemas.microsoft.com/office/drawing/2014/main" id="{236F88BF-928C-3EC5-69CE-058D5D7CA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25" name="图片 24" descr="logo">
              <a:extLst>
                <a:ext uri="{FF2B5EF4-FFF2-40B4-BE49-F238E27FC236}">
                  <a16:creationId xmlns:a16="http://schemas.microsoft.com/office/drawing/2014/main" id="{83DB75DD-6AB9-7E74-8A75-FF578783A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sp>
        <p:nvSpPr>
          <p:cNvPr id="2" name="TextBox 40">
            <a:extLst>
              <a:ext uri="{FF2B5EF4-FFF2-40B4-BE49-F238E27FC236}">
                <a16:creationId xmlns:a16="http://schemas.microsoft.com/office/drawing/2014/main" id="{685F24E7-A262-5E75-5782-407C39AC5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7749" y="3840102"/>
            <a:ext cx="26241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字符串格式化漏洞</a:t>
            </a:r>
          </a:p>
        </p:txBody>
      </p:sp>
    </p:spTree>
    <p:extLst>
      <p:ext uri="{BB962C8B-B14F-4D97-AF65-F5344CB8AC3E}">
        <p14:creationId xmlns:p14="http://schemas.microsoft.com/office/powerpoint/2010/main" val="8725458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7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7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39" grpId="0"/>
      <p:bldP spid="40" grpId="0"/>
      <p:bldP spid="42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1963FA4-7445-299C-8B1A-F3E368FD9EDA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4" name="Text Box 7">
              <a:extLst>
                <a:ext uri="{FF2B5EF4-FFF2-40B4-BE49-F238E27FC236}">
                  <a16:creationId xmlns:a16="http://schemas.microsoft.com/office/drawing/2014/main" id="{5D03E238-FF99-71D0-60EF-502AA6BC2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5" name="图片 4" descr="logo">
              <a:extLst>
                <a:ext uri="{FF2B5EF4-FFF2-40B4-BE49-F238E27FC236}">
                  <a16:creationId xmlns:a16="http://schemas.microsoft.com/office/drawing/2014/main" id="{34B3AE1F-61BB-E7EA-340C-9C6C8616C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sp>
        <p:nvSpPr>
          <p:cNvPr id="2" name="TextBox 4">
            <a:extLst>
              <a:ext uri="{FF2B5EF4-FFF2-40B4-BE49-F238E27FC236}">
                <a16:creationId xmlns:a16="http://schemas.microsoft.com/office/drawing/2014/main" id="{6AE18890-5B00-5C00-04D5-B4084358A339}"/>
              </a:ext>
            </a:extLst>
          </p:cNvPr>
          <p:cNvSpPr txBox="1"/>
          <p:nvPr/>
        </p:nvSpPr>
        <p:spPr>
          <a:xfrm>
            <a:off x="947727" y="2803235"/>
            <a:ext cx="615553" cy="26536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软件漏洞</a:t>
            </a:r>
          </a:p>
        </p:txBody>
      </p: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834EFE12-1EA9-AFEC-E92A-1F2A7F3F6E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7032226"/>
              </p:ext>
            </p:extLst>
          </p:nvPr>
        </p:nvGraphicFramePr>
        <p:xfrm>
          <a:off x="272864" y="1595121"/>
          <a:ext cx="7467600" cy="2052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下箭头 2">
            <a:extLst>
              <a:ext uri="{FF2B5EF4-FFF2-40B4-BE49-F238E27FC236}">
                <a16:creationId xmlns:a16="http://schemas.microsoft.com/office/drawing/2014/main" id="{42ADF297-067B-CF23-F53B-FC9CC1934F51}"/>
              </a:ext>
            </a:extLst>
          </p:cNvPr>
          <p:cNvSpPr/>
          <p:nvPr/>
        </p:nvSpPr>
        <p:spPr>
          <a:xfrm>
            <a:off x="4357183" y="3362960"/>
            <a:ext cx="193143" cy="1280160"/>
          </a:xfrm>
          <a:prstGeom prst="downArrow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7">
            <a:extLst>
              <a:ext uri="{FF2B5EF4-FFF2-40B4-BE49-F238E27FC236}">
                <a16:creationId xmlns:a16="http://schemas.microsoft.com/office/drawing/2014/main" id="{881F35FA-C0C3-8D2D-D7ED-B4A4A8F49C1B}"/>
              </a:ext>
            </a:extLst>
          </p:cNvPr>
          <p:cNvSpPr/>
          <p:nvPr/>
        </p:nvSpPr>
        <p:spPr>
          <a:xfrm>
            <a:off x="4804224" y="3525520"/>
            <a:ext cx="2032000" cy="51816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可访问</a:t>
            </a:r>
          </a:p>
        </p:txBody>
      </p:sp>
      <p:sp>
        <p:nvSpPr>
          <p:cNvPr id="16" name="圆角矩形 8">
            <a:extLst>
              <a:ext uri="{FF2B5EF4-FFF2-40B4-BE49-F238E27FC236}">
                <a16:creationId xmlns:a16="http://schemas.microsoft.com/office/drawing/2014/main" id="{93C04A3D-8F53-3C29-FCA7-73E9C3C37EDC}"/>
              </a:ext>
            </a:extLst>
          </p:cNvPr>
          <p:cNvSpPr/>
          <p:nvPr/>
        </p:nvSpPr>
        <p:spPr>
          <a:xfrm>
            <a:off x="4804224" y="4130040"/>
            <a:ext cx="2032000" cy="51816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可利用</a:t>
            </a:r>
          </a:p>
        </p:txBody>
      </p:sp>
      <p:sp>
        <p:nvSpPr>
          <p:cNvPr id="17" name="圆角矩形 9">
            <a:extLst>
              <a:ext uri="{FF2B5EF4-FFF2-40B4-BE49-F238E27FC236}">
                <a16:creationId xmlns:a16="http://schemas.microsoft.com/office/drawing/2014/main" id="{FA01B697-5E97-8D12-FE0B-7C2A436771A4}"/>
              </a:ext>
            </a:extLst>
          </p:cNvPr>
          <p:cNvSpPr/>
          <p:nvPr/>
        </p:nvSpPr>
        <p:spPr>
          <a:xfrm>
            <a:off x="2599504" y="4846320"/>
            <a:ext cx="3870960" cy="69088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软件漏洞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1FE10A-8AA2-9086-A8CC-FF234B9DD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341" y="2010410"/>
            <a:ext cx="451485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4592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  <p:bldP spid="16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1963FA4-7445-299C-8B1A-F3E368FD9EDA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4" name="Text Box 7">
              <a:extLst>
                <a:ext uri="{FF2B5EF4-FFF2-40B4-BE49-F238E27FC236}">
                  <a16:creationId xmlns:a16="http://schemas.microsoft.com/office/drawing/2014/main" id="{5D03E238-FF99-71D0-60EF-502AA6BC2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5" name="图片 4" descr="logo">
              <a:extLst>
                <a:ext uri="{FF2B5EF4-FFF2-40B4-BE49-F238E27FC236}">
                  <a16:creationId xmlns:a16="http://schemas.microsoft.com/office/drawing/2014/main" id="{34B3AE1F-61BB-E7EA-340C-9C6C8616C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3902E11D-886A-8E91-94DA-D8D803490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6049" y="1696717"/>
            <a:ext cx="4897244" cy="3794335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6" name="圆角矩形 6">
            <a:extLst>
              <a:ext uri="{FF2B5EF4-FFF2-40B4-BE49-F238E27FC236}">
                <a16:creationId xmlns:a16="http://schemas.microsoft.com/office/drawing/2014/main" id="{8A79EE26-FE0B-4434-2D89-32635EA4FD1E}"/>
              </a:ext>
            </a:extLst>
          </p:cNvPr>
          <p:cNvSpPr/>
          <p:nvPr/>
        </p:nvSpPr>
        <p:spPr>
          <a:xfrm>
            <a:off x="1859287" y="1696717"/>
            <a:ext cx="4653280" cy="178816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阿丽亚娜火箭五型升空爆炸（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dirty="0"/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一段代码移植自四型火箭，一个变量本该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64bits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，为节约空间使用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16bits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，造成溢出，导致导航系统失效，自毁。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C4217FC-3668-8A71-54D4-64D435984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6049" y="2355892"/>
            <a:ext cx="5094605" cy="2857409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8" name="圆角矩形 8">
            <a:extLst>
              <a:ext uri="{FF2B5EF4-FFF2-40B4-BE49-F238E27FC236}">
                <a16:creationId xmlns:a16="http://schemas.microsoft.com/office/drawing/2014/main" id="{1634A87D-B91C-C1CC-2B7B-BB88FF449730}"/>
              </a:ext>
            </a:extLst>
          </p:cNvPr>
          <p:cNvSpPr/>
          <p:nvPr/>
        </p:nvSpPr>
        <p:spPr>
          <a:xfrm>
            <a:off x="1788167" y="2733037"/>
            <a:ext cx="4724400" cy="210312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美国东北部及加拿大大面积停电（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电控系统竞争条件错误，一个操作的两个独立线程调用同一段代码，导致线程崩溃及连锁反应。</a:t>
            </a:r>
          </a:p>
        </p:txBody>
      </p:sp>
      <p:sp>
        <p:nvSpPr>
          <p:cNvPr id="12" name="圆角矩形 1">
            <a:extLst>
              <a:ext uri="{FF2B5EF4-FFF2-40B4-BE49-F238E27FC236}">
                <a16:creationId xmlns:a16="http://schemas.microsoft.com/office/drawing/2014/main" id="{4951317C-FA4F-6D77-E691-ED8B2E578B01}"/>
              </a:ext>
            </a:extLst>
          </p:cNvPr>
          <p:cNvSpPr/>
          <p:nvPr/>
        </p:nvSpPr>
        <p:spPr>
          <a:xfrm>
            <a:off x="1788167" y="3788407"/>
            <a:ext cx="4724400" cy="209550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火星气候探测卫星解体（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1999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地面控制信号用英制单位发送数据，而卫星软件读取为公制单位，改变导航控制路径，最终坠毁。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D4F379C-B368-3750-82B0-FF22994F87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4279" y="2860947"/>
            <a:ext cx="4978144" cy="302296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14" name="TextBox 4">
            <a:extLst>
              <a:ext uri="{FF2B5EF4-FFF2-40B4-BE49-F238E27FC236}">
                <a16:creationId xmlns:a16="http://schemas.microsoft.com/office/drawing/2014/main" id="{EE5C0323-525B-2F7F-B07A-EFC70E3BA289}"/>
              </a:ext>
            </a:extLst>
          </p:cNvPr>
          <p:cNvSpPr txBox="1"/>
          <p:nvPr/>
        </p:nvSpPr>
        <p:spPr>
          <a:xfrm>
            <a:off x="593326" y="2116184"/>
            <a:ext cx="615553" cy="350955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软件缺陷对经济影响</a:t>
            </a:r>
          </a:p>
        </p:txBody>
      </p:sp>
    </p:spTree>
    <p:extLst>
      <p:ext uri="{BB962C8B-B14F-4D97-AF65-F5344CB8AC3E}">
        <p14:creationId xmlns:p14="http://schemas.microsoft.com/office/powerpoint/2010/main" val="91721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1963FA4-7445-299C-8B1A-F3E368FD9EDA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4" name="Text Box 7">
              <a:extLst>
                <a:ext uri="{FF2B5EF4-FFF2-40B4-BE49-F238E27FC236}">
                  <a16:creationId xmlns:a16="http://schemas.microsoft.com/office/drawing/2014/main" id="{5D03E238-FF99-71D0-60EF-502AA6BC2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5" name="图片 4" descr="logo">
              <a:extLst>
                <a:ext uri="{FF2B5EF4-FFF2-40B4-BE49-F238E27FC236}">
                  <a16:creationId xmlns:a16="http://schemas.microsoft.com/office/drawing/2014/main" id="{34B3AE1F-61BB-E7EA-340C-9C6C8616C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sp>
        <p:nvSpPr>
          <p:cNvPr id="2" name="圆角矩形 6">
            <a:extLst>
              <a:ext uri="{FF2B5EF4-FFF2-40B4-BE49-F238E27FC236}">
                <a16:creationId xmlns:a16="http://schemas.microsoft.com/office/drawing/2014/main" id="{3FD8AE7C-9B15-2F3A-345C-87E2E8526B77}"/>
              </a:ext>
            </a:extLst>
          </p:cNvPr>
          <p:cNvSpPr/>
          <p:nvPr/>
        </p:nvSpPr>
        <p:spPr>
          <a:xfrm>
            <a:off x="1980481" y="1662614"/>
            <a:ext cx="4724400" cy="178816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爱国者导弹软件失灵（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dirty="0"/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雷达软件问题导致无法拦截伊拉克的飞毛腿导弹，兵营被炸，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伤。原因是时间误差。</a:t>
            </a:r>
          </a:p>
        </p:txBody>
      </p:sp>
      <p:sp>
        <p:nvSpPr>
          <p:cNvPr id="10" name="圆角矩形 8">
            <a:extLst>
              <a:ext uri="{FF2B5EF4-FFF2-40B4-BE49-F238E27FC236}">
                <a16:creationId xmlns:a16="http://schemas.microsoft.com/office/drawing/2014/main" id="{63756F11-CA28-5ED5-E2CA-296C9A60C243}"/>
              </a:ext>
            </a:extLst>
          </p:cNvPr>
          <p:cNvSpPr/>
          <p:nvPr/>
        </p:nvSpPr>
        <p:spPr>
          <a:xfrm>
            <a:off x="1980481" y="2556694"/>
            <a:ext cx="4724400" cy="210312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鱼鹰直升机试飞坠毁（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液压系统系统故障，软件认为备份系统没有工作，导致飞机坠毁，四名机组人员遇难。</a:t>
            </a:r>
          </a:p>
        </p:txBody>
      </p:sp>
      <p:sp>
        <p:nvSpPr>
          <p:cNvPr id="11" name="圆角矩形 1">
            <a:extLst>
              <a:ext uri="{FF2B5EF4-FFF2-40B4-BE49-F238E27FC236}">
                <a16:creationId xmlns:a16="http://schemas.microsoft.com/office/drawing/2014/main" id="{B8CE700D-010B-F1F1-3234-A6807E0AB07B}"/>
              </a:ext>
            </a:extLst>
          </p:cNvPr>
          <p:cNvSpPr/>
          <p:nvPr/>
        </p:nvSpPr>
        <p:spPr>
          <a:xfrm>
            <a:off x="1944921" y="3788408"/>
            <a:ext cx="4759960" cy="209550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英国科学家感染计算机病毒（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证明了植入体内的医疗设备中（如心脏起搏器），有感染计算机病毒的风险。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17E63E7-C4D0-BF11-8C54-08164296E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494" y="1672516"/>
            <a:ext cx="4741862" cy="3871476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pic>
        <p:nvPicPr>
          <p:cNvPr id="13" name="Picture 7" descr="]5BI[4SBU8I82PR3PW92I{U">
            <a:extLst>
              <a:ext uri="{FF2B5EF4-FFF2-40B4-BE49-F238E27FC236}">
                <a16:creationId xmlns:a16="http://schemas.microsoft.com/office/drawing/2014/main" id="{7D86415E-B36D-B8A7-2F30-E709D0F08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0118" y="2556694"/>
            <a:ext cx="4858397" cy="245341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9" descr="img201005271250570">
            <a:extLst>
              <a:ext uri="{FF2B5EF4-FFF2-40B4-BE49-F238E27FC236}">
                <a16:creationId xmlns:a16="http://schemas.microsoft.com/office/drawing/2014/main" id="{555253E7-331B-1530-A992-9AEF1D4F6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9667" y="3016662"/>
            <a:ext cx="4743065" cy="3033653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4">
            <a:extLst>
              <a:ext uri="{FF2B5EF4-FFF2-40B4-BE49-F238E27FC236}">
                <a16:creationId xmlns:a16="http://schemas.microsoft.com/office/drawing/2014/main" id="{FF5F268B-AEA8-264F-B3B4-04FDB37B6EB0}"/>
              </a:ext>
            </a:extLst>
          </p:cNvPr>
          <p:cNvSpPr txBox="1"/>
          <p:nvPr/>
        </p:nvSpPr>
        <p:spPr>
          <a:xfrm>
            <a:off x="593326" y="2116184"/>
            <a:ext cx="615553" cy="350955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软件缺陷对生命影响</a:t>
            </a:r>
          </a:p>
        </p:txBody>
      </p:sp>
    </p:spTree>
    <p:extLst>
      <p:ext uri="{BB962C8B-B14F-4D97-AF65-F5344CB8AC3E}">
        <p14:creationId xmlns:p14="http://schemas.microsoft.com/office/powerpoint/2010/main" val="289888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0" grpId="0" animBg="1"/>
      <p:bldP spid="10" grpId="1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1963FA4-7445-299C-8B1A-F3E368FD9EDA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4" name="Text Box 7">
              <a:extLst>
                <a:ext uri="{FF2B5EF4-FFF2-40B4-BE49-F238E27FC236}">
                  <a16:creationId xmlns:a16="http://schemas.microsoft.com/office/drawing/2014/main" id="{5D03E238-FF99-71D0-60EF-502AA6BC2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5" name="图片 4" descr="logo">
              <a:extLst>
                <a:ext uri="{FF2B5EF4-FFF2-40B4-BE49-F238E27FC236}">
                  <a16:creationId xmlns:a16="http://schemas.microsoft.com/office/drawing/2014/main" id="{34B3AE1F-61BB-E7EA-340C-9C6C8616C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sp>
        <p:nvSpPr>
          <p:cNvPr id="2" name="TextBox 6">
            <a:extLst>
              <a:ext uri="{FF2B5EF4-FFF2-40B4-BE49-F238E27FC236}">
                <a16:creationId xmlns:a16="http://schemas.microsoft.com/office/drawing/2014/main" id="{AF0EFA14-6DC4-D9A3-2D26-6F6FEE09E518}"/>
              </a:ext>
            </a:extLst>
          </p:cNvPr>
          <p:cNvSpPr txBox="1"/>
          <p:nvPr/>
        </p:nvSpPr>
        <p:spPr>
          <a:xfrm>
            <a:off x="838215" y="2595678"/>
            <a:ext cx="615553" cy="314762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软件漏洞数量统计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E138A4E-7DC3-94B7-8149-DAAB374FC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684" y="2685504"/>
            <a:ext cx="8705911" cy="3542665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C8D2E18-B42C-98FC-4277-04C64472FD71}"/>
              </a:ext>
            </a:extLst>
          </p:cNvPr>
          <p:cNvSpPr/>
          <p:nvPr/>
        </p:nvSpPr>
        <p:spPr>
          <a:xfrm>
            <a:off x="2168434" y="1184862"/>
            <a:ext cx="7855131" cy="13104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软件缺陷对生命财产影响巨大，更何况软件漏洞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软件厂商对缺陷和漏洞越来越重视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但软件漏洞却逐年增加，为什么？</a:t>
            </a:r>
          </a:p>
        </p:txBody>
      </p:sp>
    </p:spTree>
    <p:extLst>
      <p:ext uri="{BB962C8B-B14F-4D97-AF65-F5344CB8AC3E}">
        <p14:creationId xmlns:p14="http://schemas.microsoft.com/office/powerpoint/2010/main" val="1316541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1963FA4-7445-299C-8B1A-F3E368FD9EDA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4" name="Text Box 7">
              <a:extLst>
                <a:ext uri="{FF2B5EF4-FFF2-40B4-BE49-F238E27FC236}">
                  <a16:creationId xmlns:a16="http://schemas.microsoft.com/office/drawing/2014/main" id="{5D03E238-FF99-71D0-60EF-502AA6BC2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5" name="图片 4" descr="logo">
              <a:extLst>
                <a:ext uri="{FF2B5EF4-FFF2-40B4-BE49-F238E27FC236}">
                  <a16:creationId xmlns:a16="http://schemas.microsoft.com/office/drawing/2014/main" id="{34B3AE1F-61BB-E7EA-340C-9C6C8616C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sp>
        <p:nvSpPr>
          <p:cNvPr id="7" name="TextBox 4">
            <a:extLst>
              <a:ext uri="{FF2B5EF4-FFF2-40B4-BE49-F238E27FC236}">
                <a16:creationId xmlns:a16="http://schemas.microsoft.com/office/drawing/2014/main" id="{BE4EDF87-449E-9B9E-3CA6-A37D8359CA60}"/>
              </a:ext>
            </a:extLst>
          </p:cNvPr>
          <p:cNvSpPr txBox="1"/>
          <p:nvPr/>
        </p:nvSpPr>
        <p:spPr>
          <a:xfrm>
            <a:off x="530233" y="2184154"/>
            <a:ext cx="615553" cy="353194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软件三困境之复杂性</a:t>
            </a:r>
          </a:p>
        </p:txBody>
      </p:sp>
      <p:graphicFrame>
        <p:nvGraphicFramePr>
          <p:cNvPr id="9" name="图示 8">
            <a:extLst>
              <a:ext uri="{FF2B5EF4-FFF2-40B4-BE49-F238E27FC236}">
                <a16:creationId xmlns:a16="http://schemas.microsoft.com/office/drawing/2014/main" id="{33CD668B-37B5-E642-526B-66994514BF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1141190"/>
              </p:ext>
            </p:extLst>
          </p:nvPr>
        </p:nvGraphicFramePr>
        <p:xfrm>
          <a:off x="1588995" y="1476858"/>
          <a:ext cx="4636814" cy="4950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0" name="图示 9">
            <a:extLst>
              <a:ext uri="{FF2B5EF4-FFF2-40B4-BE49-F238E27FC236}">
                <a16:creationId xmlns:a16="http://schemas.microsoft.com/office/drawing/2014/main" id="{93BB9B5A-E5B4-1867-C830-D899987DE9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7364065"/>
              </p:ext>
            </p:extLst>
          </p:nvPr>
        </p:nvGraphicFramePr>
        <p:xfrm>
          <a:off x="6668814" y="1473025"/>
          <a:ext cx="4685176" cy="4954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11" name="圆角矩形 7">
            <a:extLst>
              <a:ext uri="{FF2B5EF4-FFF2-40B4-BE49-F238E27FC236}">
                <a16:creationId xmlns:a16="http://schemas.microsoft.com/office/drawing/2014/main" id="{CAE73ADC-F61E-F418-E83B-9F1445D081EB}"/>
              </a:ext>
            </a:extLst>
          </p:cNvPr>
          <p:cNvSpPr/>
          <p:nvPr/>
        </p:nvSpPr>
        <p:spPr>
          <a:xfrm>
            <a:off x="3595983" y="2828925"/>
            <a:ext cx="5661228" cy="2438400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普通软件工程师开发每千行代码，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BUG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数量是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个左右。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普通软件公司缺陷密度：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4-40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高水平软件公司缺陷密度：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NASA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的软件缺陷密度：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0.1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缺陷大多数不会是漏洞，但一个漏洞足以致命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404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285F883-128E-9F83-328F-899475B3C0C1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500EC6C2-5574-C6C8-2659-F0940DD868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9" name="图片 8" descr="logo">
              <a:extLst>
                <a:ext uri="{FF2B5EF4-FFF2-40B4-BE49-F238E27FC236}">
                  <a16:creationId xmlns:a16="http://schemas.microsoft.com/office/drawing/2014/main" id="{ED442DDC-350D-CBDF-E180-782F3043CD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sp>
        <p:nvSpPr>
          <p:cNvPr id="10" name="TextBox 4">
            <a:extLst>
              <a:ext uri="{FF2B5EF4-FFF2-40B4-BE49-F238E27FC236}">
                <a16:creationId xmlns:a16="http://schemas.microsoft.com/office/drawing/2014/main" id="{F08FEE60-43B7-C65B-3853-2A44065D4E7A}"/>
              </a:ext>
            </a:extLst>
          </p:cNvPr>
          <p:cNvSpPr txBox="1"/>
          <p:nvPr/>
        </p:nvSpPr>
        <p:spPr>
          <a:xfrm>
            <a:off x="530438" y="2276675"/>
            <a:ext cx="615553" cy="26536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软件的高连通性</a:t>
            </a:r>
          </a:p>
        </p:txBody>
      </p: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F594C503-4712-2B2D-0816-8EF1363290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9779577"/>
              </p:ext>
            </p:extLst>
          </p:nvPr>
        </p:nvGraphicFramePr>
        <p:xfrm>
          <a:off x="1686560" y="2042159"/>
          <a:ext cx="5222240" cy="40961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1D682D94-5CA8-AF8A-6DC3-EE830CBF42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3940" y="2481496"/>
            <a:ext cx="5093362" cy="30781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75971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1963FA4-7445-299C-8B1A-F3E368FD9EDA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4" name="Text Box 7">
              <a:extLst>
                <a:ext uri="{FF2B5EF4-FFF2-40B4-BE49-F238E27FC236}">
                  <a16:creationId xmlns:a16="http://schemas.microsoft.com/office/drawing/2014/main" id="{5D03E238-FF99-71D0-60EF-502AA6BC2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5" name="图片 4" descr="logo">
              <a:extLst>
                <a:ext uri="{FF2B5EF4-FFF2-40B4-BE49-F238E27FC236}">
                  <a16:creationId xmlns:a16="http://schemas.microsoft.com/office/drawing/2014/main" id="{34B3AE1F-61BB-E7EA-340C-9C6C8616C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sp>
        <p:nvSpPr>
          <p:cNvPr id="2" name="TextBox 4">
            <a:extLst>
              <a:ext uri="{FF2B5EF4-FFF2-40B4-BE49-F238E27FC236}">
                <a16:creationId xmlns:a16="http://schemas.microsoft.com/office/drawing/2014/main" id="{6147CFEE-03EA-F3B8-5D10-AB48DF7E0FB2}"/>
              </a:ext>
            </a:extLst>
          </p:cNvPr>
          <p:cNvSpPr txBox="1"/>
          <p:nvPr/>
        </p:nvSpPr>
        <p:spPr>
          <a:xfrm>
            <a:off x="530438" y="2276675"/>
            <a:ext cx="615553" cy="26536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软件的扩展性</a:t>
            </a:r>
          </a:p>
        </p:txBody>
      </p: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237DD9A6-E940-9D20-54EB-3A53594227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8557786"/>
              </p:ext>
            </p:extLst>
          </p:nvPr>
        </p:nvGraphicFramePr>
        <p:xfrm>
          <a:off x="1619855" y="1886885"/>
          <a:ext cx="6319520" cy="3994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88C93374-D1AF-B436-BD68-827A41DF11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4019" y="1690743"/>
            <a:ext cx="3445475" cy="18443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75380EA-1A04-7EC7-661B-369F3757479C}"/>
              </a:ext>
            </a:extLst>
          </p:cNvPr>
          <p:cNvSpPr/>
          <p:nvPr/>
        </p:nvSpPr>
        <p:spPr>
          <a:xfrm>
            <a:off x="8413239" y="4453055"/>
            <a:ext cx="3215811" cy="14284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的驱动器扩展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浏览器的插件扩展</a:t>
            </a:r>
          </a:p>
        </p:txBody>
      </p:sp>
    </p:spTree>
    <p:extLst>
      <p:ext uri="{BB962C8B-B14F-4D97-AF65-F5344CB8AC3E}">
        <p14:creationId xmlns:p14="http://schemas.microsoft.com/office/powerpoint/2010/main" val="786661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1963FA4-7445-299C-8B1A-F3E368FD9EDA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4" name="Text Box 7">
              <a:extLst>
                <a:ext uri="{FF2B5EF4-FFF2-40B4-BE49-F238E27FC236}">
                  <a16:creationId xmlns:a16="http://schemas.microsoft.com/office/drawing/2014/main" id="{5D03E238-FF99-71D0-60EF-502AA6BC2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5" name="图片 4" descr="logo">
              <a:extLst>
                <a:ext uri="{FF2B5EF4-FFF2-40B4-BE49-F238E27FC236}">
                  <a16:creationId xmlns:a16="http://schemas.microsoft.com/office/drawing/2014/main" id="{34B3AE1F-61BB-E7EA-340C-9C6C8616C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D69F35BD-055E-13F8-720C-805597355A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3771467"/>
              </p:ext>
            </p:extLst>
          </p:nvPr>
        </p:nvGraphicFramePr>
        <p:xfrm>
          <a:off x="2032000" y="3230880"/>
          <a:ext cx="9641840" cy="29074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圆角矩形 4">
            <a:extLst>
              <a:ext uri="{FF2B5EF4-FFF2-40B4-BE49-F238E27FC236}">
                <a16:creationId xmlns:a16="http://schemas.microsoft.com/office/drawing/2014/main" id="{1EF31C57-0927-B54E-40C0-86A371AF654C}"/>
              </a:ext>
            </a:extLst>
          </p:cNvPr>
          <p:cNvSpPr/>
          <p:nvPr/>
        </p:nvSpPr>
        <p:spPr>
          <a:xfrm>
            <a:off x="2987040" y="1899919"/>
            <a:ext cx="6248400" cy="1149673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软件内存漏洞成为安全界桂冠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内存空间的精彩对弈</a:t>
            </a:r>
          </a:p>
        </p:txBody>
      </p:sp>
    </p:spTree>
    <p:extLst>
      <p:ext uri="{BB962C8B-B14F-4D97-AF65-F5344CB8AC3E}">
        <p14:creationId xmlns:p14="http://schemas.microsoft.com/office/powerpoint/2010/main" val="364499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1963FA4-7445-299C-8B1A-F3E368FD9EDA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4" name="Text Box 7">
              <a:extLst>
                <a:ext uri="{FF2B5EF4-FFF2-40B4-BE49-F238E27FC236}">
                  <a16:creationId xmlns:a16="http://schemas.microsoft.com/office/drawing/2014/main" id="{5D03E238-FF99-71D0-60EF-502AA6BC2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5" name="图片 4" descr="logo">
              <a:extLst>
                <a:ext uri="{FF2B5EF4-FFF2-40B4-BE49-F238E27FC236}">
                  <a16:creationId xmlns:a16="http://schemas.microsoft.com/office/drawing/2014/main" id="{34B3AE1F-61BB-E7EA-340C-9C6C8616C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50CBAFB8-B0C3-4ABB-2297-4DD7E25294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1958740"/>
              </p:ext>
            </p:extLst>
          </p:nvPr>
        </p:nvGraphicFramePr>
        <p:xfrm>
          <a:off x="2710180" y="2016760"/>
          <a:ext cx="7205980" cy="38789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115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1963FA4-7445-299C-8B1A-F3E368FD9EDA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4" name="Text Box 7">
              <a:extLst>
                <a:ext uri="{FF2B5EF4-FFF2-40B4-BE49-F238E27FC236}">
                  <a16:creationId xmlns:a16="http://schemas.microsoft.com/office/drawing/2014/main" id="{5D03E238-FF99-71D0-60EF-502AA6BC2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5" name="图片 4" descr="logo">
              <a:extLst>
                <a:ext uri="{FF2B5EF4-FFF2-40B4-BE49-F238E27FC236}">
                  <a16:creationId xmlns:a16="http://schemas.microsoft.com/office/drawing/2014/main" id="{34B3AE1F-61BB-E7EA-340C-9C6C8616C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8BE11C80-5D26-008B-59B1-240AB923DB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7775262"/>
              </p:ext>
            </p:extLst>
          </p:nvPr>
        </p:nvGraphicFramePr>
        <p:xfrm>
          <a:off x="4175760" y="1950720"/>
          <a:ext cx="6868160" cy="4187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圆角矩形 33">
            <a:extLst>
              <a:ext uri="{FF2B5EF4-FFF2-40B4-BE49-F238E27FC236}">
                <a16:creationId xmlns:a16="http://schemas.microsoft.com/office/drawing/2014/main" id="{5DE3330E-013D-1942-5253-46615F20BDCA}"/>
              </a:ext>
            </a:extLst>
          </p:cNvPr>
          <p:cNvSpPr/>
          <p:nvPr/>
        </p:nvSpPr>
        <p:spPr>
          <a:xfrm>
            <a:off x="599707" y="3391386"/>
            <a:ext cx="2844800" cy="1033387"/>
          </a:xfrm>
          <a:prstGeom prst="roundRect">
            <a:avLst/>
          </a:prstGeom>
          <a:solidFill>
            <a:schemeClr val="tx1">
              <a:lumMod val="75000"/>
            </a:schemeClr>
          </a:solidFill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perspectiveAbove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内存安全违规类</a:t>
            </a:r>
          </a:p>
        </p:txBody>
      </p:sp>
    </p:spTree>
    <p:extLst>
      <p:ext uri="{BB962C8B-B14F-4D97-AF65-F5344CB8AC3E}">
        <p14:creationId xmlns:p14="http://schemas.microsoft.com/office/powerpoint/2010/main" val="178024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1963FA4-7445-299C-8B1A-F3E368FD9EDA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4" name="Text Box 7">
              <a:extLst>
                <a:ext uri="{FF2B5EF4-FFF2-40B4-BE49-F238E27FC236}">
                  <a16:creationId xmlns:a16="http://schemas.microsoft.com/office/drawing/2014/main" id="{5D03E238-FF99-71D0-60EF-502AA6BC2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5" name="图片 4" descr="logo">
              <a:extLst>
                <a:ext uri="{FF2B5EF4-FFF2-40B4-BE49-F238E27FC236}">
                  <a16:creationId xmlns:a16="http://schemas.microsoft.com/office/drawing/2014/main" id="{34B3AE1F-61BB-E7EA-340C-9C6C8616C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sp>
        <p:nvSpPr>
          <p:cNvPr id="2" name="圆角矩形 4">
            <a:extLst>
              <a:ext uri="{FF2B5EF4-FFF2-40B4-BE49-F238E27FC236}">
                <a16:creationId xmlns:a16="http://schemas.microsoft.com/office/drawing/2014/main" id="{1A9C4E0D-9AD7-1374-FA15-719020940F25}"/>
              </a:ext>
            </a:extLst>
          </p:cNvPr>
          <p:cNvSpPr/>
          <p:nvPr/>
        </p:nvSpPr>
        <p:spPr>
          <a:xfrm>
            <a:off x="1422667" y="3269466"/>
            <a:ext cx="2844800" cy="1033387"/>
          </a:xfrm>
          <a:prstGeom prst="roundRect">
            <a:avLst/>
          </a:prstGeom>
          <a:solidFill>
            <a:schemeClr val="tx1">
              <a:lumMod val="75000"/>
            </a:schemeClr>
          </a:solidFill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perspectiveAbove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输入验证类</a:t>
            </a:r>
          </a:p>
        </p:txBody>
      </p: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4F64FC55-5357-AFB3-B682-2015C6C475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5597823"/>
              </p:ext>
            </p:extLst>
          </p:nvPr>
        </p:nvGraphicFramePr>
        <p:xfrm>
          <a:off x="4965700" y="2006600"/>
          <a:ext cx="6248400" cy="3826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2485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1963FA4-7445-299C-8B1A-F3E368FD9EDA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4" name="Text Box 7">
              <a:extLst>
                <a:ext uri="{FF2B5EF4-FFF2-40B4-BE49-F238E27FC236}">
                  <a16:creationId xmlns:a16="http://schemas.microsoft.com/office/drawing/2014/main" id="{5D03E238-FF99-71D0-60EF-502AA6BC2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5" name="图片 4" descr="logo">
              <a:extLst>
                <a:ext uri="{FF2B5EF4-FFF2-40B4-BE49-F238E27FC236}">
                  <a16:creationId xmlns:a16="http://schemas.microsoft.com/office/drawing/2014/main" id="{34B3AE1F-61BB-E7EA-340C-9C6C8616C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sp>
        <p:nvSpPr>
          <p:cNvPr id="2" name="圆角矩形 4">
            <a:extLst>
              <a:ext uri="{FF2B5EF4-FFF2-40B4-BE49-F238E27FC236}">
                <a16:creationId xmlns:a16="http://schemas.microsoft.com/office/drawing/2014/main" id="{EE7E96D1-37C9-2E77-434F-A19EE4289A1E}"/>
              </a:ext>
            </a:extLst>
          </p:cNvPr>
          <p:cNvSpPr/>
          <p:nvPr/>
        </p:nvSpPr>
        <p:spPr>
          <a:xfrm>
            <a:off x="1100595" y="2146786"/>
            <a:ext cx="2844800" cy="1033387"/>
          </a:xfrm>
          <a:prstGeom prst="roundRect">
            <a:avLst/>
          </a:prstGeom>
          <a:solidFill>
            <a:schemeClr val="tx1">
              <a:lumMod val="75000"/>
            </a:schemeClr>
          </a:solidFill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perspectiveAbove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竞争条件类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F6C42A4-121E-DF02-C8C3-AA316739F8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358" y="1117191"/>
            <a:ext cx="4953000" cy="4953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B93435C-DBB5-B7FE-1FF6-382A32CAA5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1008" y="5174702"/>
            <a:ext cx="566738" cy="5073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A99A7D0-9A31-DDC1-2801-233C66BDB9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308" y="3816051"/>
            <a:ext cx="246079" cy="260276"/>
          </a:xfrm>
          <a:prstGeom prst="rect">
            <a:avLst/>
          </a:prstGeom>
        </p:spPr>
      </p:pic>
      <p:sp>
        <p:nvSpPr>
          <p:cNvPr id="9" name="单圆角矩形 8">
            <a:extLst>
              <a:ext uri="{FF2B5EF4-FFF2-40B4-BE49-F238E27FC236}">
                <a16:creationId xmlns:a16="http://schemas.microsoft.com/office/drawing/2014/main" id="{D9D8F208-8C8D-4C78-513C-DDD21F45F574}"/>
              </a:ext>
            </a:extLst>
          </p:cNvPr>
          <p:cNvSpPr/>
          <p:nvPr/>
        </p:nvSpPr>
        <p:spPr>
          <a:xfrm>
            <a:off x="409575" y="3688659"/>
            <a:ext cx="4318000" cy="2088374"/>
          </a:xfrm>
          <a:prstGeom prst="round1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发生在</a:t>
            </a:r>
            <a:r>
              <a:rPr lang="zh-CN" altLang="en-US" sz="2400" dirty="0"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多线程（进程）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检查时与使用时，状态不一致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例如：数据库事务与锁</a:t>
            </a:r>
          </a:p>
        </p:txBody>
      </p:sp>
    </p:spTree>
    <p:extLst>
      <p:ext uri="{BB962C8B-B14F-4D97-AF65-F5344CB8AC3E}">
        <p14:creationId xmlns:p14="http://schemas.microsoft.com/office/powerpoint/2010/main" val="161166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9167E-6 4.81481E-6 L -2.29167E-6 -0.25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25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1963FA4-7445-299C-8B1A-F3E368FD9EDA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4" name="Text Box 7">
              <a:extLst>
                <a:ext uri="{FF2B5EF4-FFF2-40B4-BE49-F238E27FC236}">
                  <a16:creationId xmlns:a16="http://schemas.microsoft.com/office/drawing/2014/main" id="{5D03E238-FF99-71D0-60EF-502AA6BC2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5" name="图片 4" descr="logo">
              <a:extLst>
                <a:ext uri="{FF2B5EF4-FFF2-40B4-BE49-F238E27FC236}">
                  <a16:creationId xmlns:a16="http://schemas.microsoft.com/office/drawing/2014/main" id="{34B3AE1F-61BB-E7EA-340C-9C6C8616C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sp>
        <p:nvSpPr>
          <p:cNvPr id="2" name="圆角矩形 4">
            <a:extLst>
              <a:ext uri="{FF2B5EF4-FFF2-40B4-BE49-F238E27FC236}">
                <a16:creationId xmlns:a16="http://schemas.microsoft.com/office/drawing/2014/main" id="{B8AB02F0-D5AD-2B15-AF00-4A0C5E8A4BA0}"/>
              </a:ext>
            </a:extLst>
          </p:cNvPr>
          <p:cNvSpPr/>
          <p:nvPr/>
        </p:nvSpPr>
        <p:spPr>
          <a:xfrm>
            <a:off x="694194" y="3150086"/>
            <a:ext cx="3242805" cy="1033387"/>
          </a:xfrm>
          <a:prstGeom prst="roundRect">
            <a:avLst/>
          </a:prstGeom>
          <a:solidFill>
            <a:schemeClr val="tx1">
              <a:lumMod val="75000"/>
            </a:schemeClr>
          </a:solidFill>
          <a:effectLst>
            <a:glow rad="101600">
              <a:schemeClr val="accent2">
                <a:satMod val="175000"/>
                <a:alpha val="40000"/>
              </a:schemeClr>
            </a:glow>
          </a:effectLst>
          <a:scene3d>
            <a:camera prst="perspectiveAbove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权限混淆与提升类</a:t>
            </a:r>
          </a:p>
        </p:txBody>
      </p: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AF377154-5C26-A8F5-10FE-3FB93E52EF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7956558"/>
              </p:ext>
            </p:extLst>
          </p:nvPr>
        </p:nvGraphicFramePr>
        <p:xfrm>
          <a:off x="4057650" y="1774706"/>
          <a:ext cx="6940550" cy="4106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3519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 36"/>
          <p:cNvSpPr/>
          <p:nvPr/>
        </p:nvSpPr>
        <p:spPr>
          <a:xfrm>
            <a:off x="1906804" y="2787202"/>
            <a:ext cx="8347401" cy="1514565"/>
          </a:xfrm>
          <a:custGeom>
            <a:avLst/>
            <a:gdLst>
              <a:gd name="connsiteX0" fmla="*/ 0 w 5689600"/>
              <a:gd name="connsiteY0" fmla="*/ 1079512 h 1079512"/>
              <a:gd name="connsiteX1" fmla="*/ 1917700 w 5689600"/>
              <a:gd name="connsiteY1" fmla="*/ 12 h 1079512"/>
              <a:gd name="connsiteX2" fmla="*/ 3810000 w 5689600"/>
              <a:gd name="connsiteY2" fmla="*/ 1054112 h 1079512"/>
              <a:gd name="connsiteX3" fmla="*/ 5689600 w 5689600"/>
              <a:gd name="connsiteY3" fmla="*/ 12712 h 1079512"/>
              <a:gd name="connsiteX0" fmla="*/ 0 w 7762075"/>
              <a:gd name="connsiteY0" fmla="*/ 1079512 h 1079512"/>
              <a:gd name="connsiteX1" fmla="*/ 1917700 w 7762075"/>
              <a:gd name="connsiteY1" fmla="*/ 12 h 1079512"/>
              <a:gd name="connsiteX2" fmla="*/ 3810000 w 7762075"/>
              <a:gd name="connsiteY2" fmla="*/ 1054112 h 1079512"/>
              <a:gd name="connsiteX3" fmla="*/ 7762075 w 7762075"/>
              <a:gd name="connsiteY3" fmla="*/ 887355 h 1079512"/>
              <a:gd name="connsiteX0" fmla="*/ 0 w 7762075"/>
              <a:gd name="connsiteY0" fmla="*/ 1258016 h 1258016"/>
              <a:gd name="connsiteX1" fmla="*/ 1917700 w 7762075"/>
              <a:gd name="connsiteY1" fmla="*/ 178516 h 1258016"/>
              <a:gd name="connsiteX2" fmla="*/ 3810000 w 7762075"/>
              <a:gd name="connsiteY2" fmla="*/ 1232616 h 1258016"/>
              <a:gd name="connsiteX3" fmla="*/ 6120167 w 7762075"/>
              <a:gd name="connsiteY3" fmla="*/ 511 h 1258016"/>
              <a:gd name="connsiteX4" fmla="*/ 7762075 w 7762075"/>
              <a:gd name="connsiteY4" fmla="*/ 1065859 h 1258016"/>
              <a:gd name="connsiteX0" fmla="*/ 0 w 7872948"/>
              <a:gd name="connsiteY0" fmla="*/ 1257930 h 1296609"/>
              <a:gd name="connsiteX1" fmla="*/ 1917700 w 7872948"/>
              <a:gd name="connsiteY1" fmla="*/ 178430 h 1296609"/>
              <a:gd name="connsiteX2" fmla="*/ 3810000 w 7872948"/>
              <a:gd name="connsiteY2" fmla="*/ 1232530 h 1296609"/>
              <a:gd name="connsiteX3" fmla="*/ 6120167 w 7872948"/>
              <a:gd name="connsiteY3" fmla="*/ 425 h 1296609"/>
              <a:gd name="connsiteX4" fmla="*/ 7872948 w 7872948"/>
              <a:gd name="connsiteY4" fmla="*/ 1296361 h 1296609"/>
              <a:gd name="connsiteX0" fmla="*/ 0 w 7872948"/>
              <a:gd name="connsiteY0" fmla="*/ 1257930 h 1296609"/>
              <a:gd name="connsiteX1" fmla="*/ 1650430 w 7872948"/>
              <a:gd name="connsiteY1" fmla="*/ 263677 h 1296609"/>
              <a:gd name="connsiteX2" fmla="*/ 3810000 w 7872948"/>
              <a:gd name="connsiteY2" fmla="*/ 1232530 h 1296609"/>
              <a:gd name="connsiteX3" fmla="*/ 6120167 w 7872948"/>
              <a:gd name="connsiteY3" fmla="*/ 425 h 1296609"/>
              <a:gd name="connsiteX4" fmla="*/ 7872948 w 7872948"/>
              <a:gd name="connsiteY4" fmla="*/ 1296361 h 1296609"/>
              <a:gd name="connsiteX0" fmla="*/ 0 w 7872948"/>
              <a:gd name="connsiteY0" fmla="*/ 1257930 h 1296609"/>
              <a:gd name="connsiteX1" fmla="*/ 1650430 w 7872948"/>
              <a:gd name="connsiteY1" fmla="*/ 263677 h 1296609"/>
              <a:gd name="connsiteX2" fmla="*/ 3430071 w 7872948"/>
              <a:gd name="connsiteY2" fmla="*/ 1226591 h 1296609"/>
              <a:gd name="connsiteX3" fmla="*/ 6120167 w 7872948"/>
              <a:gd name="connsiteY3" fmla="*/ 425 h 1296609"/>
              <a:gd name="connsiteX4" fmla="*/ 7872948 w 7872948"/>
              <a:gd name="connsiteY4" fmla="*/ 1296361 h 1296609"/>
              <a:gd name="connsiteX0" fmla="*/ 0 w 7872948"/>
              <a:gd name="connsiteY0" fmla="*/ 1191562 h 1230254"/>
              <a:gd name="connsiteX1" fmla="*/ 1650430 w 7872948"/>
              <a:gd name="connsiteY1" fmla="*/ 197309 h 1230254"/>
              <a:gd name="connsiteX2" fmla="*/ 3430071 w 7872948"/>
              <a:gd name="connsiteY2" fmla="*/ 1160223 h 1230254"/>
              <a:gd name="connsiteX3" fmla="*/ 5639957 w 7872948"/>
              <a:gd name="connsiteY3" fmla="*/ 447 h 1230254"/>
              <a:gd name="connsiteX4" fmla="*/ 7872948 w 7872948"/>
              <a:gd name="connsiteY4" fmla="*/ 1229993 h 1230254"/>
              <a:gd name="connsiteX0" fmla="*/ 0 w 7681228"/>
              <a:gd name="connsiteY0" fmla="*/ 1191632 h 1191632"/>
              <a:gd name="connsiteX1" fmla="*/ 1650430 w 7681228"/>
              <a:gd name="connsiteY1" fmla="*/ 197379 h 1191632"/>
              <a:gd name="connsiteX2" fmla="*/ 3430071 w 7681228"/>
              <a:gd name="connsiteY2" fmla="*/ 1160293 h 1191632"/>
              <a:gd name="connsiteX3" fmla="*/ 5639957 w 7681228"/>
              <a:gd name="connsiteY3" fmla="*/ 517 h 1191632"/>
              <a:gd name="connsiteX4" fmla="*/ 7681228 w 7681228"/>
              <a:gd name="connsiteY4" fmla="*/ 1053214 h 1191632"/>
              <a:gd name="connsiteX0" fmla="*/ 0 w 7681228"/>
              <a:gd name="connsiteY0" fmla="*/ 1191576 h 1191576"/>
              <a:gd name="connsiteX1" fmla="*/ 1650430 w 7681228"/>
              <a:gd name="connsiteY1" fmla="*/ 197323 h 1191576"/>
              <a:gd name="connsiteX2" fmla="*/ 3430071 w 7681228"/>
              <a:gd name="connsiteY2" fmla="*/ 1160237 h 1191576"/>
              <a:gd name="connsiteX3" fmla="*/ 5639957 w 7681228"/>
              <a:gd name="connsiteY3" fmla="*/ 461 h 1191576"/>
              <a:gd name="connsiteX4" fmla="*/ 7681228 w 7681228"/>
              <a:gd name="connsiteY4" fmla="*/ 1053158 h 1191576"/>
              <a:gd name="connsiteX0" fmla="*/ 0 w 7826216"/>
              <a:gd name="connsiteY0" fmla="*/ 1191456 h 1508838"/>
              <a:gd name="connsiteX1" fmla="*/ 1650430 w 7826216"/>
              <a:gd name="connsiteY1" fmla="*/ 197203 h 1508838"/>
              <a:gd name="connsiteX2" fmla="*/ 3430071 w 7826216"/>
              <a:gd name="connsiteY2" fmla="*/ 1160117 h 1508838"/>
              <a:gd name="connsiteX3" fmla="*/ 5639957 w 7826216"/>
              <a:gd name="connsiteY3" fmla="*/ 341 h 1508838"/>
              <a:gd name="connsiteX4" fmla="*/ 7826216 w 7826216"/>
              <a:gd name="connsiteY4" fmla="*/ 1498311 h 1508838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430071 w 7826216"/>
              <a:gd name="connsiteY2" fmla="*/ 977278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737105 w 7826216"/>
              <a:gd name="connsiteY2" fmla="*/ 1136304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737105 w 7826216"/>
              <a:gd name="connsiteY2" fmla="*/ 1136304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737105 w 7826216"/>
              <a:gd name="connsiteY2" fmla="*/ 1136304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994938 h 1314128"/>
              <a:gd name="connsiteX1" fmla="*/ 1650430 w 7826216"/>
              <a:gd name="connsiteY1" fmla="*/ 685 h 1314128"/>
              <a:gd name="connsiteX2" fmla="*/ 3737105 w 7826216"/>
              <a:gd name="connsiteY2" fmla="*/ 1122625 h 1314128"/>
              <a:gd name="connsiteX3" fmla="*/ 5946991 w 7826216"/>
              <a:gd name="connsiteY3" fmla="*/ 66216 h 1314128"/>
              <a:gd name="connsiteX4" fmla="*/ 7826216 w 7826216"/>
              <a:gd name="connsiteY4" fmla="*/ 1301793 h 1314128"/>
              <a:gd name="connsiteX0" fmla="*/ 0 w 7826216"/>
              <a:gd name="connsiteY0" fmla="*/ 929125 h 1248315"/>
              <a:gd name="connsiteX1" fmla="*/ 1641902 w 7826216"/>
              <a:gd name="connsiteY1" fmla="*/ 30287 h 1248315"/>
              <a:gd name="connsiteX2" fmla="*/ 3737105 w 7826216"/>
              <a:gd name="connsiteY2" fmla="*/ 1056812 h 1248315"/>
              <a:gd name="connsiteX3" fmla="*/ 5946991 w 7826216"/>
              <a:gd name="connsiteY3" fmla="*/ 403 h 1248315"/>
              <a:gd name="connsiteX4" fmla="*/ 7826216 w 7826216"/>
              <a:gd name="connsiteY4" fmla="*/ 1235980 h 1248315"/>
              <a:gd name="connsiteX0" fmla="*/ 0 w 7826216"/>
              <a:gd name="connsiteY0" fmla="*/ 929125 h 1248315"/>
              <a:gd name="connsiteX1" fmla="*/ 1641902 w 7826216"/>
              <a:gd name="connsiteY1" fmla="*/ 30287 h 1248315"/>
              <a:gd name="connsiteX2" fmla="*/ 3941795 w 7826216"/>
              <a:gd name="connsiteY2" fmla="*/ 1088617 h 1248315"/>
              <a:gd name="connsiteX3" fmla="*/ 5946991 w 7826216"/>
              <a:gd name="connsiteY3" fmla="*/ 403 h 1248315"/>
              <a:gd name="connsiteX4" fmla="*/ 7826216 w 7826216"/>
              <a:gd name="connsiteY4" fmla="*/ 1235980 h 1248315"/>
              <a:gd name="connsiteX0" fmla="*/ 0 w 7698285"/>
              <a:gd name="connsiteY0" fmla="*/ 929138 h 1201018"/>
              <a:gd name="connsiteX1" fmla="*/ 1641902 w 7698285"/>
              <a:gd name="connsiteY1" fmla="*/ 30300 h 1201018"/>
              <a:gd name="connsiteX2" fmla="*/ 3941795 w 7698285"/>
              <a:gd name="connsiteY2" fmla="*/ 1088630 h 1201018"/>
              <a:gd name="connsiteX3" fmla="*/ 5946991 w 7698285"/>
              <a:gd name="connsiteY3" fmla="*/ 416 h 1201018"/>
              <a:gd name="connsiteX4" fmla="*/ 7698285 w 7698285"/>
              <a:gd name="connsiteY4" fmla="*/ 1188285 h 1201018"/>
              <a:gd name="connsiteX0" fmla="*/ 0 w 7698285"/>
              <a:gd name="connsiteY0" fmla="*/ 929194 h 1188341"/>
              <a:gd name="connsiteX1" fmla="*/ 1641902 w 7698285"/>
              <a:gd name="connsiteY1" fmla="*/ 30356 h 1188341"/>
              <a:gd name="connsiteX2" fmla="*/ 3941795 w 7698285"/>
              <a:gd name="connsiteY2" fmla="*/ 1088686 h 1188341"/>
              <a:gd name="connsiteX3" fmla="*/ 5946991 w 7698285"/>
              <a:gd name="connsiteY3" fmla="*/ 472 h 1188341"/>
              <a:gd name="connsiteX4" fmla="*/ 7698285 w 7698285"/>
              <a:gd name="connsiteY4" fmla="*/ 1188341 h 1188341"/>
              <a:gd name="connsiteX0" fmla="*/ 0 w 7766515"/>
              <a:gd name="connsiteY0" fmla="*/ 1064367 h 1188341"/>
              <a:gd name="connsiteX1" fmla="*/ 1710132 w 7766515"/>
              <a:gd name="connsiteY1" fmla="*/ 30356 h 1188341"/>
              <a:gd name="connsiteX2" fmla="*/ 4010025 w 7766515"/>
              <a:gd name="connsiteY2" fmla="*/ 1088686 h 1188341"/>
              <a:gd name="connsiteX3" fmla="*/ 6015221 w 7766515"/>
              <a:gd name="connsiteY3" fmla="*/ 472 h 1188341"/>
              <a:gd name="connsiteX4" fmla="*/ 7766515 w 7766515"/>
              <a:gd name="connsiteY4" fmla="*/ 1188341 h 1188341"/>
              <a:gd name="connsiteX0" fmla="*/ 0 w 7809158"/>
              <a:gd name="connsiteY0" fmla="*/ 682705 h 1188341"/>
              <a:gd name="connsiteX1" fmla="*/ 1752775 w 7809158"/>
              <a:gd name="connsiteY1" fmla="*/ 30356 h 1188341"/>
              <a:gd name="connsiteX2" fmla="*/ 4052668 w 7809158"/>
              <a:gd name="connsiteY2" fmla="*/ 1088686 h 1188341"/>
              <a:gd name="connsiteX3" fmla="*/ 6057864 w 7809158"/>
              <a:gd name="connsiteY3" fmla="*/ 472 h 1188341"/>
              <a:gd name="connsiteX4" fmla="*/ 7809158 w 7809158"/>
              <a:gd name="connsiteY4" fmla="*/ 1188341 h 1188341"/>
              <a:gd name="connsiteX0" fmla="*/ 0 w 7809158"/>
              <a:gd name="connsiteY0" fmla="*/ 682705 h 1188341"/>
              <a:gd name="connsiteX1" fmla="*/ 1752775 w 7809158"/>
              <a:gd name="connsiteY1" fmla="*/ 30356 h 1188341"/>
              <a:gd name="connsiteX2" fmla="*/ 4052668 w 7809158"/>
              <a:gd name="connsiteY2" fmla="*/ 1088686 h 1188341"/>
              <a:gd name="connsiteX3" fmla="*/ 6057864 w 7809158"/>
              <a:gd name="connsiteY3" fmla="*/ 472 h 1188341"/>
              <a:gd name="connsiteX4" fmla="*/ 7809158 w 7809158"/>
              <a:gd name="connsiteY4" fmla="*/ 1188341 h 1188341"/>
              <a:gd name="connsiteX0" fmla="*/ 0 w 7800630"/>
              <a:gd name="connsiteY0" fmla="*/ 1104124 h 1188341"/>
              <a:gd name="connsiteX1" fmla="*/ 1744247 w 7800630"/>
              <a:gd name="connsiteY1" fmla="*/ 30356 h 1188341"/>
              <a:gd name="connsiteX2" fmla="*/ 4044140 w 7800630"/>
              <a:gd name="connsiteY2" fmla="*/ 1088686 h 1188341"/>
              <a:gd name="connsiteX3" fmla="*/ 6049336 w 7800630"/>
              <a:gd name="connsiteY3" fmla="*/ 472 h 1188341"/>
              <a:gd name="connsiteX4" fmla="*/ 7800630 w 7800630"/>
              <a:gd name="connsiteY4" fmla="*/ 1188341 h 1188341"/>
              <a:gd name="connsiteX0" fmla="*/ 0 w 7800630"/>
              <a:gd name="connsiteY0" fmla="*/ 1120027 h 1188341"/>
              <a:gd name="connsiteX1" fmla="*/ 1744247 w 7800630"/>
              <a:gd name="connsiteY1" fmla="*/ 30356 h 1188341"/>
              <a:gd name="connsiteX2" fmla="*/ 4044140 w 7800630"/>
              <a:gd name="connsiteY2" fmla="*/ 1088686 h 1188341"/>
              <a:gd name="connsiteX3" fmla="*/ 6049336 w 7800630"/>
              <a:gd name="connsiteY3" fmla="*/ 472 h 1188341"/>
              <a:gd name="connsiteX4" fmla="*/ 7800630 w 7800630"/>
              <a:gd name="connsiteY4" fmla="*/ 1188341 h 1188341"/>
              <a:gd name="connsiteX0" fmla="*/ 0 w 7800630"/>
              <a:gd name="connsiteY0" fmla="*/ 1120027 h 1188341"/>
              <a:gd name="connsiteX1" fmla="*/ 1744247 w 7800630"/>
              <a:gd name="connsiteY1" fmla="*/ 30356 h 1188341"/>
              <a:gd name="connsiteX2" fmla="*/ 4044140 w 7800630"/>
              <a:gd name="connsiteY2" fmla="*/ 1088686 h 1188341"/>
              <a:gd name="connsiteX3" fmla="*/ 6049336 w 7800630"/>
              <a:gd name="connsiteY3" fmla="*/ 472 h 1188341"/>
              <a:gd name="connsiteX4" fmla="*/ 7800630 w 7800630"/>
              <a:gd name="connsiteY4" fmla="*/ 1188341 h 1188341"/>
              <a:gd name="connsiteX0" fmla="*/ 0 w 7851801"/>
              <a:gd name="connsiteY0" fmla="*/ 1120082 h 1120082"/>
              <a:gd name="connsiteX1" fmla="*/ 1744247 w 7851801"/>
              <a:gd name="connsiteY1" fmla="*/ 30411 h 1120082"/>
              <a:gd name="connsiteX2" fmla="*/ 4044140 w 7851801"/>
              <a:gd name="connsiteY2" fmla="*/ 1088741 h 1120082"/>
              <a:gd name="connsiteX3" fmla="*/ 6049336 w 7851801"/>
              <a:gd name="connsiteY3" fmla="*/ 527 h 1120082"/>
              <a:gd name="connsiteX4" fmla="*/ 7851801 w 7851801"/>
              <a:gd name="connsiteY4" fmla="*/ 1061175 h 1120082"/>
              <a:gd name="connsiteX0" fmla="*/ 0 w 7851801"/>
              <a:gd name="connsiteY0" fmla="*/ 1120082 h 1120082"/>
              <a:gd name="connsiteX1" fmla="*/ 1744247 w 7851801"/>
              <a:gd name="connsiteY1" fmla="*/ 30411 h 1120082"/>
              <a:gd name="connsiteX2" fmla="*/ 4044140 w 7851801"/>
              <a:gd name="connsiteY2" fmla="*/ 1088741 h 1120082"/>
              <a:gd name="connsiteX3" fmla="*/ 6049336 w 7851801"/>
              <a:gd name="connsiteY3" fmla="*/ 527 h 1120082"/>
              <a:gd name="connsiteX4" fmla="*/ 7851801 w 7851801"/>
              <a:gd name="connsiteY4" fmla="*/ 1061175 h 1120082"/>
              <a:gd name="connsiteX0" fmla="*/ 0 w 7851801"/>
              <a:gd name="connsiteY0" fmla="*/ 1120082 h 1120082"/>
              <a:gd name="connsiteX1" fmla="*/ 1744247 w 7851801"/>
              <a:gd name="connsiteY1" fmla="*/ 30411 h 1120082"/>
              <a:gd name="connsiteX2" fmla="*/ 4044140 w 7851801"/>
              <a:gd name="connsiteY2" fmla="*/ 1088741 h 1120082"/>
              <a:gd name="connsiteX3" fmla="*/ 6049336 w 7851801"/>
              <a:gd name="connsiteY3" fmla="*/ 527 h 1120082"/>
              <a:gd name="connsiteX4" fmla="*/ 7851801 w 7851801"/>
              <a:gd name="connsiteY4" fmla="*/ 1061175 h 1120082"/>
              <a:gd name="connsiteX0" fmla="*/ 0 w 7851801"/>
              <a:gd name="connsiteY0" fmla="*/ 1119555 h 1119555"/>
              <a:gd name="connsiteX1" fmla="*/ 1744247 w 7851801"/>
              <a:gd name="connsiteY1" fmla="*/ 29884 h 1119555"/>
              <a:gd name="connsiteX2" fmla="*/ 4044140 w 7851801"/>
              <a:gd name="connsiteY2" fmla="*/ 1088214 h 1119555"/>
              <a:gd name="connsiteX3" fmla="*/ 6049336 w 7851801"/>
              <a:gd name="connsiteY3" fmla="*/ 0 h 1119555"/>
              <a:gd name="connsiteX4" fmla="*/ 7851801 w 7851801"/>
              <a:gd name="connsiteY4" fmla="*/ 1060648 h 1119555"/>
              <a:gd name="connsiteX0" fmla="*/ 0 w 7851801"/>
              <a:gd name="connsiteY0" fmla="*/ 1119555 h 1119555"/>
              <a:gd name="connsiteX1" fmla="*/ 1744247 w 7851801"/>
              <a:gd name="connsiteY1" fmla="*/ 29884 h 1119555"/>
              <a:gd name="connsiteX2" fmla="*/ 4044140 w 7851801"/>
              <a:gd name="connsiteY2" fmla="*/ 1088214 h 1119555"/>
              <a:gd name="connsiteX3" fmla="*/ 6049336 w 7851801"/>
              <a:gd name="connsiteY3" fmla="*/ 0 h 1119555"/>
              <a:gd name="connsiteX4" fmla="*/ 7851801 w 7851801"/>
              <a:gd name="connsiteY4" fmla="*/ 1060648 h 1119555"/>
              <a:gd name="connsiteX0" fmla="*/ 0 w 7851801"/>
              <a:gd name="connsiteY0" fmla="*/ 1119555 h 1119555"/>
              <a:gd name="connsiteX1" fmla="*/ 2349784 w 7851801"/>
              <a:gd name="connsiteY1" fmla="*/ 13981 h 1119555"/>
              <a:gd name="connsiteX2" fmla="*/ 4044140 w 7851801"/>
              <a:gd name="connsiteY2" fmla="*/ 1088214 h 1119555"/>
              <a:gd name="connsiteX3" fmla="*/ 6049336 w 7851801"/>
              <a:gd name="connsiteY3" fmla="*/ 0 h 1119555"/>
              <a:gd name="connsiteX4" fmla="*/ 7851801 w 7851801"/>
              <a:gd name="connsiteY4" fmla="*/ 1060648 h 1119555"/>
              <a:gd name="connsiteX0" fmla="*/ 0 w 7118332"/>
              <a:gd name="connsiteY0" fmla="*/ 1079799 h 1088237"/>
              <a:gd name="connsiteX1" fmla="*/ 1616315 w 7118332"/>
              <a:gd name="connsiteY1" fmla="*/ 13981 h 1088237"/>
              <a:gd name="connsiteX2" fmla="*/ 3310671 w 7118332"/>
              <a:gd name="connsiteY2" fmla="*/ 1088214 h 1088237"/>
              <a:gd name="connsiteX3" fmla="*/ 5315867 w 7118332"/>
              <a:gd name="connsiteY3" fmla="*/ 0 h 1088237"/>
              <a:gd name="connsiteX4" fmla="*/ 7118332 w 7118332"/>
              <a:gd name="connsiteY4" fmla="*/ 1060648 h 1088237"/>
              <a:gd name="connsiteX0" fmla="*/ 0 w 7118332"/>
              <a:gd name="connsiteY0" fmla="*/ 1079799 h 1088237"/>
              <a:gd name="connsiteX1" fmla="*/ 1616315 w 7118332"/>
              <a:gd name="connsiteY1" fmla="*/ 13981 h 1088237"/>
              <a:gd name="connsiteX2" fmla="*/ 3310671 w 7118332"/>
              <a:gd name="connsiteY2" fmla="*/ 1088214 h 1088237"/>
              <a:gd name="connsiteX3" fmla="*/ 5315867 w 7118332"/>
              <a:gd name="connsiteY3" fmla="*/ 0 h 1088237"/>
              <a:gd name="connsiteX4" fmla="*/ 7118332 w 7118332"/>
              <a:gd name="connsiteY4" fmla="*/ 1060648 h 1088237"/>
              <a:gd name="connsiteX0" fmla="*/ 0 w 7118332"/>
              <a:gd name="connsiteY0" fmla="*/ 1065820 h 1074258"/>
              <a:gd name="connsiteX1" fmla="*/ 1616315 w 7118332"/>
              <a:gd name="connsiteY1" fmla="*/ 2 h 1074258"/>
              <a:gd name="connsiteX2" fmla="*/ 3310671 w 7118332"/>
              <a:gd name="connsiteY2" fmla="*/ 1074235 h 1074258"/>
              <a:gd name="connsiteX3" fmla="*/ 4974720 w 7118332"/>
              <a:gd name="connsiteY3" fmla="*/ 1924 h 1074258"/>
              <a:gd name="connsiteX4" fmla="*/ 7118332 w 7118332"/>
              <a:gd name="connsiteY4" fmla="*/ 1046669 h 1074258"/>
              <a:gd name="connsiteX0" fmla="*/ 0 w 6623667"/>
              <a:gd name="connsiteY0" fmla="*/ 1065820 h 1074258"/>
              <a:gd name="connsiteX1" fmla="*/ 1616315 w 6623667"/>
              <a:gd name="connsiteY1" fmla="*/ 2 h 1074258"/>
              <a:gd name="connsiteX2" fmla="*/ 3310671 w 6623667"/>
              <a:gd name="connsiteY2" fmla="*/ 1074235 h 1074258"/>
              <a:gd name="connsiteX3" fmla="*/ 4974720 w 6623667"/>
              <a:gd name="connsiteY3" fmla="*/ 1924 h 1074258"/>
              <a:gd name="connsiteX4" fmla="*/ 6623667 w 6623667"/>
              <a:gd name="connsiteY4" fmla="*/ 1038718 h 1074258"/>
              <a:gd name="connsiteX0" fmla="*/ 0 w 6478679"/>
              <a:gd name="connsiteY0" fmla="*/ 1065820 h 1074258"/>
              <a:gd name="connsiteX1" fmla="*/ 1616315 w 6478679"/>
              <a:gd name="connsiteY1" fmla="*/ 2 h 1074258"/>
              <a:gd name="connsiteX2" fmla="*/ 3310671 w 6478679"/>
              <a:gd name="connsiteY2" fmla="*/ 1074235 h 1074258"/>
              <a:gd name="connsiteX3" fmla="*/ 4974720 w 6478679"/>
              <a:gd name="connsiteY3" fmla="*/ 1924 h 1074258"/>
              <a:gd name="connsiteX4" fmla="*/ 6478679 w 6478679"/>
              <a:gd name="connsiteY4" fmla="*/ 1070523 h 1074258"/>
              <a:gd name="connsiteX0" fmla="*/ 0 w 6700425"/>
              <a:gd name="connsiteY0" fmla="*/ 1065820 h 1074258"/>
              <a:gd name="connsiteX1" fmla="*/ 1616315 w 6700425"/>
              <a:gd name="connsiteY1" fmla="*/ 2 h 1074258"/>
              <a:gd name="connsiteX2" fmla="*/ 3310671 w 6700425"/>
              <a:gd name="connsiteY2" fmla="*/ 1074235 h 1074258"/>
              <a:gd name="connsiteX3" fmla="*/ 4974720 w 6700425"/>
              <a:gd name="connsiteY3" fmla="*/ 1924 h 1074258"/>
              <a:gd name="connsiteX4" fmla="*/ 6700425 w 6700425"/>
              <a:gd name="connsiteY4" fmla="*/ 1038717 h 1074258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22"/>
              <a:gd name="connsiteX1" fmla="*/ 1616315 w 6700425"/>
              <a:gd name="connsiteY1" fmla="*/ 61689 h 1135922"/>
              <a:gd name="connsiteX2" fmla="*/ 3310671 w 6700425"/>
              <a:gd name="connsiteY2" fmla="*/ 1135922 h 1135922"/>
              <a:gd name="connsiteX3" fmla="*/ 5034421 w 6700425"/>
              <a:gd name="connsiteY3" fmla="*/ 0 h 1135922"/>
              <a:gd name="connsiteX4" fmla="*/ 6700425 w 6700425"/>
              <a:gd name="connsiteY4" fmla="*/ 1100404 h 1135922"/>
              <a:gd name="connsiteX0" fmla="*/ 0 w 6700425"/>
              <a:gd name="connsiteY0" fmla="*/ 1127509 h 1135924"/>
              <a:gd name="connsiteX1" fmla="*/ 1616315 w 6700425"/>
              <a:gd name="connsiteY1" fmla="*/ 61691 h 1135924"/>
              <a:gd name="connsiteX2" fmla="*/ 3310671 w 6700425"/>
              <a:gd name="connsiteY2" fmla="*/ 1135924 h 1135924"/>
              <a:gd name="connsiteX3" fmla="*/ 5034421 w 6700425"/>
              <a:gd name="connsiteY3" fmla="*/ 2 h 1135924"/>
              <a:gd name="connsiteX4" fmla="*/ 6700425 w 6700425"/>
              <a:gd name="connsiteY4" fmla="*/ 1100406 h 1135924"/>
              <a:gd name="connsiteX0" fmla="*/ 0 w 6700425"/>
              <a:gd name="connsiteY0" fmla="*/ 1127509 h 1135924"/>
              <a:gd name="connsiteX1" fmla="*/ 1616315 w 6700425"/>
              <a:gd name="connsiteY1" fmla="*/ 61691 h 1135924"/>
              <a:gd name="connsiteX2" fmla="*/ 3310671 w 6700425"/>
              <a:gd name="connsiteY2" fmla="*/ 1135924 h 1135924"/>
              <a:gd name="connsiteX3" fmla="*/ 5034421 w 6700425"/>
              <a:gd name="connsiteY3" fmla="*/ 2 h 1135924"/>
              <a:gd name="connsiteX4" fmla="*/ 6700425 w 6700425"/>
              <a:gd name="connsiteY4" fmla="*/ 1100406 h 1135924"/>
              <a:gd name="connsiteX0" fmla="*/ 0 w 6700425"/>
              <a:gd name="connsiteY0" fmla="*/ 1127509 h 1135924"/>
              <a:gd name="connsiteX1" fmla="*/ 1616315 w 6700425"/>
              <a:gd name="connsiteY1" fmla="*/ 61691 h 1135924"/>
              <a:gd name="connsiteX2" fmla="*/ 3310671 w 6700425"/>
              <a:gd name="connsiteY2" fmla="*/ 1135924 h 1135924"/>
              <a:gd name="connsiteX3" fmla="*/ 5034421 w 6700425"/>
              <a:gd name="connsiteY3" fmla="*/ 2 h 1135924"/>
              <a:gd name="connsiteX4" fmla="*/ 6700425 w 6700425"/>
              <a:gd name="connsiteY4" fmla="*/ 1072905 h 1135924"/>
              <a:gd name="connsiteX0" fmla="*/ 0 w 6715173"/>
              <a:gd name="connsiteY0" fmla="*/ 1127509 h 1135924"/>
              <a:gd name="connsiteX1" fmla="*/ 1616315 w 6715173"/>
              <a:gd name="connsiteY1" fmla="*/ 61691 h 1135924"/>
              <a:gd name="connsiteX2" fmla="*/ 3310671 w 6715173"/>
              <a:gd name="connsiteY2" fmla="*/ 1135924 h 1135924"/>
              <a:gd name="connsiteX3" fmla="*/ 5034421 w 6715173"/>
              <a:gd name="connsiteY3" fmla="*/ 2 h 1135924"/>
              <a:gd name="connsiteX4" fmla="*/ 6715173 w 6715173"/>
              <a:gd name="connsiteY4" fmla="*/ 1059155 h 1135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5173" h="1135924">
                <a:moveTo>
                  <a:pt x="0" y="1127509"/>
                </a:moveTo>
                <a:cubicBezTo>
                  <a:pt x="507007" y="1133134"/>
                  <a:pt x="1064537" y="60289"/>
                  <a:pt x="1616315" y="61691"/>
                </a:cubicBezTo>
                <a:cubicBezTo>
                  <a:pt x="2168093" y="63093"/>
                  <a:pt x="2778719" y="1127987"/>
                  <a:pt x="3310671" y="1135924"/>
                </a:cubicBezTo>
                <a:cubicBezTo>
                  <a:pt x="3866607" y="1117437"/>
                  <a:pt x="4488155" y="10816"/>
                  <a:pt x="5034421" y="2"/>
                </a:cubicBezTo>
                <a:cubicBezTo>
                  <a:pt x="5562285" y="-1785"/>
                  <a:pt x="6713956" y="1071307"/>
                  <a:pt x="6715173" y="1059155"/>
                </a:cubicBezTo>
              </a:path>
            </a:pathLst>
          </a:cu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38" name="TextBox 6"/>
          <p:cNvSpPr txBox="1">
            <a:spLocks noChangeArrowheads="1"/>
          </p:cNvSpPr>
          <p:nvPr/>
        </p:nvSpPr>
        <p:spPr bwMode="auto">
          <a:xfrm>
            <a:off x="616999" y="2778003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软件漏洞概述</a:t>
            </a:r>
          </a:p>
        </p:txBody>
      </p:sp>
      <p:sp>
        <p:nvSpPr>
          <p:cNvPr id="39" name="TextBox 6"/>
          <p:cNvSpPr txBox="1">
            <a:spLocks noChangeArrowheads="1"/>
          </p:cNvSpPr>
          <p:nvPr/>
        </p:nvSpPr>
        <p:spPr bwMode="auto">
          <a:xfrm>
            <a:off x="2732430" y="3808171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溢出原理</a:t>
            </a:r>
          </a:p>
        </p:txBody>
      </p:sp>
      <p:sp>
        <p:nvSpPr>
          <p:cNvPr id="40" name="TextBox 6"/>
          <p:cNvSpPr txBox="1">
            <a:spLocks noChangeArrowheads="1"/>
          </p:cNvSpPr>
          <p:nvPr/>
        </p:nvSpPr>
        <p:spPr bwMode="auto">
          <a:xfrm>
            <a:off x="4864335" y="2719267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栈溢出漏洞</a:t>
            </a:r>
          </a:p>
        </p:txBody>
      </p:sp>
      <p:sp>
        <p:nvSpPr>
          <p:cNvPr id="42" name="TextBox 40"/>
          <p:cNvSpPr txBox="1">
            <a:spLocks noChangeArrowheads="1"/>
          </p:cNvSpPr>
          <p:nvPr/>
        </p:nvSpPr>
        <p:spPr bwMode="auto">
          <a:xfrm>
            <a:off x="9355691" y="2686329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防范措施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1325688" y="3604190"/>
            <a:ext cx="1181594" cy="1181594"/>
            <a:chOff x="1325688" y="3604190"/>
            <a:chExt cx="1181594" cy="1181594"/>
          </a:xfrm>
        </p:grpSpPr>
        <p:sp>
          <p:nvSpPr>
            <p:cNvPr id="44" name="圆角矩形 43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1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3350841" y="2193014"/>
            <a:ext cx="1181594" cy="1181594"/>
            <a:chOff x="1325688" y="3604190"/>
            <a:chExt cx="1181594" cy="1181594"/>
          </a:xfrm>
        </p:grpSpPr>
        <p:sp>
          <p:nvSpPr>
            <p:cNvPr id="47" name="圆角矩形 46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2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430891" y="3614231"/>
            <a:ext cx="1181594" cy="1181594"/>
            <a:chOff x="1325688" y="3604190"/>
            <a:chExt cx="1181594" cy="1181594"/>
          </a:xfrm>
        </p:grpSpPr>
        <p:sp>
          <p:nvSpPr>
            <p:cNvPr id="50" name="圆角矩形 49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3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7693254" y="2172064"/>
            <a:ext cx="1181594" cy="1181594"/>
            <a:chOff x="1325688" y="3604190"/>
            <a:chExt cx="1181594" cy="1181594"/>
          </a:xfrm>
        </p:grpSpPr>
        <p:sp>
          <p:nvSpPr>
            <p:cNvPr id="53" name="圆角矩形 52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4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952770" y="3602560"/>
            <a:ext cx="1181594" cy="1181594"/>
            <a:chOff x="1325688" y="3604190"/>
            <a:chExt cx="1181594" cy="1181594"/>
          </a:xfrm>
        </p:grpSpPr>
        <p:sp>
          <p:nvSpPr>
            <p:cNvPr id="56" name="圆角矩形 55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5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1A0FC04-23B2-23F9-640D-18BB8DCFEE18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24" name="Text Box 7">
              <a:extLst>
                <a:ext uri="{FF2B5EF4-FFF2-40B4-BE49-F238E27FC236}">
                  <a16:creationId xmlns:a16="http://schemas.microsoft.com/office/drawing/2014/main" id="{236F88BF-928C-3EC5-69CE-058D5D7CA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25" name="图片 24" descr="logo">
              <a:extLst>
                <a:ext uri="{FF2B5EF4-FFF2-40B4-BE49-F238E27FC236}">
                  <a16:creationId xmlns:a16="http://schemas.microsoft.com/office/drawing/2014/main" id="{83DB75DD-6AB9-7E74-8A75-FF578783A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sp>
        <p:nvSpPr>
          <p:cNvPr id="2" name="TextBox 40">
            <a:extLst>
              <a:ext uri="{FF2B5EF4-FFF2-40B4-BE49-F238E27FC236}">
                <a16:creationId xmlns:a16="http://schemas.microsoft.com/office/drawing/2014/main" id="{685F24E7-A262-5E75-5782-407C39AC5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7749" y="3840102"/>
            <a:ext cx="26241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字符串格式化漏洞</a:t>
            </a:r>
          </a:p>
        </p:txBody>
      </p:sp>
    </p:spTree>
    <p:extLst>
      <p:ext uri="{BB962C8B-B14F-4D97-AF65-F5344CB8AC3E}">
        <p14:creationId xmlns:p14="http://schemas.microsoft.com/office/powerpoint/2010/main" val="26098788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7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7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39" grpId="0"/>
      <p:bldP spid="40" grpId="0"/>
      <p:bldP spid="42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78B7442-8919-AFD1-5809-731D6825CFE9}"/>
              </a:ext>
            </a:extLst>
          </p:cNvPr>
          <p:cNvGrpSpPr/>
          <p:nvPr/>
        </p:nvGrpSpPr>
        <p:grpSpPr>
          <a:xfrm>
            <a:off x="7693560" y="128831"/>
            <a:ext cx="4156268" cy="838835"/>
            <a:chOff x="47625" y="44450"/>
            <a:chExt cx="4156268" cy="838835"/>
          </a:xfrm>
        </p:grpSpPr>
        <p:sp>
          <p:nvSpPr>
            <p:cNvPr id="5" name="Text Box 7">
              <a:extLst>
                <a:ext uri="{FF2B5EF4-FFF2-40B4-BE49-F238E27FC236}">
                  <a16:creationId xmlns:a16="http://schemas.microsoft.com/office/drawing/2014/main" id="{AB45940D-4EAC-BE51-5486-4754C03D0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6" name="图片 5" descr="logo">
              <a:extLst>
                <a:ext uri="{FF2B5EF4-FFF2-40B4-BE49-F238E27FC236}">
                  <a16:creationId xmlns:a16="http://schemas.microsoft.com/office/drawing/2014/main" id="{35A6F7BB-AC18-355B-138F-C8106DAE1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50AFDF13-57B7-7B8E-BB8E-CEE2455E1A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2342757"/>
              </p:ext>
            </p:extLst>
          </p:nvPr>
        </p:nvGraphicFramePr>
        <p:xfrm>
          <a:off x="559697" y="1724297"/>
          <a:ext cx="7783113" cy="4187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90981021-E55A-0C9F-8568-1CC534F60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312" y="2211977"/>
            <a:ext cx="4996074" cy="3344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969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78B7442-8919-AFD1-5809-731D6825CFE9}"/>
              </a:ext>
            </a:extLst>
          </p:cNvPr>
          <p:cNvGrpSpPr/>
          <p:nvPr/>
        </p:nvGrpSpPr>
        <p:grpSpPr>
          <a:xfrm>
            <a:off x="7693560" y="128831"/>
            <a:ext cx="4156268" cy="838835"/>
            <a:chOff x="47625" y="44450"/>
            <a:chExt cx="4156268" cy="838835"/>
          </a:xfrm>
        </p:grpSpPr>
        <p:sp>
          <p:nvSpPr>
            <p:cNvPr id="5" name="Text Box 7">
              <a:extLst>
                <a:ext uri="{FF2B5EF4-FFF2-40B4-BE49-F238E27FC236}">
                  <a16:creationId xmlns:a16="http://schemas.microsoft.com/office/drawing/2014/main" id="{AB45940D-4EAC-BE51-5486-4754C03D0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6" name="图片 5" descr="logo">
              <a:extLst>
                <a:ext uri="{FF2B5EF4-FFF2-40B4-BE49-F238E27FC236}">
                  <a16:creationId xmlns:a16="http://schemas.microsoft.com/office/drawing/2014/main" id="{35A6F7BB-AC18-355B-138F-C8106DAE1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97004FD-BA3A-3EAE-064C-22795EA35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12" y="1457655"/>
            <a:ext cx="4176802" cy="304197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5E69726-33F7-ADA4-6FDD-28A4BD9E6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362" y="4339300"/>
            <a:ext cx="3003501" cy="1782826"/>
          </a:xfrm>
          <a:prstGeom prst="rect">
            <a:avLst/>
          </a:prstGeom>
        </p:spPr>
      </p:pic>
      <p:sp>
        <p:nvSpPr>
          <p:cNvPr id="9" name="对话气泡: 矩形 8">
            <a:extLst>
              <a:ext uri="{FF2B5EF4-FFF2-40B4-BE49-F238E27FC236}">
                <a16:creationId xmlns:a16="http://schemas.microsoft.com/office/drawing/2014/main" id="{53291EDA-239A-FF01-E015-74CC53B78604}"/>
              </a:ext>
            </a:extLst>
          </p:cNvPr>
          <p:cNvSpPr/>
          <p:nvPr/>
        </p:nvSpPr>
        <p:spPr>
          <a:xfrm>
            <a:off x="3621177" y="4990011"/>
            <a:ext cx="2360023" cy="650439"/>
          </a:xfrm>
          <a:prstGeom prst="wedgeRectCallout">
            <a:avLst>
              <a:gd name="adj1" fmla="val -105267"/>
              <a:gd name="adj2" fmla="val -3122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怎么变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E06571-CBA8-88FD-901D-8E37B4356B1C}"/>
              </a:ext>
            </a:extLst>
          </p:cNvPr>
          <p:cNvSpPr/>
          <p:nvPr/>
        </p:nvSpPr>
        <p:spPr>
          <a:xfrm>
            <a:off x="6662057" y="2518700"/>
            <a:ext cx="1654629" cy="63380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0      0x6f 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5DBA2C-1CFD-0899-B222-B2F90E59264A}"/>
              </a:ext>
            </a:extLst>
          </p:cNvPr>
          <p:cNvSpPr/>
          <p:nvPr/>
        </p:nvSpPr>
        <p:spPr>
          <a:xfrm>
            <a:off x="8329751" y="2518700"/>
            <a:ext cx="1654629" cy="63380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0       0xde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07D9DC-D82E-A0FA-4094-7774E0641E8F}"/>
              </a:ext>
            </a:extLst>
          </p:cNvPr>
          <p:cNvSpPr/>
          <p:nvPr/>
        </p:nvSpPr>
        <p:spPr>
          <a:xfrm>
            <a:off x="9997445" y="2518699"/>
            <a:ext cx="1654629" cy="63380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0x1     0x4d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CE44920-3944-45F3-52F0-808CFAF91DA8}"/>
              </a:ext>
            </a:extLst>
          </p:cNvPr>
          <p:cNvSpPr txBox="1"/>
          <p:nvPr/>
        </p:nvSpPr>
        <p:spPr>
          <a:xfrm>
            <a:off x="6950238" y="1689462"/>
            <a:ext cx="9223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54798BC-ADC7-C822-9356-DAEADF0B9F05}"/>
              </a:ext>
            </a:extLst>
          </p:cNvPr>
          <p:cNvSpPr txBox="1"/>
          <p:nvPr/>
        </p:nvSpPr>
        <p:spPr>
          <a:xfrm>
            <a:off x="8695909" y="1689462"/>
            <a:ext cx="9223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90F68E6-303E-CFA3-A625-A1F4820F5962}"/>
              </a:ext>
            </a:extLst>
          </p:cNvPr>
          <p:cNvSpPr txBox="1"/>
          <p:nvPr/>
        </p:nvSpPr>
        <p:spPr>
          <a:xfrm>
            <a:off x="10351977" y="1689462"/>
            <a:ext cx="9223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DC9A69-E814-2614-649C-561B74B6285B}"/>
              </a:ext>
            </a:extLst>
          </p:cNvPr>
          <p:cNvSpPr/>
          <p:nvPr/>
        </p:nvSpPr>
        <p:spPr>
          <a:xfrm>
            <a:off x="6655524" y="3066789"/>
            <a:ext cx="3322324" cy="6338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0         0          0      1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ECB02D-2225-859E-BBA9-5EA3DF83F1C1}"/>
              </a:ext>
            </a:extLst>
          </p:cNvPr>
          <p:cNvSpPr txBox="1"/>
          <p:nvPr/>
        </p:nvSpPr>
        <p:spPr>
          <a:xfrm>
            <a:off x="6862357" y="3811587"/>
            <a:ext cx="29347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以整数格式输入变量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441E65-922B-F31C-DBF2-B38C58D01DF5}"/>
              </a:ext>
            </a:extLst>
          </p:cNvPr>
          <p:cNvSpPr/>
          <p:nvPr/>
        </p:nvSpPr>
        <p:spPr>
          <a:xfrm>
            <a:off x="6563178" y="4884822"/>
            <a:ext cx="5187772" cy="783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scanf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输入函数的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%d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格式，输入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字节整数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产生溢出，修改了变量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F6ACA58-F767-7009-2DA9-8408CAEC5157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7480664" y="2518700"/>
            <a:ext cx="8708" cy="11818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ADF8663-D196-AA7B-C22A-7EC3F3E4414D}"/>
              </a:ext>
            </a:extLst>
          </p:cNvPr>
          <p:cNvCxnSpPr/>
          <p:nvPr/>
        </p:nvCxnSpPr>
        <p:spPr>
          <a:xfrm>
            <a:off x="9148358" y="2508343"/>
            <a:ext cx="8708" cy="5480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701C3DE-9BD2-F057-CA57-D888719E90C2}"/>
              </a:ext>
            </a:extLst>
          </p:cNvPr>
          <p:cNvCxnSpPr>
            <a:cxnSpLocks/>
            <a:stCxn id="12" idx="0"/>
            <a:endCxn id="12" idx="2"/>
          </p:cNvCxnSpPr>
          <p:nvPr/>
        </p:nvCxnSpPr>
        <p:spPr>
          <a:xfrm>
            <a:off x="10824760" y="2518699"/>
            <a:ext cx="0" cy="6338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C5ECBDB-F343-4878-2297-69EC6A71B175}"/>
              </a:ext>
            </a:extLst>
          </p:cNvPr>
          <p:cNvCxnSpPr>
            <a:cxnSpLocks/>
            <a:endCxn id="16" idx="2"/>
          </p:cNvCxnSpPr>
          <p:nvPr/>
        </p:nvCxnSpPr>
        <p:spPr>
          <a:xfrm flipH="1">
            <a:off x="8316686" y="3061133"/>
            <a:ext cx="4" cy="6394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3681CEC-64A8-AB8F-369E-82561A4B7CD8}"/>
              </a:ext>
            </a:extLst>
          </p:cNvPr>
          <p:cNvCxnSpPr>
            <a:cxnSpLocks/>
          </p:cNvCxnSpPr>
          <p:nvPr/>
        </p:nvCxnSpPr>
        <p:spPr>
          <a:xfrm>
            <a:off x="9170127" y="3033489"/>
            <a:ext cx="0" cy="6671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6BD6A889-D708-003E-53C1-C9B8A993DBF5}"/>
              </a:ext>
            </a:extLst>
          </p:cNvPr>
          <p:cNvSpPr/>
          <p:nvPr/>
        </p:nvSpPr>
        <p:spPr>
          <a:xfrm>
            <a:off x="4267204" y="2930487"/>
            <a:ext cx="2360023" cy="915934"/>
          </a:xfrm>
          <a:prstGeom prst="wedgeRectCallout">
            <a:avLst>
              <a:gd name="adj1" fmla="val -74675"/>
              <a:gd name="adj2" fmla="val -4141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将输入当成</a:t>
            </a:r>
            <a:r>
              <a:rPr lang="zh-CN" altLang="en-US" sz="2000" dirty="0"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四字节</a:t>
            </a:r>
            <a:endParaRPr lang="en-US" altLang="zh-CN" sz="2000" dirty="0">
              <a:highlight>
                <a:srgbClr val="00008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整数装入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对话气泡: 矩形 20">
            <a:extLst>
              <a:ext uri="{FF2B5EF4-FFF2-40B4-BE49-F238E27FC236}">
                <a16:creationId xmlns:a16="http://schemas.microsoft.com/office/drawing/2014/main" id="{1AEDF565-6447-BC19-3D7A-912A233EFFCA}"/>
              </a:ext>
            </a:extLst>
          </p:cNvPr>
          <p:cNvSpPr/>
          <p:nvPr/>
        </p:nvSpPr>
        <p:spPr>
          <a:xfrm>
            <a:off x="4061751" y="1197194"/>
            <a:ext cx="2360023" cy="915934"/>
          </a:xfrm>
          <a:prstGeom prst="wedgeRectCallout">
            <a:avLst>
              <a:gd name="adj1" fmla="val -76542"/>
              <a:gd name="adj2" fmla="val 668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各占</a:t>
            </a:r>
            <a:r>
              <a:rPr lang="zh-CN" altLang="en-US" sz="2000" dirty="0"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两个字节</a:t>
            </a:r>
            <a:endParaRPr lang="en-US" altLang="zh-CN" sz="2000" dirty="0">
              <a:highlight>
                <a:srgbClr val="00008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003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78B7442-8919-AFD1-5809-731D6825CFE9}"/>
              </a:ext>
            </a:extLst>
          </p:cNvPr>
          <p:cNvGrpSpPr/>
          <p:nvPr/>
        </p:nvGrpSpPr>
        <p:grpSpPr>
          <a:xfrm>
            <a:off x="7693560" y="128831"/>
            <a:ext cx="4156268" cy="838835"/>
            <a:chOff x="47625" y="44450"/>
            <a:chExt cx="4156268" cy="838835"/>
          </a:xfrm>
        </p:grpSpPr>
        <p:sp>
          <p:nvSpPr>
            <p:cNvPr id="5" name="Text Box 7">
              <a:extLst>
                <a:ext uri="{FF2B5EF4-FFF2-40B4-BE49-F238E27FC236}">
                  <a16:creationId xmlns:a16="http://schemas.microsoft.com/office/drawing/2014/main" id="{AB45940D-4EAC-BE51-5486-4754C03D0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6" name="图片 5" descr="logo">
              <a:extLst>
                <a:ext uri="{FF2B5EF4-FFF2-40B4-BE49-F238E27FC236}">
                  <a16:creationId xmlns:a16="http://schemas.microsoft.com/office/drawing/2014/main" id="{35A6F7BB-AC18-355B-138F-C8106DAE1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E764588-BCBD-B2C4-22C0-AD277E4C5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191" y="1031753"/>
            <a:ext cx="3367259" cy="300365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9695CB1-AD87-A9DC-A5EB-28D1DCB52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279" y="4402803"/>
            <a:ext cx="2354337" cy="125289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91B91F8-99C6-F9D6-9743-902CC4E8D2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7415" y="4402803"/>
            <a:ext cx="3805955" cy="125289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3F21BC1-B7D6-B48C-7C47-6A1F5EA662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317" y="3179898"/>
            <a:ext cx="4552536" cy="2475798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F375708D-85D4-B3EC-F7A0-CF5AA2C0CE86}"/>
              </a:ext>
            </a:extLst>
          </p:cNvPr>
          <p:cNvSpPr/>
          <p:nvPr/>
        </p:nvSpPr>
        <p:spPr>
          <a:xfrm>
            <a:off x="5843450" y="1380652"/>
            <a:ext cx="5855249" cy="11535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scanf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输入函数的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%s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格式，可输入任意长度字符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但输入字符数量超过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，将溢出影响变量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若输入字符数量继续增加，甚至程序死掉</a:t>
            </a:r>
          </a:p>
        </p:txBody>
      </p:sp>
    </p:spTree>
    <p:extLst>
      <p:ext uri="{BB962C8B-B14F-4D97-AF65-F5344CB8AC3E}">
        <p14:creationId xmlns:p14="http://schemas.microsoft.com/office/powerpoint/2010/main" val="3832835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7D116-7DEF-BE7A-6945-4D39D3D1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84D87A82-2433-A74D-C340-DD3F90EC94AC}"/>
              </a:ext>
            </a:extLst>
          </p:cNvPr>
          <p:cNvGrpSpPr/>
          <p:nvPr/>
        </p:nvGrpSpPr>
        <p:grpSpPr>
          <a:xfrm>
            <a:off x="7693560" y="128831"/>
            <a:ext cx="4156268" cy="838835"/>
            <a:chOff x="47625" y="44450"/>
            <a:chExt cx="4156268" cy="838835"/>
          </a:xfrm>
        </p:grpSpPr>
        <p:sp>
          <p:nvSpPr>
            <p:cNvPr id="5" name="Text Box 7">
              <a:extLst>
                <a:ext uri="{FF2B5EF4-FFF2-40B4-BE49-F238E27FC236}">
                  <a16:creationId xmlns:a16="http://schemas.microsoft.com/office/drawing/2014/main" id="{E4D08FC2-EBB6-0C08-9B62-AA66A88C2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6" name="图片 5" descr="logo">
              <a:extLst>
                <a:ext uri="{FF2B5EF4-FFF2-40B4-BE49-F238E27FC236}">
                  <a16:creationId xmlns:a16="http://schemas.microsoft.com/office/drawing/2014/main" id="{251A9531-4266-FF66-2D44-2E0414575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F88329C2-B3BB-184E-2264-5BA1486BDA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7353531"/>
              </p:ext>
            </p:extLst>
          </p:nvPr>
        </p:nvGraphicFramePr>
        <p:xfrm>
          <a:off x="437777" y="1924593"/>
          <a:ext cx="6302657" cy="40918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75277B38-3845-9D8E-3CE7-24BD74B647BC}"/>
              </a:ext>
            </a:extLst>
          </p:cNvPr>
          <p:cNvSpPr/>
          <p:nvPr/>
        </p:nvSpPr>
        <p:spPr>
          <a:xfrm>
            <a:off x="3021475" y="1008405"/>
            <a:ext cx="5939862" cy="5675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百度搜索</a:t>
            </a:r>
            <a:r>
              <a:rPr lang="zh-CN" altLang="en-US" sz="2000" dirty="0"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攻防世界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主页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免费题库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-PWN-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搜索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hello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DD03F4C-B9D1-E2EB-C719-122910E7B8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88250" y="2142655"/>
            <a:ext cx="6065973" cy="356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8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78B7442-8919-AFD1-5809-731D6825CFE9}"/>
              </a:ext>
            </a:extLst>
          </p:cNvPr>
          <p:cNvGrpSpPr/>
          <p:nvPr/>
        </p:nvGrpSpPr>
        <p:grpSpPr>
          <a:xfrm>
            <a:off x="7693560" y="128831"/>
            <a:ext cx="4156268" cy="838835"/>
            <a:chOff x="47625" y="44450"/>
            <a:chExt cx="4156268" cy="838835"/>
          </a:xfrm>
        </p:grpSpPr>
        <p:sp>
          <p:nvSpPr>
            <p:cNvPr id="5" name="Text Box 7">
              <a:extLst>
                <a:ext uri="{FF2B5EF4-FFF2-40B4-BE49-F238E27FC236}">
                  <a16:creationId xmlns:a16="http://schemas.microsoft.com/office/drawing/2014/main" id="{AB45940D-4EAC-BE51-5486-4754C03D0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6" name="图片 5" descr="logo">
              <a:extLst>
                <a:ext uri="{FF2B5EF4-FFF2-40B4-BE49-F238E27FC236}">
                  <a16:creationId xmlns:a16="http://schemas.microsoft.com/office/drawing/2014/main" id="{35A6F7BB-AC18-355B-138F-C8106DAE1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5DD94FB0-C396-D2C7-B2EB-DDABB2E04F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6590088"/>
              </p:ext>
            </p:extLst>
          </p:nvPr>
        </p:nvGraphicFramePr>
        <p:xfrm>
          <a:off x="437777" y="1924593"/>
          <a:ext cx="6302657" cy="40918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201482BF-8E6F-459E-5D95-8373C83BA3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1406" y="1189692"/>
            <a:ext cx="5806219" cy="500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26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78B7442-8919-AFD1-5809-731D6825CFE9}"/>
              </a:ext>
            </a:extLst>
          </p:cNvPr>
          <p:cNvGrpSpPr/>
          <p:nvPr/>
        </p:nvGrpSpPr>
        <p:grpSpPr>
          <a:xfrm>
            <a:off x="7693560" y="128831"/>
            <a:ext cx="4156268" cy="838835"/>
            <a:chOff x="47625" y="44450"/>
            <a:chExt cx="4156268" cy="838835"/>
          </a:xfrm>
        </p:grpSpPr>
        <p:sp>
          <p:nvSpPr>
            <p:cNvPr id="5" name="Text Box 7">
              <a:extLst>
                <a:ext uri="{FF2B5EF4-FFF2-40B4-BE49-F238E27FC236}">
                  <a16:creationId xmlns:a16="http://schemas.microsoft.com/office/drawing/2014/main" id="{AB45940D-4EAC-BE51-5486-4754C03D0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6" name="图片 5" descr="logo">
              <a:extLst>
                <a:ext uri="{FF2B5EF4-FFF2-40B4-BE49-F238E27FC236}">
                  <a16:creationId xmlns:a16="http://schemas.microsoft.com/office/drawing/2014/main" id="{35A6F7BB-AC18-355B-138F-C8106DAE1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A75C0D00-FCC3-D6FF-09CF-9FE0A892DD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3232392"/>
              </p:ext>
            </p:extLst>
          </p:nvPr>
        </p:nvGraphicFramePr>
        <p:xfrm>
          <a:off x="3065228" y="863153"/>
          <a:ext cx="5396965" cy="21465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AF0927F4-F4A7-8380-948A-4A4225DF33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78" y="3045589"/>
            <a:ext cx="6031122" cy="35796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B626FD3-2F16-6CEA-A5A4-90C3384E5B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7083" y="3350622"/>
            <a:ext cx="5252745" cy="2022566"/>
          </a:xfrm>
          <a:prstGeom prst="rect">
            <a:avLst/>
          </a:prstGeom>
        </p:spPr>
      </p:pic>
      <p:sp>
        <p:nvSpPr>
          <p:cNvPr id="10" name="对话气泡: 矩形 9">
            <a:extLst>
              <a:ext uri="{FF2B5EF4-FFF2-40B4-BE49-F238E27FC236}">
                <a16:creationId xmlns:a16="http://schemas.microsoft.com/office/drawing/2014/main" id="{A7913CB1-77C4-9A4D-5786-BFACEC5E1446}"/>
              </a:ext>
            </a:extLst>
          </p:cNvPr>
          <p:cNvSpPr/>
          <p:nvPr/>
        </p:nvSpPr>
        <p:spPr>
          <a:xfrm>
            <a:off x="1985554" y="4545873"/>
            <a:ext cx="2551612" cy="705395"/>
          </a:xfrm>
          <a:prstGeom prst="wedgeRectCallout">
            <a:avLst>
              <a:gd name="adj1" fmla="val -98500"/>
              <a:gd name="adj2" fmla="val 638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函数找起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双击，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查看伪代码</a:t>
            </a:r>
          </a:p>
        </p:txBody>
      </p:sp>
      <p:sp>
        <p:nvSpPr>
          <p:cNvPr id="11" name="对话气泡: 矩形 10">
            <a:extLst>
              <a:ext uri="{FF2B5EF4-FFF2-40B4-BE49-F238E27FC236}">
                <a16:creationId xmlns:a16="http://schemas.microsoft.com/office/drawing/2014/main" id="{D5FB1CF3-87C0-69FA-E061-E495BE903F8C}"/>
              </a:ext>
            </a:extLst>
          </p:cNvPr>
          <p:cNvSpPr/>
          <p:nvPr/>
        </p:nvSpPr>
        <p:spPr>
          <a:xfrm>
            <a:off x="9769402" y="5287387"/>
            <a:ext cx="2080426" cy="476250"/>
          </a:xfrm>
          <a:prstGeom prst="wedgeRectCallout">
            <a:avLst>
              <a:gd name="adj1" fmla="val -44216"/>
              <a:gd name="adj2" fmla="val -20729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发现危险函数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7255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78B7442-8919-AFD1-5809-731D6825CFE9}"/>
              </a:ext>
            </a:extLst>
          </p:cNvPr>
          <p:cNvGrpSpPr/>
          <p:nvPr/>
        </p:nvGrpSpPr>
        <p:grpSpPr>
          <a:xfrm>
            <a:off x="7693560" y="128831"/>
            <a:ext cx="4156268" cy="838835"/>
            <a:chOff x="47625" y="44450"/>
            <a:chExt cx="4156268" cy="838835"/>
          </a:xfrm>
        </p:grpSpPr>
        <p:sp>
          <p:nvSpPr>
            <p:cNvPr id="5" name="Text Box 7">
              <a:extLst>
                <a:ext uri="{FF2B5EF4-FFF2-40B4-BE49-F238E27FC236}">
                  <a16:creationId xmlns:a16="http://schemas.microsoft.com/office/drawing/2014/main" id="{AB45940D-4EAC-BE51-5486-4754C03D0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6" name="图片 5" descr="logo">
              <a:extLst>
                <a:ext uri="{FF2B5EF4-FFF2-40B4-BE49-F238E27FC236}">
                  <a16:creationId xmlns:a16="http://schemas.microsoft.com/office/drawing/2014/main" id="{35A6F7BB-AC18-355B-138F-C8106DAE1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6E031E37-EFAC-5599-0C15-7F48FF858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43" y="3354745"/>
            <a:ext cx="7055917" cy="2716876"/>
          </a:xfrm>
          <a:prstGeom prst="rect">
            <a:avLst/>
          </a:prstGeom>
        </p:spPr>
      </p:pic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9D97B3F9-0903-D1C1-564B-E3BFCED4C2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7774034"/>
              </p:ext>
            </p:extLst>
          </p:nvPr>
        </p:nvGraphicFramePr>
        <p:xfrm>
          <a:off x="3370028" y="786379"/>
          <a:ext cx="4502521" cy="17055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C6AAAB4F-2F6C-241B-08F0-945D53AC7A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3560" y="3825882"/>
            <a:ext cx="3458798" cy="1428633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FE26EFFA-A240-064E-2ECB-8B3EEEE7C6A0}"/>
              </a:ext>
            </a:extLst>
          </p:cNvPr>
          <p:cNvSpPr/>
          <p:nvPr/>
        </p:nvSpPr>
        <p:spPr>
          <a:xfrm rot="20576756">
            <a:off x="4754471" y="4705185"/>
            <a:ext cx="2614513" cy="7703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执行子函数得到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flag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对话气泡: 矩形 9">
            <a:extLst>
              <a:ext uri="{FF2B5EF4-FFF2-40B4-BE49-F238E27FC236}">
                <a16:creationId xmlns:a16="http://schemas.microsoft.com/office/drawing/2014/main" id="{69CFF676-BECC-933C-1D3D-9753EF03A5E6}"/>
              </a:ext>
            </a:extLst>
          </p:cNvPr>
          <p:cNvSpPr/>
          <p:nvPr/>
        </p:nvSpPr>
        <p:spPr>
          <a:xfrm>
            <a:off x="5142813" y="2806230"/>
            <a:ext cx="5488463" cy="921039"/>
          </a:xfrm>
          <a:prstGeom prst="wedgeRectCallout">
            <a:avLst>
              <a:gd name="adj1" fmla="val -54465"/>
              <a:gd name="adj2" fmla="val 1908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函数输入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601068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处，读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条件判断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60106C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处的值满足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1853186401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就能执行子函数，获得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flag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9DE22A-197E-FC29-F79E-F66E11FE006F}"/>
              </a:ext>
            </a:extLst>
          </p:cNvPr>
          <p:cNvSpPr/>
          <p:nvPr/>
        </p:nvSpPr>
        <p:spPr>
          <a:xfrm>
            <a:off x="1036320" y="4754880"/>
            <a:ext cx="3744686" cy="7750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260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78B7442-8919-AFD1-5809-731D6825CFE9}"/>
              </a:ext>
            </a:extLst>
          </p:cNvPr>
          <p:cNvGrpSpPr/>
          <p:nvPr/>
        </p:nvGrpSpPr>
        <p:grpSpPr>
          <a:xfrm>
            <a:off x="7693560" y="128831"/>
            <a:ext cx="4156268" cy="838835"/>
            <a:chOff x="47625" y="44450"/>
            <a:chExt cx="4156268" cy="838835"/>
          </a:xfrm>
        </p:grpSpPr>
        <p:sp>
          <p:nvSpPr>
            <p:cNvPr id="5" name="Text Box 7">
              <a:extLst>
                <a:ext uri="{FF2B5EF4-FFF2-40B4-BE49-F238E27FC236}">
                  <a16:creationId xmlns:a16="http://schemas.microsoft.com/office/drawing/2014/main" id="{AB45940D-4EAC-BE51-5486-4754C03D0B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6" name="图片 5" descr="logo">
              <a:extLst>
                <a:ext uri="{FF2B5EF4-FFF2-40B4-BE49-F238E27FC236}">
                  <a16:creationId xmlns:a16="http://schemas.microsoft.com/office/drawing/2014/main" id="{35A6F7BB-AC18-355B-138F-C8106DAE1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6EB18377-558B-CE9F-CB57-5AFC713783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4193507"/>
              </p:ext>
            </p:extLst>
          </p:nvPr>
        </p:nvGraphicFramePr>
        <p:xfrm>
          <a:off x="2542808" y="977389"/>
          <a:ext cx="7106383" cy="17055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8C534367-AF55-975A-DE26-17C8C6BF50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9411" y="3067115"/>
            <a:ext cx="4252525" cy="118756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E8E7672-0DB3-E482-EBCA-7F39982B6E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4773" y="3213301"/>
            <a:ext cx="4982314" cy="257151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E9BAAB6-1285-8375-EC0E-681B2ADABE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50" y="4638811"/>
            <a:ext cx="5440649" cy="1328957"/>
          </a:xfrm>
          <a:prstGeom prst="rect">
            <a:avLst/>
          </a:prstGeom>
        </p:spPr>
      </p:pic>
      <p:sp>
        <p:nvSpPr>
          <p:cNvPr id="3" name="对话气泡: 矩形 2">
            <a:extLst>
              <a:ext uri="{FF2B5EF4-FFF2-40B4-BE49-F238E27FC236}">
                <a16:creationId xmlns:a16="http://schemas.microsoft.com/office/drawing/2014/main" id="{60B72A85-673C-C630-CA4B-8BCAAC84897C}"/>
              </a:ext>
            </a:extLst>
          </p:cNvPr>
          <p:cNvSpPr/>
          <p:nvPr/>
        </p:nvSpPr>
        <p:spPr>
          <a:xfrm>
            <a:off x="8857561" y="1073184"/>
            <a:ext cx="2799526" cy="1332916"/>
          </a:xfrm>
          <a:prstGeom prst="wedgeRectCallout">
            <a:avLst>
              <a:gd name="adj1" fmla="val -59722"/>
              <a:gd name="adj2" fmla="val 1947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输入置于内存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601068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，要设置内存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60106C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的值，先填充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68-6C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的四个字节，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再设置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</a:p>
        </p:txBody>
      </p:sp>
    </p:spTree>
    <p:extLst>
      <p:ext uri="{BB962C8B-B14F-4D97-AF65-F5344CB8AC3E}">
        <p14:creationId xmlns:p14="http://schemas.microsoft.com/office/powerpoint/2010/main" val="4187524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 36"/>
          <p:cNvSpPr/>
          <p:nvPr/>
        </p:nvSpPr>
        <p:spPr>
          <a:xfrm>
            <a:off x="1906804" y="2787202"/>
            <a:ext cx="8347401" cy="1514565"/>
          </a:xfrm>
          <a:custGeom>
            <a:avLst/>
            <a:gdLst>
              <a:gd name="connsiteX0" fmla="*/ 0 w 5689600"/>
              <a:gd name="connsiteY0" fmla="*/ 1079512 h 1079512"/>
              <a:gd name="connsiteX1" fmla="*/ 1917700 w 5689600"/>
              <a:gd name="connsiteY1" fmla="*/ 12 h 1079512"/>
              <a:gd name="connsiteX2" fmla="*/ 3810000 w 5689600"/>
              <a:gd name="connsiteY2" fmla="*/ 1054112 h 1079512"/>
              <a:gd name="connsiteX3" fmla="*/ 5689600 w 5689600"/>
              <a:gd name="connsiteY3" fmla="*/ 12712 h 1079512"/>
              <a:gd name="connsiteX0" fmla="*/ 0 w 7762075"/>
              <a:gd name="connsiteY0" fmla="*/ 1079512 h 1079512"/>
              <a:gd name="connsiteX1" fmla="*/ 1917700 w 7762075"/>
              <a:gd name="connsiteY1" fmla="*/ 12 h 1079512"/>
              <a:gd name="connsiteX2" fmla="*/ 3810000 w 7762075"/>
              <a:gd name="connsiteY2" fmla="*/ 1054112 h 1079512"/>
              <a:gd name="connsiteX3" fmla="*/ 7762075 w 7762075"/>
              <a:gd name="connsiteY3" fmla="*/ 887355 h 1079512"/>
              <a:gd name="connsiteX0" fmla="*/ 0 w 7762075"/>
              <a:gd name="connsiteY0" fmla="*/ 1258016 h 1258016"/>
              <a:gd name="connsiteX1" fmla="*/ 1917700 w 7762075"/>
              <a:gd name="connsiteY1" fmla="*/ 178516 h 1258016"/>
              <a:gd name="connsiteX2" fmla="*/ 3810000 w 7762075"/>
              <a:gd name="connsiteY2" fmla="*/ 1232616 h 1258016"/>
              <a:gd name="connsiteX3" fmla="*/ 6120167 w 7762075"/>
              <a:gd name="connsiteY3" fmla="*/ 511 h 1258016"/>
              <a:gd name="connsiteX4" fmla="*/ 7762075 w 7762075"/>
              <a:gd name="connsiteY4" fmla="*/ 1065859 h 1258016"/>
              <a:gd name="connsiteX0" fmla="*/ 0 w 7872948"/>
              <a:gd name="connsiteY0" fmla="*/ 1257930 h 1296609"/>
              <a:gd name="connsiteX1" fmla="*/ 1917700 w 7872948"/>
              <a:gd name="connsiteY1" fmla="*/ 178430 h 1296609"/>
              <a:gd name="connsiteX2" fmla="*/ 3810000 w 7872948"/>
              <a:gd name="connsiteY2" fmla="*/ 1232530 h 1296609"/>
              <a:gd name="connsiteX3" fmla="*/ 6120167 w 7872948"/>
              <a:gd name="connsiteY3" fmla="*/ 425 h 1296609"/>
              <a:gd name="connsiteX4" fmla="*/ 7872948 w 7872948"/>
              <a:gd name="connsiteY4" fmla="*/ 1296361 h 1296609"/>
              <a:gd name="connsiteX0" fmla="*/ 0 w 7872948"/>
              <a:gd name="connsiteY0" fmla="*/ 1257930 h 1296609"/>
              <a:gd name="connsiteX1" fmla="*/ 1650430 w 7872948"/>
              <a:gd name="connsiteY1" fmla="*/ 263677 h 1296609"/>
              <a:gd name="connsiteX2" fmla="*/ 3810000 w 7872948"/>
              <a:gd name="connsiteY2" fmla="*/ 1232530 h 1296609"/>
              <a:gd name="connsiteX3" fmla="*/ 6120167 w 7872948"/>
              <a:gd name="connsiteY3" fmla="*/ 425 h 1296609"/>
              <a:gd name="connsiteX4" fmla="*/ 7872948 w 7872948"/>
              <a:gd name="connsiteY4" fmla="*/ 1296361 h 1296609"/>
              <a:gd name="connsiteX0" fmla="*/ 0 w 7872948"/>
              <a:gd name="connsiteY0" fmla="*/ 1257930 h 1296609"/>
              <a:gd name="connsiteX1" fmla="*/ 1650430 w 7872948"/>
              <a:gd name="connsiteY1" fmla="*/ 263677 h 1296609"/>
              <a:gd name="connsiteX2" fmla="*/ 3430071 w 7872948"/>
              <a:gd name="connsiteY2" fmla="*/ 1226591 h 1296609"/>
              <a:gd name="connsiteX3" fmla="*/ 6120167 w 7872948"/>
              <a:gd name="connsiteY3" fmla="*/ 425 h 1296609"/>
              <a:gd name="connsiteX4" fmla="*/ 7872948 w 7872948"/>
              <a:gd name="connsiteY4" fmla="*/ 1296361 h 1296609"/>
              <a:gd name="connsiteX0" fmla="*/ 0 w 7872948"/>
              <a:gd name="connsiteY0" fmla="*/ 1191562 h 1230254"/>
              <a:gd name="connsiteX1" fmla="*/ 1650430 w 7872948"/>
              <a:gd name="connsiteY1" fmla="*/ 197309 h 1230254"/>
              <a:gd name="connsiteX2" fmla="*/ 3430071 w 7872948"/>
              <a:gd name="connsiteY2" fmla="*/ 1160223 h 1230254"/>
              <a:gd name="connsiteX3" fmla="*/ 5639957 w 7872948"/>
              <a:gd name="connsiteY3" fmla="*/ 447 h 1230254"/>
              <a:gd name="connsiteX4" fmla="*/ 7872948 w 7872948"/>
              <a:gd name="connsiteY4" fmla="*/ 1229993 h 1230254"/>
              <a:gd name="connsiteX0" fmla="*/ 0 w 7681228"/>
              <a:gd name="connsiteY0" fmla="*/ 1191632 h 1191632"/>
              <a:gd name="connsiteX1" fmla="*/ 1650430 w 7681228"/>
              <a:gd name="connsiteY1" fmla="*/ 197379 h 1191632"/>
              <a:gd name="connsiteX2" fmla="*/ 3430071 w 7681228"/>
              <a:gd name="connsiteY2" fmla="*/ 1160293 h 1191632"/>
              <a:gd name="connsiteX3" fmla="*/ 5639957 w 7681228"/>
              <a:gd name="connsiteY3" fmla="*/ 517 h 1191632"/>
              <a:gd name="connsiteX4" fmla="*/ 7681228 w 7681228"/>
              <a:gd name="connsiteY4" fmla="*/ 1053214 h 1191632"/>
              <a:gd name="connsiteX0" fmla="*/ 0 w 7681228"/>
              <a:gd name="connsiteY0" fmla="*/ 1191576 h 1191576"/>
              <a:gd name="connsiteX1" fmla="*/ 1650430 w 7681228"/>
              <a:gd name="connsiteY1" fmla="*/ 197323 h 1191576"/>
              <a:gd name="connsiteX2" fmla="*/ 3430071 w 7681228"/>
              <a:gd name="connsiteY2" fmla="*/ 1160237 h 1191576"/>
              <a:gd name="connsiteX3" fmla="*/ 5639957 w 7681228"/>
              <a:gd name="connsiteY3" fmla="*/ 461 h 1191576"/>
              <a:gd name="connsiteX4" fmla="*/ 7681228 w 7681228"/>
              <a:gd name="connsiteY4" fmla="*/ 1053158 h 1191576"/>
              <a:gd name="connsiteX0" fmla="*/ 0 w 7826216"/>
              <a:gd name="connsiteY0" fmla="*/ 1191456 h 1508838"/>
              <a:gd name="connsiteX1" fmla="*/ 1650430 w 7826216"/>
              <a:gd name="connsiteY1" fmla="*/ 197203 h 1508838"/>
              <a:gd name="connsiteX2" fmla="*/ 3430071 w 7826216"/>
              <a:gd name="connsiteY2" fmla="*/ 1160117 h 1508838"/>
              <a:gd name="connsiteX3" fmla="*/ 5639957 w 7826216"/>
              <a:gd name="connsiteY3" fmla="*/ 341 h 1508838"/>
              <a:gd name="connsiteX4" fmla="*/ 7826216 w 7826216"/>
              <a:gd name="connsiteY4" fmla="*/ 1498311 h 1508838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430071 w 7826216"/>
              <a:gd name="connsiteY2" fmla="*/ 977278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737105 w 7826216"/>
              <a:gd name="connsiteY2" fmla="*/ 1136304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737105 w 7826216"/>
              <a:gd name="connsiteY2" fmla="*/ 1136304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737105 w 7826216"/>
              <a:gd name="connsiteY2" fmla="*/ 1136304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994938 h 1314128"/>
              <a:gd name="connsiteX1" fmla="*/ 1650430 w 7826216"/>
              <a:gd name="connsiteY1" fmla="*/ 685 h 1314128"/>
              <a:gd name="connsiteX2" fmla="*/ 3737105 w 7826216"/>
              <a:gd name="connsiteY2" fmla="*/ 1122625 h 1314128"/>
              <a:gd name="connsiteX3" fmla="*/ 5946991 w 7826216"/>
              <a:gd name="connsiteY3" fmla="*/ 66216 h 1314128"/>
              <a:gd name="connsiteX4" fmla="*/ 7826216 w 7826216"/>
              <a:gd name="connsiteY4" fmla="*/ 1301793 h 1314128"/>
              <a:gd name="connsiteX0" fmla="*/ 0 w 7826216"/>
              <a:gd name="connsiteY0" fmla="*/ 929125 h 1248315"/>
              <a:gd name="connsiteX1" fmla="*/ 1641902 w 7826216"/>
              <a:gd name="connsiteY1" fmla="*/ 30287 h 1248315"/>
              <a:gd name="connsiteX2" fmla="*/ 3737105 w 7826216"/>
              <a:gd name="connsiteY2" fmla="*/ 1056812 h 1248315"/>
              <a:gd name="connsiteX3" fmla="*/ 5946991 w 7826216"/>
              <a:gd name="connsiteY3" fmla="*/ 403 h 1248315"/>
              <a:gd name="connsiteX4" fmla="*/ 7826216 w 7826216"/>
              <a:gd name="connsiteY4" fmla="*/ 1235980 h 1248315"/>
              <a:gd name="connsiteX0" fmla="*/ 0 w 7826216"/>
              <a:gd name="connsiteY0" fmla="*/ 929125 h 1248315"/>
              <a:gd name="connsiteX1" fmla="*/ 1641902 w 7826216"/>
              <a:gd name="connsiteY1" fmla="*/ 30287 h 1248315"/>
              <a:gd name="connsiteX2" fmla="*/ 3941795 w 7826216"/>
              <a:gd name="connsiteY2" fmla="*/ 1088617 h 1248315"/>
              <a:gd name="connsiteX3" fmla="*/ 5946991 w 7826216"/>
              <a:gd name="connsiteY3" fmla="*/ 403 h 1248315"/>
              <a:gd name="connsiteX4" fmla="*/ 7826216 w 7826216"/>
              <a:gd name="connsiteY4" fmla="*/ 1235980 h 1248315"/>
              <a:gd name="connsiteX0" fmla="*/ 0 w 7698285"/>
              <a:gd name="connsiteY0" fmla="*/ 929138 h 1201018"/>
              <a:gd name="connsiteX1" fmla="*/ 1641902 w 7698285"/>
              <a:gd name="connsiteY1" fmla="*/ 30300 h 1201018"/>
              <a:gd name="connsiteX2" fmla="*/ 3941795 w 7698285"/>
              <a:gd name="connsiteY2" fmla="*/ 1088630 h 1201018"/>
              <a:gd name="connsiteX3" fmla="*/ 5946991 w 7698285"/>
              <a:gd name="connsiteY3" fmla="*/ 416 h 1201018"/>
              <a:gd name="connsiteX4" fmla="*/ 7698285 w 7698285"/>
              <a:gd name="connsiteY4" fmla="*/ 1188285 h 1201018"/>
              <a:gd name="connsiteX0" fmla="*/ 0 w 7698285"/>
              <a:gd name="connsiteY0" fmla="*/ 929194 h 1188341"/>
              <a:gd name="connsiteX1" fmla="*/ 1641902 w 7698285"/>
              <a:gd name="connsiteY1" fmla="*/ 30356 h 1188341"/>
              <a:gd name="connsiteX2" fmla="*/ 3941795 w 7698285"/>
              <a:gd name="connsiteY2" fmla="*/ 1088686 h 1188341"/>
              <a:gd name="connsiteX3" fmla="*/ 5946991 w 7698285"/>
              <a:gd name="connsiteY3" fmla="*/ 472 h 1188341"/>
              <a:gd name="connsiteX4" fmla="*/ 7698285 w 7698285"/>
              <a:gd name="connsiteY4" fmla="*/ 1188341 h 1188341"/>
              <a:gd name="connsiteX0" fmla="*/ 0 w 7766515"/>
              <a:gd name="connsiteY0" fmla="*/ 1064367 h 1188341"/>
              <a:gd name="connsiteX1" fmla="*/ 1710132 w 7766515"/>
              <a:gd name="connsiteY1" fmla="*/ 30356 h 1188341"/>
              <a:gd name="connsiteX2" fmla="*/ 4010025 w 7766515"/>
              <a:gd name="connsiteY2" fmla="*/ 1088686 h 1188341"/>
              <a:gd name="connsiteX3" fmla="*/ 6015221 w 7766515"/>
              <a:gd name="connsiteY3" fmla="*/ 472 h 1188341"/>
              <a:gd name="connsiteX4" fmla="*/ 7766515 w 7766515"/>
              <a:gd name="connsiteY4" fmla="*/ 1188341 h 1188341"/>
              <a:gd name="connsiteX0" fmla="*/ 0 w 7809158"/>
              <a:gd name="connsiteY0" fmla="*/ 682705 h 1188341"/>
              <a:gd name="connsiteX1" fmla="*/ 1752775 w 7809158"/>
              <a:gd name="connsiteY1" fmla="*/ 30356 h 1188341"/>
              <a:gd name="connsiteX2" fmla="*/ 4052668 w 7809158"/>
              <a:gd name="connsiteY2" fmla="*/ 1088686 h 1188341"/>
              <a:gd name="connsiteX3" fmla="*/ 6057864 w 7809158"/>
              <a:gd name="connsiteY3" fmla="*/ 472 h 1188341"/>
              <a:gd name="connsiteX4" fmla="*/ 7809158 w 7809158"/>
              <a:gd name="connsiteY4" fmla="*/ 1188341 h 1188341"/>
              <a:gd name="connsiteX0" fmla="*/ 0 w 7809158"/>
              <a:gd name="connsiteY0" fmla="*/ 682705 h 1188341"/>
              <a:gd name="connsiteX1" fmla="*/ 1752775 w 7809158"/>
              <a:gd name="connsiteY1" fmla="*/ 30356 h 1188341"/>
              <a:gd name="connsiteX2" fmla="*/ 4052668 w 7809158"/>
              <a:gd name="connsiteY2" fmla="*/ 1088686 h 1188341"/>
              <a:gd name="connsiteX3" fmla="*/ 6057864 w 7809158"/>
              <a:gd name="connsiteY3" fmla="*/ 472 h 1188341"/>
              <a:gd name="connsiteX4" fmla="*/ 7809158 w 7809158"/>
              <a:gd name="connsiteY4" fmla="*/ 1188341 h 1188341"/>
              <a:gd name="connsiteX0" fmla="*/ 0 w 7800630"/>
              <a:gd name="connsiteY0" fmla="*/ 1104124 h 1188341"/>
              <a:gd name="connsiteX1" fmla="*/ 1744247 w 7800630"/>
              <a:gd name="connsiteY1" fmla="*/ 30356 h 1188341"/>
              <a:gd name="connsiteX2" fmla="*/ 4044140 w 7800630"/>
              <a:gd name="connsiteY2" fmla="*/ 1088686 h 1188341"/>
              <a:gd name="connsiteX3" fmla="*/ 6049336 w 7800630"/>
              <a:gd name="connsiteY3" fmla="*/ 472 h 1188341"/>
              <a:gd name="connsiteX4" fmla="*/ 7800630 w 7800630"/>
              <a:gd name="connsiteY4" fmla="*/ 1188341 h 1188341"/>
              <a:gd name="connsiteX0" fmla="*/ 0 w 7800630"/>
              <a:gd name="connsiteY0" fmla="*/ 1120027 h 1188341"/>
              <a:gd name="connsiteX1" fmla="*/ 1744247 w 7800630"/>
              <a:gd name="connsiteY1" fmla="*/ 30356 h 1188341"/>
              <a:gd name="connsiteX2" fmla="*/ 4044140 w 7800630"/>
              <a:gd name="connsiteY2" fmla="*/ 1088686 h 1188341"/>
              <a:gd name="connsiteX3" fmla="*/ 6049336 w 7800630"/>
              <a:gd name="connsiteY3" fmla="*/ 472 h 1188341"/>
              <a:gd name="connsiteX4" fmla="*/ 7800630 w 7800630"/>
              <a:gd name="connsiteY4" fmla="*/ 1188341 h 1188341"/>
              <a:gd name="connsiteX0" fmla="*/ 0 w 7800630"/>
              <a:gd name="connsiteY0" fmla="*/ 1120027 h 1188341"/>
              <a:gd name="connsiteX1" fmla="*/ 1744247 w 7800630"/>
              <a:gd name="connsiteY1" fmla="*/ 30356 h 1188341"/>
              <a:gd name="connsiteX2" fmla="*/ 4044140 w 7800630"/>
              <a:gd name="connsiteY2" fmla="*/ 1088686 h 1188341"/>
              <a:gd name="connsiteX3" fmla="*/ 6049336 w 7800630"/>
              <a:gd name="connsiteY3" fmla="*/ 472 h 1188341"/>
              <a:gd name="connsiteX4" fmla="*/ 7800630 w 7800630"/>
              <a:gd name="connsiteY4" fmla="*/ 1188341 h 1188341"/>
              <a:gd name="connsiteX0" fmla="*/ 0 w 7851801"/>
              <a:gd name="connsiteY0" fmla="*/ 1120082 h 1120082"/>
              <a:gd name="connsiteX1" fmla="*/ 1744247 w 7851801"/>
              <a:gd name="connsiteY1" fmla="*/ 30411 h 1120082"/>
              <a:gd name="connsiteX2" fmla="*/ 4044140 w 7851801"/>
              <a:gd name="connsiteY2" fmla="*/ 1088741 h 1120082"/>
              <a:gd name="connsiteX3" fmla="*/ 6049336 w 7851801"/>
              <a:gd name="connsiteY3" fmla="*/ 527 h 1120082"/>
              <a:gd name="connsiteX4" fmla="*/ 7851801 w 7851801"/>
              <a:gd name="connsiteY4" fmla="*/ 1061175 h 1120082"/>
              <a:gd name="connsiteX0" fmla="*/ 0 w 7851801"/>
              <a:gd name="connsiteY0" fmla="*/ 1120082 h 1120082"/>
              <a:gd name="connsiteX1" fmla="*/ 1744247 w 7851801"/>
              <a:gd name="connsiteY1" fmla="*/ 30411 h 1120082"/>
              <a:gd name="connsiteX2" fmla="*/ 4044140 w 7851801"/>
              <a:gd name="connsiteY2" fmla="*/ 1088741 h 1120082"/>
              <a:gd name="connsiteX3" fmla="*/ 6049336 w 7851801"/>
              <a:gd name="connsiteY3" fmla="*/ 527 h 1120082"/>
              <a:gd name="connsiteX4" fmla="*/ 7851801 w 7851801"/>
              <a:gd name="connsiteY4" fmla="*/ 1061175 h 1120082"/>
              <a:gd name="connsiteX0" fmla="*/ 0 w 7851801"/>
              <a:gd name="connsiteY0" fmla="*/ 1120082 h 1120082"/>
              <a:gd name="connsiteX1" fmla="*/ 1744247 w 7851801"/>
              <a:gd name="connsiteY1" fmla="*/ 30411 h 1120082"/>
              <a:gd name="connsiteX2" fmla="*/ 4044140 w 7851801"/>
              <a:gd name="connsiteY2" fmla="*/ 1088741 h 1120082"/>
              <a:gd name="connsiteX3" fmla="*/ 6049336 w 7851801"/>
              <a:gd name="connsiteY3" fmla="*/ 527 h 1120082"/>
              <a:gd name="connsiteX4" fmla="*/ 7851801 w 7851801"/>
              <a:gd name="connsiteY4" fmla="*/ 1061175 h 1120082"/>
              <a:gd name="connsiteX0" fmla="*/ 0 w 7851801"/>
              <a:gd name="connsiteY0" fmla="*/ 1119555 h 1119555"/>
              <a:gd name="connsiteX1" fmla="*/ 1744247 w 7851801"/>
              <a:gd name="connsiteY1" fmla="*/ 29884 h 1119555"/>
              <a:gd name="connsiteX2" fmla="*/ 4044140 w 7851801"/>
              <a:gd name="connsiteY2" fmla="*/ 1088214 h 1119555"/>
              <a:gd name="connsiteX3" fmla="*/ 6049336 w 7851801"/>
              <a:gd name="connsiteY3" fmla="*/ 0 h 1119555"/>
              <a:gd name="connsiteX4" fmla="*/ 7851801 w 7851801"/>
              <a:gd name="connsiteY4" fmla="*/ 1060648 h 1119555"/>
              <a:gd name="connsiteX0" fmla="*/ 0 w 7851801"/>
              <a:gd name="connsiteY0" fmla="*/ 1119555 h 1119555"/>
              <a:gd name="connsiteX1" fmla="*/ 1744247 w 7851801"/>
              <a:gd name="connsiteY1" fmla="*/ 29884 h 1119555"/>
              <a:gd name="connsiteX2" fmla="*/ 4044140 w 7851801"/>
              <a:gd name="connsiteY2" fmla="*/ 1088214 h 1119555"/>
              <a:gd name="connsiteX3" fmla="*/ 6049336 w 7851801"/>
              <a:gd name="connsiteY3" fmla="*/ 0 h 1119555"/>
              <a:gd name="connsiteX4" fmla="*/ 7851801 w 7851801"/>
              <a:gd name="connsiteY4" fmla="*/ 1060648 h 1119555"/>
              <a:gd name="connsiteX0" fmla="*/ 0 w 7851801"/>
              <a:gd name="connsiteY0" fmla="*/ 1119555 h 1119555"/>
              <a:gd name="connsiteX1" fmla="*/ 2349784 w 7851801"/>
              <a:gd name="connsiteY1" fmla="*/ 13981 h 1119555"/>
              <a:gd name="connsiteX2" fmla="*/ 4044140 w 7851801"/>
              <a:gd name="connsiteY2" fmla="*/ 1088214 h 1119555"/>
              <a:gd name="connsiteX3" fmla="*/ 6049336 w 7851801"/>
              <a:gd name="connsiteY3" fmla="*/ 0 h 1119555"/>
              <a:gd name="connsiteX4" fmla="*/ 7851801 w 7851801"/>
              <a:gd name="connsiteY4" fmla="*/ 1060648 h 1119555"/>
              <a:gd name="connsiteX0" fmla="*/ 0 w 7118332"/>
              <a:gd name="connsiteY0" fmla="*/ 1079799 h 1088237"/>
              <a:gd name="connsiteX1" fmla="*/ 1616315 w 7118332"/>
              <a:gd name="connsiteY1" fmla="*/ 13981 h 1088237"/>
              <a:gd name="connsiteX2" fmla="*/ 3310671 w 7118332"/>
              <a:gd name="connsiteY2" fmla="*/ 1088214 h 1088237"/>
              <a:gd name="connsiteX3" fmla="*/ 5315867 w 7118332"/>
              <a:gd name="connsiteY3" fmla="*/ 0 h 1088237"/>
              <a:gd name="connsiteX4" fmla="*/ 7118332 w 7118332"/>
              <a:gd name="connsiteY4" fmla="*/ 1060648 h 1088237"/>
              <a:gd name="connsiteX0" fmla="*/ 0 w 7118332"/>
              <a:gd name="connsiteY0" fmla="*/ 1079799 h 1088237"/>
              <a:gd name="connsiteX1" fmla="*/ 1616315 w 7118332"/>
              <a:gd name="connsiteY1" fmla="*/ 13981 h 1088237"/>
              <a:gd name="connsiteX2" fmla="*/ 3310671 w 7118332"/>
              <a:gd name="connsiteY2" fmla="*/ 1088214 h 1088237"/>
              <a:gd name="connsiteX3" fmla="*/ 5315867 w 7118332"/>
              <a:gd name="connsiteY3" fmla="*/ 0 h 1088237"/>
              <a:gd name="connsiteX4" fmla="*/ 7118332 w 7118332"/>
              <a:gd name="connsiteY4" fmla="*/ 1060648 h 1088237"/>
              <a:gd name="connsiteX0" fmla="*/ 0 w 7118332"/>
              <a:gd name="connsiteY0" fmla="*/ 1065820 h 1074258"/>
              <a:gd name="connsiteX1" fmla="*/ 1616315 w 7118332"/>
              <a:gd name="connsiteY1" fmla="*/ 2 h 1074258"/>
              <a:gd name="connsiteX2" fmla="*/ 3310671 w 7118332"/>
              <a:gd name="connsiteY2" fmla="*/ 1074235 h 1074258"/>
              <a:gd name="connsiteX3" fmla="*/ 4974720 w 7118332"/>
              <a:gd name="connsiteY3" fmla="*/ 1924 h 1074258"/>
              <a:gd name="connsiteX4" fmla="*/ 7118332 w 7118332"/>
              <a:gd name="connsiteY4" fmla="*/ 1046669 h 1074258"/>
              <a:gd name="connsiteX0" fmla="*/ 0 w 6623667"/>
              <a:gd name="connsiteY0" fmla="*/ 1065820 h 1074258"/>
              <a:gd name="connsiteX1" fmla="*/ 1616315 w 6623667"/>
              <a:gd name="connsiteY1" fmla="*/ 2 h 1074258"/>
              <a:gd name="connsiteX2" fmla="*/ 3310671 w 6623667"/>
              <a:gd name="connsiteY2" fmla="*/ 1074235 h 1074258"/>
              <a:gd name="connsiteX3" fmla="*/ 4974720 w 6623667"/>
              <a:gd name="connsiteY3" fmla="*/ 1924 h 1074258"/>
              <a:gd name="connsiteX4" fmla="*/ 6623667 w 6623667"/>
              <a:gd name="connsiteY4" fmla="*/ 1038718 h 1074258"/>
              <a:gd name="connsiteX0" fmla="*/ 0 w 6478679"/>
              <a:gd name="connsiteY0" fmla="*/ 1065820 h 1074258"/>
              <a:gd name="connsiteX1" fmla="*/ 1616315 w 6478679"/>
              <a:gd name="connsiteY1" fmla="*/ 2 h 1074258"/>
              <a:gd name="connsiteX2" fmla="*/ 3310671 w 6478679"/>
              <a:gd name="connsiteY2" fmla="*/ 1074235 h 1074258"/>
              <a:gd name="connsiteX3" fmla="*/ 4974720 w 6478679"/>
              <a:gd name="connsiteY3" fmla="*/ 1924 h 1074258"/>
              <a:gd name="connsiteX4" fmla="*/ 6478679 w 6478679"/>
              <a:gd name="connsiteY4" fmla="*/ 1070523 h 1074258"/>
              <a:gd name="connsiteX0" fmla="*/ 0 w 6700425"/>
              <a:gd name="connsiteY0" fmla="*/ 1065820 h 1074258"/>
              <a:gd name="connsiteX1" fmla="*/ 1616315 w 6700425"/>
              <a:gd name="connsiteY1" fmla="*/ 2 h 1074258"/>
              <a:gd name="connsiteX2" fmla="*/ 3310671 w 6700425"/>
              <a:gd name="connsiteY2" fmla="*/ 1074235 h 1074258"/>
              <a:gd name="connsiteX3" fmla="*/ 4974720 w 6700425"/>
              <a:gd name="connsiteY3" fmla="*/ 1924 h 1074258"/>
              <a:gd name="connsiteX4" fmla="*/ 6700425 w 6700425"/>
              <a:gd name="connsiteY4" fmla="*/ 1038717 h 1074258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22"/>
              <a:gd name="connsiteX1" fmla="*/ 1616315 w 6700425"/>
              <a:gd name="connsiteY1" fmla="*/ 61689 h 1135922"/>
              <a:gd name="connsiteX2" fmla="*/ 3310671 w 6700425"/>
              <a:gd name="connsiteY2" fmla="*/ 1135922 h 1135922"/>
              <a:gd name="connsiteX3" fmla="*/ 5034421 w 6700425"/>
              <a:gd name="connsiteY3" fmla="*/ 0 h 1135922"/>
              <a:gd name="connsiteX4" fmla="*/ 6700425 w 6700425"/>
              <a:gd name="connsiteY4" fmla="*/ 1100404 h 1135922"/>
              <a:gd name="connsiteX0" fmla="*/ 0 w 6700425"/>
              <a:gd name="connsiteY0" fmla="*/ 1127509 h 1135924"/>
              <a:gd name="connsiteX1" fmla="*/ 1616315 w 6700425"/>
              <a:gd name="connsiteY1" fmla="*/ 61691 h 1135924"/>
              <a:gd name="connsiteX2" fmla="*/ 3310671 w 6700425"/>
              <a:gd name="connsiteY2" fmla="*/ 1135924 h 1135924"/>
              <a:gd name="connsiteX3" fmla="*/ 5034421 w 6700425"/>
              <a:gd name="connsiteY3" fmla="*/ 2 h 1135924"/>
              <a:gd name="connsiteX4" fmla="*/ 6700425 w 6700425"/>
              <a:gd name="connsiteY4" fmla="*/ 1100406 h 1135924"/>
              <a:gd name="connsiteX0" fmla="*/ 0 w 6700425"/>
              <a:gd name="connsiteY0" fmla="*/ 1127509 h 1135924"/>
              <a:gd name="connsiteX1" fmla="*/ 1616315 w 6700425"/>
              <a:gd name="connsiteY1" fmla="*/ 61691 h 1135924"/>
              <a:gd name="connsiteX2" fmla="*/ 3310671 w 6700425"/>
              <a:gd name="connsiteY2" fmla="*/ 1135924 h 1135924"/>
              <a:gd name="connsiteX3" fmla="*/ 5034421 w 6700425"/>
              <a:gd name="connsiteY3" fmla="*/ 2 h 1135924"/>
              <a:gd name="connsiteX4" fmla="*/ 6700425 w 6700425"/>
              <a:gd name="connsiteY4" fmla="*/ 1100406 h 1135924"/>
              <a:gd name="connsiteX0" fmla="*/ 0 w 6700425"/>
              <a:gd name="connsiteY0" fmla="*/ 1127509 h 1135924"/>
              <a:gd name="connsiteX1" fmla="*/ 1616315 w 6700425"/>
              <a:gd name="connsiteY1" fmla="*/ 61691 h 1135924"/>
              <a:gd name="connsiteX2" fmla="*/ 3310671 w 6700425"/>
              <a:gd name="connsiteY2" fmla="*/ 1135924 h 1135924"/>
              <a:gd name="connsiteX3" fmla="*/ 5034421 w 6700425"/>
              <a:gd name="connsiteY3" fmla="*/ 2 h 1135924"/>
              <a:gd name="connsiteX4" fmla="*/ 6700425 w 6700425"/>
              <a:gd name="connsiteY4" fmla="*/ 1072905 h 1135924"/>
              <a:gd name="connsiteX0" fmla="*/ 0 w 6715173"/>
              <a:gd name="connsiteY0" fmla="*/ 1127509 h 1135924"/>
              <a:gd name="connsiteX1" fmla="*/ 1616315 w 6715173"/>
              <a:gd name="connsiteY1" fmla="*/ 61691 h 1135924"/>
              <a:gd name="connsiteX2" fmla="*/ 3310671 w 6715173"/>
              <a:gd name="connsiteY2" fmla="*/ 1135924 h 1135924"/>
              <a:gd name="connsiteX3" fmla="*/ 5034421 w 6715173"/>
              <a:gd name="connsiteY3" fmla="*/ 2 h 1135924"/>
              <a:gd name="connsiteX4" fmla="*/ 6715173 w 6715173"/>
              <a:gd name="connsiteY4" fmla="*/ 1059155 h 1135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5173" h="1135924">
                <a:moveTo>
                  <a:pt x="0" y="1127509"/>
                </a:moveTo>
                <a:cubicBezTo>
                  <a:pt x="507007" y="1133134"/>
                  <a:pt x="1064537" y="60289"/>
                  <a:pt x="1616315" y="61691"/>
                </a:cubicBezTo>
                <a:cubicBezTo>
                  <a:pt x="2168093" y="63093"/>
                  <a:pt x="2778719" y="1127987"/>
                  <a:pt x="3310671" y="1135924"/>
                </a:cubicBezTo>
                <a:cubicBezTo>
                  <a:pt x="3866607" y="1117437"/>
                  <a:pt x="4488155" y="10816"/>
                  <a:pt x="5034421" y="2"/>
                </a:cubicBezTo>
                <a:cubicBezTo>
                  <a:pt x="5562285" y="-1785"/>
                  <a:pt x="6713956" y="1071307"/>
                  <a:pt x="6715173" y="1059155"/>
                </a:cubicBezTo>
              </a:path>
            </a:pathLst>
          </a:cu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38" name="TextBox 6"/>
          <p:cNvSpPr txBox="1">
            <a:spLocks noChangeArrowheads="1"/>
          </p:cNvSpPr>
          <p:nvPr/>
        </p:nvSpPr>
        <p:spPr bwMode="auto">
          <a:xfrm>
            <a:off x="616999" y="2778003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软件漏洞概述</a:t>
            </a:r>
          </a:p>
        </p:txBody>
      </p:sp>
      <p:sp>
        <p:nvSpPr>
          <p:cNvPr id="39" name="TextBox 6"/>
          <p:cNvSpPr txBox="1">
            <a:spLocks noChangeArrowheads="1"/>
          </p:cNvSpPr>
          <p:nvPr/>
        </p:nvSpPr>
        <p:spPr bwMode="auto">
          <a:xfrm>
            <a:off x="2732430" y="3808171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溢出原理</a:t>
            </a:r>
          </a:p>
        </p:txBody>
      </p:sp>
      <p:sp>
        <p:nvSpPr>
          <p:cNvPr id="40" name="TextBox 6"/>
          <p:cNvSpPr txBox="1">
            <a:spLocks noChangeArrowheads="1"/>
          </p:cNvSpPr>
          <p:nvPr/>
        </p:nvSpPr>
        <p:spPr bwMode="auto">
          <a:xfrm>
            <a:off x="4864335" y="2719267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栈溢出漏洞</a:t>
            </a:r>
          </a:p>
        </p:txBody>
      </p:sp>
      <p:sp>
        <p:nvSpPr>
          <p:cNvPr id="42" name="TextBox 40"/>
          <p:cNvSpPr txBox="1">
            <a:spLocks noChangeArrowheads="1"/>
          </p:cNvSpPr>
          <p:nvPr/>
        </p:nvSpPr>
        <p:spPr bwMode="auto">
          <a:xfrm>
            <a:off x="9355691" y="2686329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防范措施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1325688" y="3604190"/>
            <a:ext cx="1181594" cy="1181594"/>
            <a:chOff x="1325688" y="3604190"/>
            <a:chExt cx="1181594" cy="1181594"/>
          </a:xfrm>
        </p:grpSpPr>
        <p:sp>
          <p:nvSpPr>
            <p:cNvPr id="44" name="圆角矩形 43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1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3350841" y="2193014"/>
            <a:ext cx="1181594" cy="1181594"/>
            <a:chOff x="1325688" y="3604190"/>
            <a:chExt cx="1181594" cy="1181594"/>
          </a:xfrm>
        </p:grpSpPr>
        <p:sp>
          <p:nvSpPr>
            <p:cNvPr id="47" name="圆角矩形 46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2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430891" y="3614231"/>
            <a:ext cx="1181594" cy="1181594"/>
            <a:chOff x="1325688" y="3604190"/>
            <a:chExt cx="1181594" cy="1181594"/>
          </a:xfrm>
        </p:grpSpPr>
        <p:sp>
          <p:nvSpPr>
            <p:cNvPr id="50" name="圆角矩形 49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3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7693254" y="2172064"/>
            <a:ext cx="1181594" cy="1181594"/>
            <a:chOff x="1325688" y="3604190"/>
            <a:chExt cx="1181594" cy="1181594"/>
          </a:xfrm>
        </p:grpSpPr>
        <p:sp>
          <p:nvSpPr>
            <p:cNvPr id="53" name="圆角矩形 52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4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952770" y="3602560"/>
            <a:ext cx="1181594" cy="1181594"/>
            <a:chOff x="1325688" y="3604190"/>
            <a:chExt cx="1181594" cy="1181594"/>
          </a:xfrm>
        </p:grpSpPr>
        <p:sp>
          <p:nvSpPr>
            <p:cNvPr id="56" name="圆角矩形 55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5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1A0FC04-23B2-23F9-640D-18BB8DCFEE18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24" name="Text Box 7">
              <a:extLst>
                <a:ext uri="{FF2B5EF4-FFF2-40B4-BE49-F238E27FC236}">
                  <a16:creationId xmlns:a16="http://schemas.microsoft.com/office/drawing/2014/main" id="{236F88BF-928C-3EC5-69CE-058D5D7CA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25" name="图片 24" descr="logo">
              <a:extLst>
                <a:ext uri="{FF2B5EF4-FFF2-40B4-BE49-F238E27FC236}">
                  <a16:creationId xmlns:a16="http://schemas.microsoft.com/office/drawing/2014/main" id="{83DB75DD-6AB9-7E74-8A75-FF578783A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sp>
        <p:nvSpPr>
          <p:cNvPr id="2" name="TextBox 40">
            <a:extLst>
              <a:ext uri="{FF2B5EF4-FFF2-40B4-BE49-F238E27FC236}">
                <a16:creationId xmlns:a16="http://schemas.microsoft.com/office/drawing/2014/main" id="{685F24E7-A262-5E75-5782-407C39AC5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7749" y="3840102"/>
            <a:ext cx="26241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字符串格式化漏洞</a:t>
            </a:r>
          </a:p>
        </p:txBody>
      </p:sp>
    </p:spTree>
    <p:extLst>
      <p:ext uri="{BB962C8B-B14F-4D97-AF65-F5344CB8AC3E}">
        <p14:creationId xmlns:p14="http://schemas.microsoft.com/office/powerpoint/2010/main" val="7228932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7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7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39" grpId="0"/>
      <p:bldP spid="40" grpId="0"/>
      <p:bldP spid="42" grpId="0"/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74D8500-9BEA-2F89-59A5-3E1404DD2DC6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D47F6386-57D4-224A-2A74-38834BA45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7" name="图片 6" descr="logo">
              <a:extLst>
                <a:ext uri="{FF2B5EF4-FFF2-40B4-BE49-F238E27FC236}">
                  <a16:creationId xmlns:a16="http://schemas.microsoft.com/office/drawing/2014/main" id="{13C0EB52-9E8E-ABE0-AA0B-B9876BCA7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pic>
        <p:nvPicPr>
          <p:cNvPr id="3" name="图片 2" descr="C:\Users\lenovo\AppData\Local\Temp\SNAGHTML43fe647f.PNG">
            <a:extLst>
              <a:ext uri="{FF2B5EF4-FFF2-40B4-BE49-F238E27FC236}">
                <a16:creationId xmlns:a16="http://schemas.microsoft.com/office/drawing/2014/main" id="{98AE92E6-D3E5-35DD-AF99-354ECAB3766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244" y="1592623"/>
            <a:ext cx="7907655" cy="431577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圆角矩形 2">
            <a:extLst>
              <a:ext uri="{FF2B5EF4-FFF2-40B4-BE49-F238E27FC236}">
                <a16:creationId xmlns:a16="http://schemas.microsoft.com/office/drawing/2014/main" id="{1E00B80D-ED17-9F54-7026-16D9739A1B46}"/>
              </a:ext>
            </a:extLst>
          </p:cNvPr>
          <p:cNvSpPr/>
          <p:nvPr/>
        </p:nvSpPr>
        <p:spPr>
          <a:xfrm>
            <a:off x="422620" y="1718512"/>
            <a:ext cx="3124200" cy="406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程序运行从硬盘调入内存，分三个区：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代码文本区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程序指令，一般只读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静态、全局数据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堆栈区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程序中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函数使用的局部变量动态分配空间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941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74D8500-9BEA-2F89-59A5-3E1404DD2DC6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D47F6386-57D4-224A-2A74-38834BA45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7" name="图片 6" descr="logo">
              <a:extLst>
                <a:ext uri="{FF2B5EF4-FFF2-40B4-BE49-F238E27FC236}">
                  <a16:creationId xmlns:a16="http://schemas.microsoft.com/office/drawing/2014/main" id="{13C0EB52-9E8E-ABE0-AA0B-B9876BCA7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0D27C386-A7DA-5867-CDF6-B8AB49E9FEAC}"/>
              </a:ext>
            </a:extLst>
          </p:cNvPr>
          <p:cNvSpPr/>
          <p:nvPr/>
        </p:nvSpPr>
        <p:spPr>
          <a:xfrm>
            <a:off x="4445000" y="2095500"/>
            <a:ext cx="1028700" cy="28321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A067C3A-0CD0-64E9-7142-F16A3B0357A7}"/>
              </a:ext>
            </a:extLst>
          </p:cNvPr>
          <p:cNvCxnSpPr/>
          <p:nvPr/>
        </p:nvCxnSpPr>
        <p:spPr>
          <a:xfrm>
            <a:off x="4445000" y="4921264"/>
            <a:ext cx="1066800" cy="0"/>
          </a:xfrm>
          <a:prstGeom prst="line">
            <a:avLst/>
          </a:prstGeom>
          <a:ln w="38100">
            <a:solidFill>
              <a:schemeClr val="bg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C67CE84-F393-5EE2-9FAA-3A62B865DA72}"/>
              </a:ext>
            </a:extLst>
          </p:cNvPr>
          <p:cNvCxnSpPr/>
          <p:nvPr/>
        </p:nvCxnSpPr>
        <p:spPr>
          <a:xfrm>
            <a:off x="4445000" y="2095500"/>
            <a:ext cx="0" cy="28321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DC3DF7F-83AE-CBD6-1BBB-E2444B41074E}"/>
              </a:ext>
            </a:extLst>
          </p:cNvPr>
          <p:cNvCxnSpPr/>
          <p:nvPr/>
        </p:nvCxnSpPr>
        <p:spPr>
          <a:xfrm>
            <a:off x="5473700" y="2095500"/>
            <a:ext cx="0" cy="28321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圆角矩形 7">
            <a:extLst>
              <a:ext uri="{FF2B5EF4-FFF2-40B4-BE49-F238E27FC236}">
                <a16:creationId xmlns:a16="http://schemas.microsoft.com/office/drawing/2014/main" id="{6323BA25-C7A9-0CDC-754B-7FE27976B3F5}"/>
              </a:ext>
            </a:extLst>
          </p:cNvPr>
          <p:cNvSpPr/>
          <p:nvPr/>
        </p:nvSpPr>
        <p:spPr>
          <a:xfrm>
            <a:off x="4454189" y="4501900"/>
            <a:ext cx="990600" cy="3937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3" name="圆角矩形 10">
            <a:extLst>
              <a:ext uri="{FF2B5EF4-FFF2-40B4-BE49-F238E27FC236}">
                <a16:creationId xmlns:a16="http://schemas.microsoft.com/office/drawing/2014/main" id="{D00D9A75-FE36-4BB3-97F7-CDC04204758D}"/>
              </a:ext>
            </a:extLst>
          </p:cNvPr>
          <p:cNvSpPr/>
          <p:nvPr/>
        </p:nvSpPr>
        <p:spPr>
          <a:xfrm>
            <a:off x="4464050" y="4074059"/>
            <a:ext cx="990600" cy="3937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B337695-0083-7A2B-7F08-E6C59DE400BF}"/>
              </a:ext>
            </a:extLst>
          </p:cNvPr>
          <p:cNvSpPr/>
          <p:nvPr/>
        </p:nvSpPr>
        <p:spPr>
          <a:xfrm>
            <a:off x="5900685" y="2082272"/>
            <a:ext cx="1028700" cy="28321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F39C680-91CC-F727-259C-9AC9878A92C1}"/>
              </a:ext>
            </a:extLst>
          </p:cNvPr>
          <p:cNvCxnSpPr/>
          <p:nvPr/>
        </p:nvCxnSpPr>
        <p:spPr>
          <a:xfrm>
            <a:off x="5862585" y="4914372"/>
            <a:ext cx="1066800" cy="0"/>
          </a:xfrm>
          <a:prstGeom prst="line">
            <a:avLst/>
          </a:prstGeom>
          <a:ln w="38100">
            <a:solidFill>
              <a:schemeClr val="bg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01254AF-834B-C6EE-4A37-E564714C0337}"/>
              </a:ext>
            </a:extLst>
          </p:cNvPr>
          <p:cNvCxnSpPr/>
          <p:nvPr/>
        </p:nvCxnSpPr>
        <p:spPr>
          <a:xfrm>
            <a:off x="5900685" y="2082272"/>
            <a:ext cx="0" cy="28321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57AE7C2-0E08-1543-1A0F-199F5CD107AC}"/>
              </a:ext>
            </a:extLst>
          </p:cNvPr>
          <p:cNvCxnSpPr/>
          <p:nvPr/>
        </p:nvCxnSpPr>
        <p:spPr>
          <a:xfrm>
            <a:off x="6929385" y="2082272"/>
            <a:ext cx="0" cy="28321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圆角矩形 15">
            <a:extLst>
              <a:ext uri="{FF2B5EF4-FFF2-40B4-BE49-F238E27FC236}">
                <a16:creationId xmlns:a16="http://schemas.microsoft.com/office/drawing/2014/main" id="{C5031781-9043-9AA9-9EEA-7BE176704930}"/>
              </a:ext>
            </a:extLst>
          </p:cNvPr>
          <p:cNvSpPr/>
          <p:nvPr/>
        </p:nvSpPr>
        <p:spPr>
          <a:xfrm>
            <a:off x="5910211" y="4495534"/>
            <a:ext cx="990600" cy="3937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9" name="圆角矩形 16">
            <a:extLst>
              <a:ext uri="{FF2B5EF4-FFF2-40B4-BE49-F238E27FC236}">
                <a16:creationId xmlns:a16="http://schemas.microsoft.com/office/drawing/2014/main" id="{2F596AB3-9819-3AAD-67D2-FB674B06DA8A}"/>
              </a:ext>
            </a:extLst>
          </p:cNvPr>
          <p:cNvSpPr/>
          <p:nvPr/>
        </p:nvSpPr>
        <p:spPr>
          <a:xfrm>
            <a:off x="5918583" y="4069359"/>
            <a:ext cx="990600" cy="3937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20" name="圆角矩形 17">
            <a:extLst>
              <a:ext uri="{FF2B5EF4-FFF2-40B4-BE49-F238E27FC236}">
                <a16:creationId xmlns:a16="http://schemas.microsoft.com/office/drawing/2014/main" id="{F1670BF7-903B-5DC1-378F-379F16546735}"/>
              </a:ext>
            </a:extLst>
          </p:cNvPr>
          <p:cNvSpPr/>
          <p:nvPr/>
        </p:nvSpPr>
        <p:spPr>
          <a:xfrm>
            <a:off x="5898381" y="3624589"/>
            <a:ext cx="990600" cy="393701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圆角矩形 18">
            <a:extLst>
              <a:ext uri="{FF2B5EF4-FFF2-40B4-BE49-F238E27FC236}">
                <a16:creationId xmlns:a16="http://schemas.microsoft.com/office/drawing/2014/main" id="{9A31EA83-D1AC-D2B3-F6F8-FC096CC41CF1}"/>
              </a:ext>
            </a:extLst>
          </p:cNvPr>
          <p:cNvSpPr/>
          <p:nvPr/>
        </p:nvSpPr>
        <p:spPr>
          <a:xfrm>
            <a:off x="3515781" y="1487879"/>
            <a:ext cx="990600" cy="393701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782C338B-2FD0-C213-1A5D-19198441E083}"/>
              </a:ext>
            </a:extLst>
          </p:cNvPr>
          <p:cNvSpPr/>
          <p:nvPr/>
        </p:nvSpPr>
        <p:spPr>
          <a:xfrm>
            <a:off x="4839074" y="5408477"/>
            <a:ext cx="1639835" cy="596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PUSH C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BB0F641-56DB-D149-FBF4-73128760B53F}"/>
              </a:ext>
            </a:extLst>
          </p:cNvPr>
          <p:cNvSpPr/>
          <p:nvPr/>
        </p:nvSpPr>
        <p:spPr>
          <a:xfrm>
            <a:off x="9398000" y="2069044"/>
            <a:ext cx="1028700" cy="28321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2F23762-4D57-B912-D5E7-BFFA5D9FEAE0}"/>
              </a:ext>
            </a:extLst>
          </p:cNvPr>
          <p:cNvCxnSpPr/>
          <p:nvPr/>
        </p:nvCxnSpPr>
        <p:spPr>
          <a:xfrm>
            <a:off x="9398000" y="4914372"/>
            <a:ext cx="1066800" cy="0"/>
          </a:xfrm>
          <a:prstGeom prst="line">
            <a:avLst/>
          </a:prstGeom>
          <a:ln w="38100">
            <a:solidFill>
              <a:schemeClr val="bg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30518A5-04AB-7684-4749-70C51D5DB8B0}"/>
              </a:ext>
            </a:extLst>
          </p:cNvPr>
          <p:cNvCxnSpPr/>
          <p:nvPr/>
        </p:nvCxnSpPr>
        <p:spPr>
          <a:xfrm>
            <a:off x="9398000" y="2069044"/>
            <a:ext cx="0" cy="28321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4B87F21-B552-8E9C-D01C-97007E83476B}"/>
              </a:ext>
            </a:extLst>
          </p:cNvPr>
          <p:cNvCxnSpPr/>
          <p:nvPr/>
        </p:nvCxnSpPr>
        <p:spPr>
          <a:xfrm>
            <a:off x="10426700" y="2069044"/>
            <a:ext cx="0" cy="28321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C03EBCFF-66E8-FF2C-AABB-1E62670F1F36}"/>
              </a:ext>
            </a:extLst>
          </p:cNvPr>
          <p:cNvSpPr/>
          <p:nvPr/>
        </p:nvSpPr>
        <p:spPr>
          <a:xfrm>
            <a:off x="9407524" y="4501900"/>
            <a:ext cx="990600" cy="3937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7BB87200-A5A4-F322-BF7A-9D8EC9BA5B85}"/>
              </a:ext>
            </a:extLst>
          </p:cNvPr>
          <p:cNvSpPr/>
          <p:nvPr/>
        </p:nvSpPr>
        <p:spPr>
          <a:xfrm>
            <a:off x="9407524" y="4057376"/>
            <a:ext cx="990600" cy="3937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00DED3B-DD13-6344-3CAA-667742F613C1}"/>
              </a:ext>
            </a:extLst>
          </p:cNvPr>
          <p:cNvSpPr/>
          <p:nvPr/>
        </p:nvSpPr>
        <p:spPr>
          <a:xfrm>
            <a:off x="7977134" y="2057135"/>
            <a:ext cx="1028700" cy="283210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77BE596C-2684-4A67-044B-8A7865C82EA9}"/>
              </a:ext>
            </a:extLst>
          </p:cNvPr>
          <p:cNvCxnSpPr/>
          <p:nvPr/>
        </p:nvCxnSpPr>
        <p:spPr>
          <a:xfrm>
            <a:off x="7996184" y="4901813"/>
            <a:ext cx="1066800" cy="0"/>
          </a:xfrm>
          <a:prstGeom prst="line">
            <a:avLst/>
          </a:prstGeom>
          <a:ln w="38100">
            <a:solidFill>
              <a:schemeClr val="bg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7C58888E-A1C9-F126-F548-0B078D0CB39C}"/>
              </a:ext>
            </a:extLst>
          </p:cNvPr>
          <p:cNvCxnSpPr/>
          <p:nvPr/>
        </p:nvCxnSpPr>
        <p:spPr>
          <a:xfrm>
            <a:off x="7977134" y="2057135"/>
            <a:ext cx="0" cy="28321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4507F580-F697-0A0C-DC0A-442DB0C0ADB4}"/>
              </a:ext>
            </a:extLst>
          </p:cNvPr>
          <p:cNvCxnSpPr/>
          <p:nvPr/>
        </p:nvCxnSpPr>
        <p:spPr>
          <a:xfrm>
            <a:off x="9005834" y="2057135"/>
            <a:ext cx="0" cy="28321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FF30B256-B32D-CB74-5939-C237BDA3019C}"/>
              </a:ext>
            </a:extLst>
          </p:cNvPr>
          <p:cNvSpPr/>
          <p:nvPr/>
        </p:nvSpPr>
        <p:spPr>
          <a:xfrm>
            <a:off x="7986659" y="4474785"/>
            <a:ext cx="990600" cy="3937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8D03A09F-E94B-E43F-A439-E81EFEFA7AF9}"/>
              </a:ext>
            </a:extLst>
          </p:cNvPr>
          <p:cNvSpPr/>
          <p:nvPr/>
        </p:nvSpPr>
        <p:spPr>
          <a:xfrm>
            <a:off x="7986659" y="4031844"/>
            <a:ext cx="990600" cy="3937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867D59B2-B882-CB1F-B5AE-E283F7746B14}"/>
              </a:ext>
            </a:extLst>
          </p:cNvPr>
          <p:cNvSpPr/>
          <p:nvPr/>
        </p:nvSpPr>
        <p:spPr>
          <a:xfrm>
            <a:off x="7986659" y="3588903"/>
            <a:ext cx="990600" cy="393701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44754433-D98F-A4DE-CC7F-10ECE215D178}"/>
              </a:ext>
            </a:extLst>
          </p:cNvPr>
          <p:cNvSpPr/>
          <p:nvPr/>
        </p:nvSpPr>
        <p:spPr>
          <a:xfrm>
            <a:off x="10271090" y="1331452"/>
            <a:ext cx="990600" cy="393701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7" name="圆角矩形 38">
            <a:extLst>
              <a:ext uri="{FF2B5EF4-FFF2-40B4-BE49-F238E27FC236}">
                <a16:creationId xmlns:a16="http://schemas.microsoft.com/office/drawing/2014/main" id="{DD11300F-BA76-9AF5-28A2-B5E49D4F8D47}"/>
              </a:ext>
            </a:extLst>
          </p:cNvPr>
          <p:cNvSpPr/>
          <p:nvPr/>
        </p:nvSpPr>
        <p:spPr>
          <a:xfrm>
            <a:off x="8481959" y="5405803"/>
            <a:ext cx="1639835" cy="5969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POP</a:t>
            </a:r>
            <a:endParaRPr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46A4662-0958-5C4D-2639-FC4F09DFC596}"/>
              </a:ext>
            </a:extLst>
          </p:cNvPr>
          <p:cNvSpPr/>
          <p:nvPr/>
        </p:nvSpPr>
        <p:spPr>
          <a:xfrm>
            <a:off x="324757" y="1809167"/>
            <a:ext cx="3012229" cy="4130074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什么是栈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数据结构（存储处理）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特点：后进先出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LIFO</a:t>
            </a:r>
          </a:p>
          <a:p>
            <a:pPr algn="ctr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入栈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在栈顶部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弹出数据时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先被弹出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类比：带底的桶，只能从顶部存取物品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箭头: 圆角右 38">
            <a:extLst>
              <a:ext uri="{FF2B5EF4-FFF2-40B4-BE49-F238E27FC236}">
                <a16:creationId xmlns:a16="http://schemas.microsoft.com/office/drawing/2014/main" id="{2A3BCABC-A92A-53F2-B4F3-CDAD89FE9B19}"/>
              </a:ext>
            </a:extLst>
          </p:cNvPr>
          <p:cNvSpPr/>
          <p:nvPr/>
        </p:nvSpPr>
        <p:spPr>
          <a:xfrm rot="5400000">
            <a:off x="4586533" y="1571626"/>
            <a:ext cx="377333" cy="51807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箭头: 圆角右 39">
            <a:extLst>
              <a:ext uri="{FF2B5EF4-FFF2-40B4-BE49-F238E27FC236}">
                <a16:creationId xmlns:a16="http://schemas.microsoft.com/office/drawing/2014/main" id="{BC796524-F2BE-BA30-6396-B5AD656A1ABD}"/>
              </a:ext>
            </a:extLst>
          </p:cNvPr>
          <p:cNvSpPr/>
          <p:nvPr/>
        </p:nvSpPr>
        <p:spPr>
          <a:xfrm>
            <a:off x="9753017" y="1487879"/>
            <a:ext cx="518073" cy="455749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9D0E65F-4B4C-FD70-6752-DDC7C996BB4A}"/>
              </a:ext>
            </a:extLst>
          </p:cNvPr>
          <p:cNvCxnSpPr/>
          <p:nvPr/>
        </p:nvCxnSpPr>
        <p:spPr>
          <a:xfrm>
            <a:off x="4454189" y="2095500"/>
            <a:ext cx="0" cy="2818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A376D08-2A61-AE42-735E-FB0A659DB28F}"/>
              </a:ext>
            </a:extLst>
          </p:cNvPr>
          <p:cNvCxnSpPr/>
          <p:nvPr/>
        </p:nvCxnSpPr>
        <p:spPr>
          <a:xfrm>
            <a:off x="5473700" y="2102392"/>
            <a:ext cx="0" cy="2818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4683C352-885E-1F40-5E5F-59016A06E0CB}"/>
              </a:ext>
            </a:extLst>
          </p:cNvPr>
          <p:cNvCxnSpPr/>
          <p:nvPr/>
        </p:nvCxnSpPr>
        <p:spPr>
          <a:xfrm>
            <a:off x="5910211" y="2082272"/>
            <a:ext cx="0" cy="2818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481BEFB-6921-8EAB-0A08-2BEDBDE6E89B}"/>
              </a:ext>
            </a:extLst>
          </p:cNvPr>
          <p:cNvCxnSpPr/>
          <p:nvPr/>
        </p:nvCxnSpPr>
        <p:spPr>
          <a:xfrm>
            <a:off x="6888981" y="2082272"/>
            <a:ext cx="0" cy="2818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3AD00E0-6E3F-E569-4108-FA5CC87FE9D4}"/>
              </a:ext>
            </a:extLst>
          </p:cNvPr>
          <p:cNvCxnSpPr/>
          <p:nvPr/>
        </p:nvCxnSpPr>
        <p:spPr>
          <a:xfrm>
            <a:off x="7986659" y="2069044"/>
            <a:ext cx="0" cy="2818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94C8B1D3-265C-35DB-29B0-C9718E2B8E8A}"/>
              </a:ext>
            </a:extLst>
          </p:cNvPr>
          <p:cNvCxnSpPr/>
          <p:nvPr/>
        </p:nvCxnSpPr>
        <p:spPr>
          <a:xfrm>
            <a:off x="8977259" y="2076729"/>
            <a:ext cx="0" cy="2818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2D2E8933-6C64-A840-B505-90172208E6FC}"/>
              </a:ext>
            </a:extLst>
          </p:cNvPr>
          <p:cNvCxnSpPr/>
          <p:nvPr/>
        </p:nvCxnSpPr>
        <p:spPr>
          <a:xfrm>
            <a:off x="9407524" y="2095500"/>
            <a:ext cx="0" cy="2818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9FDA100A-9AF6-E4FB-3C4B-3835B7912ACC}"/>
              </a:ext>
            </a:extLst>
          </p:cNvPr>
          <p:cNvCxnSpPr/>
          <p:nvPr/>
        </p:nvCxnSpPr>
        <p:spPr>
          <a:xfrm>
            <a:off x="10398124" y="2095500"/>
            <a:ext cx="0" cy="2818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23473843-2F24-D30C-54FA-B5F2DC896E4E}"/>
              </a:ext>
            </a:extLst>
          </p:cNvPr>
          <p:cNvCxnSpPr/>
          <p:nvPr/>
        </p:nvCxnSpPr>
        <p:spPr>
          <a:xfrm flipV="1">
            <a:off x="4454189" y="4887916"/>
            <a:ext cx="1057611" cy="76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060B85F1-B9AE-40FC-CBD5-192D88E89334}"/>
              </a:ext>
            </a:extLst>
          </p:cNvPr>
          <p:cNvCxnSpPr/>
          <p:nvPr/>
        </p:nvCxnSpPr>
        <p:spPr>
          <a:xfrm flipV="1">
            <a:off x="5876705" y="4884073"/>
            <a:ext cx="1057611" cy="76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D0F9561B-C42D-0FCF-4C04-606CC2403A05}"/>
              </a:ext>
            </a:extLst>
          </p:cNvPr>
          <p:cNvCxnSpPr/>
          <p:nvPr/>
        </p:nvCxnSpPr>
        <p:spPr>
          <a:xfrm flipV="1">
            <a:off x="7943461" y="4887915"/>
            <a:ext cx="1057611" cy="76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24B2166D-73EF-8F69-A912-DD60185C70F4}"/>
              </a:ext>
            </a:extLst>
          </p:cNvPr>
          <p:cNvCxnSpPr/>
          <p:nvPr/>
        </p:nvCxnSpPr>
        <p:spPr>
          <a:xfrm flipV="1">
            <a:off x="9340513" y="4898372"/>
            <a:ext cx="1057611" cy="76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49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74D8500-9BEA-2F89-59A5-3E1404DD2DC6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6" name="Text Box 7">
              <a:extLst>
                <a:ext uri="{FF2B5EF4-FFF2-40B4-BE49-F238E27FC236}">
                  <a16:creationId xmlns:a16="http://schemas.microsoft.com/office/drawing/2014/main" id="{D47F6386-57D4-224A-2A74-38834BA45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7" name="图片 6" descr="logo">
              <a:extLst>
                <a:ext uri="{FF2B5EF4-FFF2-40B4-BE49-F238E27FC236}">
                  <a16:creationId xmlns:a16="http://schemas.microsoft.com/office/drawing/2014/main" id="{13C0EB52-9E8E-ABE0-AA0B-B9876BCA7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0E1C1CDA-C7F7-6DD3-C297-707D4FCAA0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0174549"/>
              </p:ext>
            </p:extLst>
          </p:nvPr>
        </p:nvGraphicFramePr>
        <p:xfrm>
          <a:off x="591993" y="1889760"/>
          <a:ext cx="5713012" cy="40425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A1F87D71-1411-E58B-51C5-414B1EBA9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286" y="1239202"/>
            <a:ext cx="6669942" cy="4693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BF68191-9A20-4EF0-E80F-6EC859A6570E}"/>
              </a:ext>
            </a:extLst>
          </p:cNvPr>
          <p:cNvSpPr/>
          <p:nvPr/>
        </p:nvSpPr>
        <p:spPr>
          <a:xfrm>
            <a:off x="9645414" y="2691008"/>
            <a:ext cx="1167788" cy="440674"/>
          </a:xfrm>
          <a:prstGeom prst="rect">
            <a:avLst/>
          </a:prstGeom>
          <a:solidFill>
            <a:srgbClr val="BDD7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DAA315-4C17-747E-934A-9BEA9987FF1E}"/>
              </a:ext>
            </a:extLst>
          </p:cNvPr>
          <p:cNvSpPr/>
          <p:nvPr/>
        </p:nvSpPr>
        <p:spPr>
          <a:xfrm>
            <a:off x="9645414" y="4178009"/>
            <a:ext cx="1167788" cy="440674"/>
          </a:xfrm>
          <a:prstGeom prst="rect">
            <a:avLst/>
          </a:prstGeom>
          <a:solidFill>
            <a:srgbClr val="C5E0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箭头: 下 3">
            <a:extLst>
              <a:ext uri="{FF2B5EF4-FFF2-40B4-BE49-F238E27FC236}">
                <a16:creationId xmlns:a16="http://schemas.microsoft.com/office/drawing/2014/main" id="{34A5A21C-BD2D-E6B4-6B17-8B661CD97088}"/>
              </a:ext>
            </a:extLst>
          </p:cNvPr>
          <p:cNvSpPr/>
          <p:nvPr/>
        </p:nvSpPr>
        <p:spPr>
          <a:xfrm>
            <a:off x="11038902" y="1889760"/>
            <a:ext cx="1013552" cy="37290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高地址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低地址</a:t>
            </a:r>
          </a:p>
        </p:txBody>
      </p:sp>
    </p:spTree>
    <p:extLst>
      <p:ext uri="{BB962C8B-B14F-4D97-AF65-F5344CB8AC3E}">
        <p14:creationId xmlns:p14="http://schemas.microsoft.com/office/powerpoint/2010/main" val="3253772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F5388BE8-6ADD-380D-7A67-F984409152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9461356"/>
              </p:ext>
            </p:extLst>
          </p:nvPr>
        </p:nvGraphicFramePr>
        <p:xfrm>
          <a:off x="3503388" y="97907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A8B82345-CE0C-B709-F458-5E62D15E2A7B}"/>
              </a:ext>
            </a:extLst>
          </p:cNvPr>
          <p:cNvSpPr/>
          <p:nvPr/>
        </p:nvSpPr>
        <p:spPr>
          <a:xfrm>
            <a:off x="560612" y="2110274"/>
            <a:ext cx="2647406" cy="940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栈和堆的区别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C93A0B0-854D-07AD-C046-6F1380EF3D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854" y="3806874"/>
            <a:ext cx="3356922" cy="140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5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C412624D-DCE2-0236-5277-9EA027B8D6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0685500"/>
              </p:ext>
            </p:extLst>
          </p:nvPr>
        </p:nvGraphicFramePr>
        <p:xfrm>
          <a:off x="591993" y="1889760"/>
          <a:ext cx="5713012" cy="40425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AC91FD17-7270-738A-CA7B-868A7F476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576" y="953944"/>
            <a:ext cx="5504007" cy="4237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BAB3AE3-1667-7A4C-688B-BD3068F9BECD}"/>
              </a:ext>
            </a:extLst>
          </p:cNvPr>
          <p:cNvSpPr/>
          <p:nvPr/>
        </p:nvSpPr>
        <p:spPr>
          <a:xfrm>
            <a:off x="6096000" y="5596569"/>
            <a:ext cx="5108154" cy="649995"/>
          </a:xfrm>
          <a:prstGeom prst="rect">
            <a:avLst/>
          </a:prstGeom>
          <a:solidFill>
            <a:srgbClr val="009A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硬盘（外存）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2C205C1-3CC5-D6B5-3792-B3B423E39A5E}"/>
              </a:ext>
            </a:extLst>
          </p:cNvPr>
          <p:cNvCxnSpPr>
            <a:cxnSpLocks/>
          </p:cNvCxnSpPr>
          <p:nvPr/>
        </p:nvCxnSpPr>
        <p:spPr>
          <a:xfrm>
            <a:off x="7718960" y="5111827"/>
            <a:ext cx="0" cy="48474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F506824-A158-4CA6-C3F0-A6EC0D4B7BF7}"/>
              </a:ext>
            </a:extLst>
          </p:cNvPr>
          <p:cNvCxnSpPr>
            <a:cxnSpLocks/>
          </p:cNvCxnSpPr>
          <p:nvPr/>
        </p:nvCxnSpPr>
        <p:spPr>
          <a:xfrm flipV="1">
            <a:off x="9155017" y="5111827"/>
            <a:ext cx="0" cy="48474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45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1B0261F-030E-385B-7422-3F8A986F0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954" y="2133498"/>
            <a:ext cx="3600450" cy="3881005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sp>
        <p:nvSpPr>
          <p:cNvPr id="6" name="圆角矩形 4">
            <a:extLst>
              <a:ext uri="{FF2B5EF4-FFF2-40B4-BE49-F238E27FC236}">
                <a16:creationId xmlns:a16="http://schemas.microsoft.com/office/drawing/2014/main" id="{FD2A377C-940C-DBBF-5FD7-55BF2A3A5B08}"/>
              </a:ext>
            </a:extLst>
          </p:cNvPr>
          <p:cNvSpPr/>
          <p:nvPr/>
        </p:nvSpPr>
        <p:spPr>
          <a:xfrm>
            <a:off x="554698" y="5207068"/>
            <a:ext cx="3517900" cy="520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EIP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：下一条执行指令地址</a:t>
            </a:r>
          </a:p>
        </p:txBody>
      </p:sp>
      <p:sp>
        <p:nvSpPr>
          <p:cNvPr id="7" name="右箭头 5">
            <a:extLst>
              <a:ext uri="{FF2B5EF4-FFF2-40B4-BE49-F238E27FC236}">
                <a16:creationId xmlns:a16="http://schemas.microsoft.com/office/drawing/2014/main" id="{22C737E6-EBEF-B9D7-5344-56A3B3492F9C}"/>
              </a:ext>
            </a:extLst>
          </p:cNvPr>
          <p:cNvSpPr/>
          <p:nvPr/>
        </p:nvSpPr>
        <p:spPr>
          <a:xfrm rot="19106722">
            <a:off x="3999440" y="4977315"/>
            <a:ext cx="558800" cy="215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4F6BA29A-67C9-BCD7-A586-E3331F8D1E0A}"/>
              </a:ext>
            </a:extLst>
          </p:cNvPr>
          <p:cNvSpPr/>
          <p:nvPr/>
        </p:nvSpPr>
        <p:spPr>
          <a:xfrm>
            <a:off x="554698" y="2372921"/>
            <a:ext cx="3517900" cy="520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ESP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：当前栈顶指针，变化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F0F75665-41D7-08B5-7E5B-3E9F651690C7}"/>
              </a:ext>
            </a:extLst>
          </p:cNvPr>
          <p:cNvSpPr/>
          <p:nvPr/>
        </p:nvSpPr>
        <p:spPr>
          <a:xfrm rot="2444299">
            <a:off x="3997978" y="2956236"/>
            <a:ext cx="558800" cy="215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B51C746-615D-D5BD-5406-D608CECA11AC}"/>
              </a:ext>
            </a:extLst>
          </p:cNvPr>
          <p:cNvSpPr/>
          <p:nvPr/>
        </p:nvSpPr>
        <p:spPr>
          <a:xfrm>
            <a:off x="8400820" y="2633271"/>
            <a:ext cx="3517900" cy="520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：当前栈底指针</a:t>
            </a:r>
          </a:p>
        </p:txBody>
      </p:sp>
      <p:sp>
        <p:nvSpPr>
          <p:cNvPr id="11" name="右箭头 6">
            <a:extLst>
              <a:ext uri="{FF2B5EF4-FFF2-40B4-BE49-F238E27FC236}">
                <a16:creationId xmlns:a16="http://schemas.microsoft.com/office/drawing/2014/main" id="{B50F39FF-DB4C-B56B-32A6-1C5767AB2BA1}"/>
              </a:ext>
            </a:extLst>
          </p:cNvPr>
          <p:cNvSpPr/>
          <p:nvPr/>
        </p:nvSpPr>
        <p:spPr>
          <a:xfrm rot="9439558">
            <a:off x="6951913" y="3266215"/>
            <a:ext cx="1471411" cy="17824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A1857DB-8D48-BA83-EC92-58167F645884}"/>
              </a:ext>
            </a:extLst>
          </p:cNvPr>
          <p:cNvSpPr/>
          <p:nvPr/>
        </p:nvSpPr>
        <p:spPr>
          <a:xfrm>
            <a:off x="3192455" y="1138537"/>
            <a:ext cx="6334596" cy="7947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栈溢出最重要的三个寄存器（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32bit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名）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BFAC446-5967-A3AF-A043-76631AE9A98C}"/>
              </a:ext>
            </a:extLst>
          </p:cNvPr>
          <p:cNvSpPr/>
          <p:nvPr/>
        </p:nvSpPr>
        <p:spPr>
          <a:xfrm>
            <a:off x="7557571" y="4210180"/>
            <a:ext cx="4317657" cy="1509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64bit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RSP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RBP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ESP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确定当前栈帧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其他栈帧如何确定顶和底？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9974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321DED50-6E47-8878-5B70-DAB3BA0D4C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553729"/>
              </p:ext>
            </p:extLst>
          </p:nvPr>
        </p:nvGraphicFramePr>
        <p:xfrm>
          <a:off x="1747157" y="1642291"/>
          <a:ext cx="58547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BDDA34B5-84CA-BB9C-038A-06662C5D19D4}"/>
              </a:ext>
            </a:extLst>
          </p:cNvPr>
          <p:cNvSpPr/>
          <p:nvPr/>
        </p:nvSpPr>
        <p:spPr>
          <a:xfrm>
            <a:off x="8253299" y="1159857"/>
            <a:ext cx="2106593" cy="1239411"/>
          </a:xfrm>
          <a:prstGeom prst="wedgeRoundRectCallout">
            <a:avLst>
              <a:gd name="adj1" fmla="val -118335"/>
              <a:gd name="adj2" fmla="val 127009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EIP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为什么要压入栈？有什么风险？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8E04E32D-C392-CED5-044A-FA975025140A}"/>
              </a:ext>
            </a:extLst>
          </p:cNvPr>
          <p:cNvSpPr/>
          <p:nvPr/>
        </p:nvSpPr>
        <p:spPr>
          <a:xfrm>
            <a:off x="8480011" y="5008880"/>
            <a:ext cx="2106593" cy="912173"/>
          </a:xfrm>
          <a:prstGeom prst="wedgeRoundRectCallout">
            <a:avLst>
              <a:gd name="adj1" fmla="val -127315"/>
              <a:gd name="adj2" fmla="val -1395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为什么要压入栈？</a:t>
            </a:r>
          </a:p>
        </p:txBody>
      </p:sp>
    </p:spTree>
    <p:extLst>
      <p:ext uri="{BB962C8B-B14F-4D97-AF65-F5344CB8AC3E}">
        <p14:creationId xmlns:p14="http://schemas.microsoft.com/office/powerpoint/2010/main" val="130697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659EEB7-3172-33D9-1C24-EEB3B2EF1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5793" y="1987597"/>
            <a:ext cx="3236068" cy="417317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0190920-6028-18E0-D6FC-B4F830728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77" y="2967601"/>
            <a:ext cx="3771457" cy="215367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1B992C6-3394-814C-F787-4F7120A76B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8479" y="1736542"/>
            <a:ext cx="3429869" cy="4615791"/>
          </a:xfrm>
          <a:prstGeom prst="rect">
            <a:avLst/>
          </a:prstGeom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6370AE43-EED0-D757-1B20-887BFC1DBB7D}"/>
              </a:ext>
            </a:extLst>
          </p:cNvPr>
          <p:cNvSpPr/>
          <p:nvPr/>
        </p:nvSpPr>
        <p:spPr>
          <a:xfrm>
            <a:off x="2486345" y="5511999"/>
            <a:ext cx="2702104" cy="7023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call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的时候原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EIP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40902ECB-FB35-8C7E-1113-D498450B22D9}"/>
              </a:ext>
            </a:extLst>
          </p:cNvPr>
          <p:cNvSpPr/>
          <p:nvPr/>
        </p:nvSpPr>
        <p:spPr>
          <a:xfrm>
            <a:off x="2486345" y="1998926"/>
            <a:ext cx="2702104" cy="7023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执行子函数实际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EIP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4318009-275C-7FF2-D319-BFB806CEDC68}"/>
              </a:ext>
            </a:extLst>
          </p:cNvPr>
          <p:cNvSpPr/>
          <p:nvPr/>
        </p:nvSpPr>
        <p:spPr>
          <a:xfrm>
            <a:off x="9822094" y="3594253"/>
            <a:ext cx="1980329" cy="2902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原</a:t>
            </a:r>
            <a:r>
              <a:rPr lang="en-US" altLang="zh-CN" dirty="0"/>
              <a:t>EIP</a:t>
            </a:r>
            <a:r>
              <a:rPr lang="zh-CN" altLang="en-US" dirty="0"/>
              <a:t>入栈保存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22E69F-D591-0B6A-3F64-F7D0F5536C57}"/>
              </a:ext>
            </a:extLst>
          </p:cNvPr>
          <p:cNvSpPr/>
          <p:nvPr/>
        </p:nvSpPr>
        <p:spPr>
          <a:xfrm>
            <a:off x="3679635" y="280107"/>
            <a:ext cx="3932074" cy="1397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EIP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入栈的原因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函数返回后找到下一条指令地址</a:t>
            </a:r>
          </a:p>
        </p:txBody>
      </p:sp>
      <p:sp>
        <p:nvSpPr>
          <p:cNvPr id="12" name="对话气泡: 矩形 11">
            <a:extLst>
              <a:ext uri="{FF2B5EF4-FFF2-40B4-BE49-F238E27FC236}">
                <a16:creationId xmlns:a16="http://schemas.microsoft.com/office/drawing/2014/main" id="{EE4B3D80-D9ED-5F25-EB01-D1E5820419BF}"/>
              </a:ext>
            </a:extLst>
          </p:cNvPr>
          <p:cNvSpPr/>
          <p:nvPr/>
        </p:nvSpPr>
        <p:spPr>
          <a:xfrm>
            <a:off x="6742324" y="3536414"/>
            <a:ext cx="2083470" cy="957189"/>
          </a:xfrm>
          <a:prstGeom prst="wedgeRectCallout">
            <a:avLst>
              <a:gd name="adj1" fmla="val -77228"/>
              <a:gd name="adj2" fmla="val 13736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汇编语言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Call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调用函数</a:t>
            </a:r>
          </a:p>
        </p:txBody>
      </p:sp>
    </p:spTree>
    <p:extLst>
      <p:ext uri="{BB962C8B-B14F-4D97-AF65-F5344CB8AC3E}">
        <p14:creationId xmlns:p14="http://schemas.microsoft.com/office/powerpoint/2010/main" val="3880462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8D9641F0-64D0-2255-55AF-6439C5FDF95D}"/>
              </a:ext>
            </a:extLst>
          </p:cNvPr>
          <p:cNvSpPr/>
          <p:nvPr/>
        </p:nvSpPr>
        <p:spPr>
          <a:xfrm>
            <a:off x="2236047" y="3024326"/>
            <a:ext cx="2241043" cy="28321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BEEB348-FBA1-C018-64E7-FCC0B0440763}"/>
              </a:ext>
            </a:extLst>
          </p:cNvPr>
          <p:cNvCxnSpPr>
            <a:cxnSpLocks/>
          </p:cNvCxnSpPr>
          <p:nvPr/>
        </p:nvCxnSpPr>
        <p:spPr>
          <a:xfrm>
            <a:off x="2236056" y="5907582"/>
            <a:ext cx="2241050" cy="0"/>
          </a:xfrm>
          <a:prstGeom prst="line">
            <a:avLst/>
          </a:prstGeom>
          <a:ln w="38100">
            <a:solidFill>
              <a:schemeClr val="bg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235ED28-9179-76FC-5E40-54BC580BBCCA}"/>
              </a:ext>
            </a:extLst>
          </p:cNvPr>
          <p:cNvCxnSpPr/>
          <p:nvPr/>
        </p:nvCxnSpPr>
        <p:spPr>
          <a:xfrm>
            <a:off x="2236056" y="3081818"/>
            <a:ext cx="0" cy="28321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50898FA-8875-D3D7-4A85-D90CE3D3CBD2}"/>
              </a:ext>
            </a:extLst>
          </p:cNvPr>
          <p:cNvCxnSpPr/>
          <p:nvPr/>
        </p:nvCxnSpPr>
        <p:spPr>
          <a:xfrm>
            <a:off x="4477106" y="3081818"/>
            <a:ext cx="0" cy="28321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7">
            <a:extLst>
              <a:ext uri="{FF2B5EF4-FFF2-40B4-BE49-F238E27FC236}">
                <a16:creationId xmlns:a16="http://schemas.microsoft.com/office/drawing/2014/main" id="{E96B8E95-FA8F-7853-49D2-855362102D92}"/>
              </a:ext>
            </a:extLst>
          </p:cNvPr>
          <p:cNvSpPr/>
          <p:nvPr/>
        </p:nvSpPr>
        <p:spPr>
          <a:xfrm>
            <a:off x="2245237" y="4617595"/>
            <a:ext cx="2231853" cy="7140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的栈帧</a:t>
            </a:r>
          </a:p>
        </p:txBody>
      </p:sp>
      <p:sp>
        <p:nvSpPr>
          <p:cNvPr id="10" name="圆角矩形 18">
            <a:extLst>
              <a:ext uri="{FF2B5EF4-FFF2-40B4-BE49-F238E27FC236}">
                <a16:creationId xmlns:a16="http://schemas.microsoft.com/office/drawing/2014/main" id="{64BE7779-7BFE-9214-5E4B-CA0CC720DD5F}"/>
              </a:ext>
            </a:extLst>
          </p:cNvPr>
          <p:cNvSpPr/>
          <p:nvPr/>
        </p:nvSpPr>
        <p:spPr>
          <a:xfrm>
            <a:off x="334403" y="2024860"/>
            <a:ext cx="2231852" cy="80325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add_a_and_b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的栈</a:t>
            </a:r>
          </a:p>
        </p:txBody>
      </p:sp>
      <p:sp>
        <p:nvSpPr>
          <p:cNvPr id="11" name="箭头: 圆角右 10">
            <a:extLst>
              <a:ext uri="{FF2B5EF4-FFF2-40B4-BE49-F238E27FC236}">
                <a16:creationId xmlns:a16="http://schemas.microsoft.com/office/drawing/2014/main" id="{34DDBCA1-C456-188F-13AB-BE5A947FD441}"/>
              </a:ext>
            </a:extLst>
          </p:cNvPr>
          <p:cNvSpPr/>
          <p:nvPr/>
        </p:nvSpPr>
        <p:spPr>
          <a:xfrm rot="5400000">
            <a:off x="3001421" y="2251408"/>
            <a:ext cx="647272" cy="808924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B0B6B754-7B7A-4DAD-05D7-2C19BD3928F4}"/>
              </a:ext>
            </a:extLst>
          </p:cNvPr>
          <p:cNvSpPr/>
          <p:nvPr/>
        </p:nvSpPr>
        <p:spPr>
          <a:xfrm>
            <a:off x="334403" y="4990705"/>
            <a:ext cx="1860799" cy="6818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箭头: 左 12">
            <a:extLst>
              <a:ext uri="{FF2B5EF4-FFF2-40B4-BE49-F238E27FC236}">
                <a16:creationId xmlns:a16="http://schemas.microsoft.com/office/drawing/2014/main" id="{39E147F8-5850-9DA5-0904-9026490C1FB6}"/>
              </a:ext>
            </a:extLst>
          </p:cNvPr>
          <p:cNvSpPr/>
          <p:nvPr/>
        </p:nvSpPr>
        <p:spPr>
          <a:xfrm>
            <a:off x="4477090" y="4261189"/>
            <a:ext cx="1764985" cy="71341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ESP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29F1C5-58D8-56DC-84E9-0FD3E49AC716}"/>
              </a:ext>
            </a:extLst>
          </p:cNvPr>
          <p:cNvSpPr/>
          <p:nvPr/>
        </p:nvSpPr>
        <p:spPr>
          <a:xfrm>
            <a:off x="8059793" y="2940423"/>
            <a:ext cx="2241043" cy="28321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F8FEE89-ABCB-F672-569E-261F72C63DF9}"/>
              </a:ext>
            </a:extLst>
          </p:cNvPr>
          <p:cNvCxnSpPr>
            <a:cxnSpLocks/>
          </p:cNvCxnSpPr>
          <p:nvPr/>
        </p:nvCxnSpPr>
        <p:spPr>
          <a:xfrm>
            <a:off x="8059802" y="5823679"/>
            <a:ext cx="2241050" cy="0"/>
          </a:xfrm>
          <a:prstGeom prst="line">
            <a:avLst/>
          </a:prstGeom>
          <a:ln w="38100">
            <a:solidFill>
              <a:schemeClr val="bg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0B298BE-EA22-46F6-6BA0-46E33E0331B0}"/>
              </a:ext>
            </a:extLst>
          </p:cNvPr>
          <p:cNvCxnSpPr/>
          <p:nvPr/>
        </p:nvCxnSpPr>
        <p:spPr>
          <a:xfrm>
            <a:off x="8059802" y="2997915"/>
            <a:ext cx="0" cy="28321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C829169-7DCE-70B3-D05C-55E9BF9598E7}"/>
              </a:ext>
            </a:extLst>
          </p:cNvPr>
          <p:cNvCxnSpPr/>
          <p:nvPr/>
        </p:nvCxnSpPr>
        <p:spPr>
          <a:xfrm>
            <a:off x="10300852" y="2997915"/>
            <a:ext cx="0" cy="28321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圆角矩形 7">
            <a:extLst>
              <a:ext uri="{FF2B5EF4-FFF2-40B4-BE49-F238E27FC236}">
                <a16:creationId xmlns:a16="http://schemas.microsoft.com/office/drawing/2014/main" id="{7B7208C2-4506-48D9-0B7F-2293C84FB0BC}"/>
              </a:ext>
            </a:extLst>
          </p:cNvPr>
          <p:cNvSpPr/>
          <p:nvPr/>
        </p:nvSpPr>
        <p:spPr>
          <a:xfrm>
            <a:off x="8068983" y="4533692"/>
            <a:ext cx="2231853" cy="71401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的栈帧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9E6F8220-7523-B961-4A26-55E7C9F102F0}"/>
              </a:ext>
            </a:extLst>
          </p:cNvPr>
          <p:cNvSpPr/>
          <p:nvPr/>
        </p:nvSpPr>
        <p:spPr>
          <a:xfrm>
            <a:off x="8051251" y="3694611"/>
            <a:ext cx="2231852" cy="80325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add_a_and_b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的栈帧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6B805592-259A-86B5-FF09-61BCDA32B692}"/>
              </a:ext>
            </a:extLst>
          </p:cNvPr>
          <p:cNvSpPr/>
          <p:nvPr/>
        </p:nvSpPr>
        <p:spPr>
          <a:xfrm>
            <a:off x="6463794" y="4156959"/>
            <a:ext cx="1605171" cy="7134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箭头: 左 20">
            <a:extLst>
              <a:ext uri="{FF2B5EF4-FFF2-40B4-BE49-F238E27FC236}">
                <a16:creationId xmlns:a16="http://schemas.microsoft.com/office/drawing/2014/main" id="{906CA649-5C3B-0610-E2D2-435A95F8657D}"/>
              </a:ext>
            </a:extLst>
          </p:cNvPr>
          <p:cNvSpPr/>
          <p:nvPr/>
        </p:nvSpPr>
        <p:spPr>
          <a:xfrm>
            <a:off x="10283103" y="3337903"/>
            <a:ext cx="1627433" cy="71341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ESP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对话气泡: 矩形 21">
            <a:extLst>
              <a:ext uri="{FF2B5EF4-FFF2-40B4-BE49-F238E27FC236}">
                <a16:creationId xmlns:a16="http://schemas.microsoft.com/office/drawing/2014/main" id="{EF4F7147-386F-1C38-9320-C4219B6E67B4}"/>
              </a:ext>
            </a:extLst>
          </p:cNvPr>
          <p:cNvSpPr/>
          <p:nvPr/>
        </p:nvSpPr>
        <p:spPr>
          <a:xfrm>
            <a:off x="7985761" y="1748823"/>
            <a:ext cx="3291840" cy="782217"/>
          </a:xfrm>
          <a:prstGeom prst="wedgeRectCallout">
            <a:avLst>
              <a:gd name="adj1" fmla="val -33459"/>
              <a:gd name="adj2" fmla="val 20663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add_a_and_b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返回后，怎么恢复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函数的栈空间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5DBBA67-5E8F-F7F2-7356-51C6C5D7F514}"/>
              </a:ext>
            </a:extLst>
          </p:cNvPr>
          <p:cNvSpPr/>
          <p:nvPr/>
        </p:nvSpPr>
        <p:spPr>
          <a:xfrm>
            <a:off x="4250876" y="726133"/>
            <a:ext cx="3228109" cy="1804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入栈的原因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ESP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确定当前栈帧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记住母函数栈帧的位置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A1CA1A2-0A95-6453-79E0-DA05006D50FB}"/>
              </a:ext>
            </a:extLst>
          </p:cNvPr>
          <p:cNvSpPr txBox="1"/>
          <p:nvPr/>
        </p:nvSpPr>
        <p:spPr>
          <a:xfrm>
            <a:off x="2566255" y="3162672"/>
            <a:ext cx="1576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栈区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DE2147C-AEE6-6B19-C1D2-9998604F4EA3}"/>
              </a:ext>
            </a:extLst>
          </p:cNvPr>
          <p:cNvSpPr txBox="1"/>
          <p:nvPr/>
        </p:nvSpPr>
        <p:spPr>
          <a:xfrm>
            <a:off x="8392276" y="3029430"/>
            <a:ext cx="1576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栈区</a:t>
            </a:r>
          </a:p>
        </p:txBody>
      </p:sp>
      <p:sp>
        <p:nvSpPr>
          <p:cNvPr id="27" name="对话气泡: 矩形 26">
            <a:extLst>
              <a:ext uri="{FF2B5EF4-FFF2-40B4-BE49-F238E27FC236}">
                <a16:creationId xmlns:a16="http://schemas.microsoft.com/office/drawing/2014/main" id="{2C5B2548-93D9-21B9-B157-48A835537CD1}"/>
              </a:ext>
            </a:extLst>
          </p:cNvPr>
          <p:cNvSpPr/>
          <p:nvPr/>
        </p:nvSpPr>
        <p:spPr>
          <a:xfrm>
            <a:off x="10572349" y="4533692"/>
            <a:ext cx="1318352" cy="1037220"/>
          </a:xfrm>
          <a:prstGeom prst="wedgeRectCallout">
            <a:avLst>
              <a:gd name="adj1" fmla="val -72644"/>
              <a:gd name="adj2" fmla="val -5433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函数栈帧连续保存</a:t>
            </a:r>
          </a:p>
        </p:txBody>
      </p:sp>
      <p:sp>
        <p:nvSpPr>
          <p:cNvPr id="24" name="对话气泡: 矩形 23">
            <a:extLst>
              <a:ext uri="{FF2B5EF4-FFF2-40B4-BE49-F238E27FC236}">
                <a16:creationId xmlns:a16="http://schemas.microsoft.com/office/drawing/2014/main" id="{06CB5651-2E1F-25AD-8911-DE9E3AF6EC39}"/>
              </a:ext>
            </a:extLst>
          </p:cNvPr>
          <p:cNvSpPr/>
          <p:nvPr/>
        </p:nvSpPr>
        <p:spPr>
          <a:xfrm>
            <a:off x="1035596" y="3882101"/>
            <a:ext cx="1676520" cy="539282"/>
          </a:xfrm>
          <a:prstGeom prst="wedgeRectCallout">
            <a:avLst>
              <a:gd name="adj1" fmla="val 28487"/>
              <a:gd name="adj2" fmla="val 7471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当前栈帧</a:t>
            </a:r>
          </a:p>
        </p:txBody>
      </p:sp>
      <p:sp>
        <p:nvSpPr>
          <p:cNvPr id="28" name="对话气泡: 矩形 27">
            <a:extLst>
              <a:ext uri="{FF2B5EF4-FFF2-40B4-BE49-F238E27FC236}">
                <a16:creationId xmlns:a16="http://schemas.microsoft.com/office/drawing/2014/main" id="{42728AFB-A91B-23D2-A8C6-AA91DBFDBAE0}"/>
              </a:ext>
            </a:extLst>
          </p:cNvPr>
          <p:cNvSpPr/>
          <p:nvPr/>
        </p:nvSpPr>
        <p:spPr>
          <a:xfrm>
            <a:off x="6549520" y="3129807"/>
            <a:ext cx="1676520" cy="539282"/>
          </a:xfrm>
          <a:prstGeom prst="wedgeRectCallout">
            <a:avLst>
              <a:gd name="adj1" fmla="val 28487"/>
              <a:gd name="adj2" fmla="val 74710"/>
            </a:avLst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当前栈帧</a:t>
            </a:r>
          </a:p>
        </p:txBody>
      </p:sp>
    </p:spTree>
    <p:extLst>
      <p:ext uri="{BB962C8B-B14F-4D97-AF65-F5344CB8AC3E}">
        <p14:creationId xmlns:p14="http://schemas.microsoft.com/office/powerpoint/2010/main" val="2724280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sp>
        <p:nvSpPr>
          <p:cNvPr id="5" name="圆角矩形 1">
            <a:extLst>
              <a:ext uri="{FF2B5EF4-FFF2-40B4-BE49-F238E27FC236}">
                <a16:creationId xmlns:a16="http://schemas.microsoft.com/office/drawing/2014/main" id="{E8DE9325-FAF9-80DD-796B-CC78317F7838}"/>
              </a:ext>
            </a:extLst>
          </p:cNvPr>
          <p:cNvSpPr/>
          <p:nvPr/>
        </p:nvSpPr>
        <p:spPr>
          <a:xfrm>
            <a:off x="1092200" y="2729049"/>
            <a:ext cx="3644900" cy="30480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main( ) {</a:t>
            </a:r>
          </a:p>
          <a:p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AFunc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(5,6);</a:t>
            </a:r>
          </a:p>
          <a:p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return 0;</a:t>
            </a:r>
          </a:p>
          <a:p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7A5D838-60BF-3542-4387-81AD207BC228}"/>
              </a:ext>
            </a:extLst>
          </p:cNvPr>
          <p:cNvSpPr/>
          <p:nvPr/>
        </p:nvSpPr>
        <p:spPr>
          <a:xfrm>
            <a:off x="6279607" y="2659380"/>
            <a:ext cx="5194300" cy="3048000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AFunc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i,int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j) {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m=3;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n=4;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m=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n=j;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5;</a:t>
            </a: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右箭头 4">
            <a:extLst>
              <a:ext uri="{FF2B5EF4-FFF2-40B4-BE49-F238E27FC236}">
                <a16:creationId xmlns:a16="http://schemas.microsoft.com/office/drawing/2014/main" id="{3FF389A1-E55E-5FB5-8975-DD02F20D3084}"/>
              </a:ext>
            </a:extLst>
          </p:cNvPr>
          <p:cNvSpPr/>
          <p:nvPr/>
        </p:nvSpPr>
        <p:spPr>
          <a:xfrm>
            <a:off x="4517591" y="3852999"/>
            <a:ext cx="1816100" cy="800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72C674-DD0A-EB1A-1B4D-765C276A7559}"/>
              </a:ext>
            </a:extLst>
          </p:cNvPr>
          <p:cNvSpPr/>
          <p:nvPr/>
        </p:nvSpPr>
        <p:spPr>
          <a:xfrm>
            <a:off x="3315243" y="1340392"/>
            <a:ext cx="5561514" cy="1080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函数调用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Afunc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函数过程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了解栈空间的变化</a:t>
            </a:r>
          </a:p>
        </p:txBody>
      </p:sp>
    </p:spTree>
    <p:extLst>
      <p:ext uri="{BB962C8B-B14F-4D97-AF65-F5344CB8AC3E}">
        <p14:creationId xmlns:p14="http://schemas.microsoft.com/office/powerpoint/2010/main" val="303754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pic>
        <p:nvPicPr>
          <p:cNvPr id="5" name="图片 4" descr="C:\Users\lenovo\AppData\Local\Temp\SNAGHTML442b93b2.PNG">
            <a:extLst>
              <a:ext uri="{FF2B5EF4-FFF2-40B4-BE49-F238E27FC236}">
                <a16:creationId xmlns:a16="http://schemas.microsoft.com/office/drawing/2014/main" id="{C5647484-58AE-DABE-7710-C5A42C0B2B9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3973" y="1365431"/>
            <a:ext cx="7501255" cy="46304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45C91BD5-0909-C406-3043-50EF7090E7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3251885"/>
              </p:ext>
            </p:extLst>
          </p:nvPr>
        </p:nvGraphicFramePr>
        <p:xfrm>
          <a:off x="440872" y="1576251"/>
          <a:ext cx="3678282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64D7D07D-E5D1-110F-16F7-555D1986E541}"/>
              </a:ext>
            </a:extLst>
          </p:cNvPr>
          <p:cNvSpPr txBox="1"/>
          <p:nvPr/>
        </p:nvSpPr>
        <p:spPr>
          <a:xfrm>
            <a:off x="10521108" y="4902506"/>
            <a:ext cx="12300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栈帧</a:t>
            </a:r>
          </a:p>
        </p:txBody>
      </p:sp>
    </p:spTree>
    <p:extLst>
      <p:ext uri="{BB962C8B-B14F-4D97-AF65-F5344CB8AC3E}">
        <p14:creationId xmlns:p14="http://schemas.microsoft.com/office/powerpoint/2010/main" val="74749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pic>
        <p:nvPicPr>
          <p:cNvPr id="5" name="图片 4" descr="C:\Users\lenovo\AppData\Local\Temp\SNAGHTML44342cfe.PNG">
            <a:extLst>
              <a:ext uri="{FF2B5EF4-FFF2-40B4-BE49-F238E27FC236}">
                <a16:creationId xmlns:a16="http://schemas.microsoft.com/office/drawing/2014/main" id="{6DB106EB-3298-5959-288D-CF1AF77AD38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549" y="1462632"/>
            <a:ext cx="7145655" cy="424148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DF5ACBB6-4F79-B7B5-7467-21BE2816B3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3788303"/>
              </p:ext>
            </p:extLst>
          </p:nvPr>
        </p:nvGraphicFramePr>
        <p:xfrm>
          <a:off x="440872" y="1576251"/>
          <a:ext cx="3678282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BD403033-0532-431C-213E-60C9906A6F91}"/>
              </a:ext>
            </a:extLst>
          </p:cNvPr>
          <p:cNvSpPr/>
          <p:nvPr/>
        </p:nvSpPr>
        <p:spPr>
          <a:xfrm>
            <a:off x="7245532" y="1700029"/>
            <a:ext cx="2238103" cy="679269"/>
          </a:xfrm>
          <a:prstGeom prst="wedgeRectCallout">
            <a:avLst>
              <a:gd name="adj1" fmla="val -92428"/>
              <a:gd name="adj2" fmla="val 13044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call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，相当于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入栈，并跳转</a:t>
            </a:r>
          </a:p>
        </p:txBody>
      </p:sp>
    </p:spTree>
    <p:extLst>
      <p:ext uri="{BB962C8B-B14F-4D97-AF65-F5344CB8AC3E}">
        <p14:creationId xmlns:p14="http://schemas.microsoft.com/office/powerpoint/2010/main" val="2358290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34EA286C-8DC1-52EF-4C21-5E562B266E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6411010"/>
              </p:ext>
            </p:extLst>
          </p:nvPr>
        </p:nvGraphicFramePr>
        <p:xfrm>
          <a:off x="440872" y="1576251"/>
          <a:ext cx="3678282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图片 4" descr="C:\Users\lenovo\AppData\Local\Temp\SNAGHTML443b6ff0.PNG">
            <a:extLst>
              <a:ext uri="{FF2B5EF4-FFF2-40B4-BE49-F238E27FC236}">
                <a16:creationId xmlns:a16="http://schemas.microsoft.com/office/drawing/2014/main" id="{CD3AC5F9-FE82-C594-3827-CB17C160D915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762" y="1307506"/>
            <a:ext cx="8148955" cy="46177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59122CE4-CDE8-1FF0-FAE3-E25B6DD7EE92}"/>
              </a:ext>
            </a:extLst>
          </p:cNvPr>
          <p:cNvSpPr/>
          <p:nvPr/>
        </p:nvSpPr>
        <p:spPr>
          <a:xfrm>
            <a:off x="5965804" y="2786743"/>
            <a:ext cx="1753156" cy="476794"/>
          </a:xfrm>
          <a:prstGeom prst="wedgeRectCallout">
            <a:avLst>
              <a:gd name="adj1" fmla="val -82493"/>
              <a:gd name="adj2" fmla="val 2144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入栈</a:t>
            </a:r>
          </a:p>
        </p:txBody>
      </p:sp>
      <p:sp>
        <p:nvSpPr>
          <p:cNvPr id="8" name="对话气泡: 矩形 7">
            <a:extLst>
              <a:ext uri="{FF2B5EF4-FFF2-40B4-BE49-F238E27FC236}">
                <a16:creationId xmlns:a16="http://schemas.microsoft.com/office/drawing/2014/main" id="{6FEF9BEC-9019-C798-1B76-4B28F2F943FE}"/>
              </a:ext>
            </a:extLst>
          </p:cNvPr>
          <p:cNvSpPr/>
          <p:nvPr/>
        </p:nvSpPr>
        <p:spPr>
          <a:xfrm>
            <a:off x="5965803" y="4515393"/>
            <a:ext cx="2021425" cy="709749"/>
          </a:xfrm>
          <a:prstGeom prst="wedgeRectCallout">
            <a:avLst>
              <a:gd name="adj1" fmla="val -66101"/>
              <a:gd name="adj2" fmla="val -5933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母函数栈顶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作为子函数栈底</a:t>
            </a:r>
          </a:p>
        </p:txBody>
      </p:sp>
    </p:spTree>
    <p:extLst>
      <p:ext uri="{BB962C8B-B14F-4D97-AF65-F5344CB8AC3E}">
        <p14:creationId xmlns:p14="http://schemas.microsoft.com/office/powerpoint/2010/main" val="412230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FDC224C2-C122-5523-80AC-592C5F142C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5308577"/>
              </p:ext>
            </p:extLst>
          </p:nvPr>
        </p:nvGraphicFramePr>
        <p:xfrm>
          <a:off x="440872" y="1576251"/>
          <a:ext cx="3678282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图片 4" descr="C:\Users\lenovo\AppData\Local\Temp\SNAGHTML443b6ff0.PNG">
            <a:extLst>
              <a:ext uri="{FF2B5EF4-FFF2-40B4-BE49-F238E27FC236}">
                <a16:creationId xmlns:a16="http://schemas.microsoft.com/office/drawing/2014/main" id="{6BE846AA-34E5-97F3-5ED7-839AD1805E07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7219" y="1270363"/>
            <a:ext cx="7470154" cy="46177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679A4139-CAB2-F72C-4AF2-8B94CD4C9B90}"/>
              </a:ext>
            </a:extLst>
          </p:cNvPr>
          <p:cNvSpPr/>
          <p:nvPr/>
        </p:nvSpPr>
        <p:spPr>
          <a:xfrm>
            <a:off x="6678922" y="2671355"/>
            <a:ext cx="1753156" cy="757645"/>
          </a:xfrm>
          <a:prstGeom prst="wedgeRectCallout">
            <a:avLst>
              <a:gd name="adj1" fmla="val 142068"/>
              <a:gd name="adj2" fmla="val 281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缓冲区（存放局部变量等）</a:t>
            </a:r>
          </a:p>
        </p:txBody>
      </p:sp>
      <p:sp>
        <p:nvSpPr>
          <p:cNvPr id="8" name="箭头: 上 7">
            <a:extLst>
              <a:ext uri="{FF2B5EF4-FFF2-40B4-BE49-F238E27FC236}">
                <a16:creationId xmlns:a16="http://schemas.microsoft.com/office/drawing/2014/main" id="{9616E902-5CEE-EB54-59D7-ABC14F022519}"/>
              </a:ext>
            </a:extLst>
          </p:cNvPr>
          <p:cNvSpPr/>
          <p:nvPr/>
        </p:nvSpPr>
        <p:spPr>
          <a:xfrm>
            <a:off x="11411441" y="1079653"/>
            <a:ext cx="679373" cy="491619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低地址</a:t>
            </a:r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endParaRPr lang="en-US" altLang="zh-CN" dirty="0"/>
          </a:p>
          <a:p>
            <a:pPr algn="ctr"/>
            <a:r>
              <a:rPr lang="zh-CN" altLang="en-US" dirty="0"/>
              <a:t>高地址</a:t>
            </a:r>
          </a:p>
        </p:txBody>
      </p:sp>
    </p:spTree>
    <p:extLst>
      <p:ext uri="{BB962C8B-B14F-4D97-AF65-F5344CB8AC3E}">
        <p14:creationId xmlns:p14="http://schemas.microsoft.com/office/powerpoint/2010/main" val="3878620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30EEB3D2-2B4F-F071-8B05-594F920489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995270"/>
              </p:ext>
            </p:extLst>
          </p:nvPr>
        </p:nvGraphicFramePr>
        <p:xfrm>
          <a:off x="440872" y="1576251"/>
          <a:ext cx="3678282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图片 5" descr="C:\Users\lenovo\AppData\Local\Temp\SNAGHTML443f1c10.PNG">
            <a:extLst>
              <a:ext uri="{FF2B5EF4-FFF2-40B4-BE49-F238E27FC236}">
                <a16:creationId xmlns:a16="http://schemas.microsoft.com/office/drawing/2014/main" id="{0AD41F2D-A1FF-99B3-0F85-AFB8CF90BF8E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825" y="1772148"/>
            <a:ext cx="7582270" cy="402780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9BD2CA47-4099-D90F-5982-19E7C1B033C1}"/>
              </a:ext>
            </a:extLst>
          </p:cNvPr>
          <p:cNvSpPr/>
          <p:nvPr/>
        </p:nvSpPr>
        <p:spPr>
          <a:xfrm>
            <a:off x="5629262" y="3323454"/>
            <a:ext cx="2312955" cy="533400"/>
          </a:xfrm>
          <a:prstGeom prst="wedgeRectCallout">
            <a:avLst>
              <a:gd name="adj1" fmla="val -69291"/>
              <a:gd name="adj2" fmla="val 3090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其他通用寄存器入栈</a:t>
            </a:r>
          </a:p>
        </p:txBody>
      </p:sp>
      <p:sp>
        <p:nvSpPr>
          <p:cNvPr id="8" name="对话气泡: 矩形 7">
            <a:extLst>
              <a:ext uri="{FF2B5EF4-FFF2-40B4-BE49-F238E27FC236}">
                <a16:creationId xmlns:a16="http://schemas.microsoft.com/office/drawing/2014/main" id="{EFCC9D42-010F-3571-1FA4-939F7C56287E}"/>
              </a:ext>
            </a:extLst>
          </p:cNvPr>
          <p:cNvSpPr/>
          <p:nvPr/>
        </p:nvSpPr>
        <p:spPr>
          <a:xfrm>
            <a:off x="6658147" y="2401298"/>
            <a:ext cx="2312955" cy="533400"/>
          </a:xfrm>
          <a:prstGeom prst="wedgeRectCallout">
            <a:avLst>
              <a:gd name="adj1" fmla="val 96375"/>
              <a:gd name="adj2" fmla="val 17352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局部变量放入缓冲区</a:t>
            </a:r>
          </a:p>
        </p:txBody>
      </p:sp>
    </p:spTree>
    <p:extLst>
      <p:ext uri="{BB962C8B-B14F-4D97-AF65-F5344CB8AC3E}">
        <p14:creationId xmlns:p14="http://schemas.microsoft.com/office/powerpoint/2010/main" val="1346814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2A01FC46-3ACD-38A9-713B-204A99C57C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226166"/>
              </p:ext>
            </p:extLst>
          </p:nvPr>
        </p:nvGraphicFramePr>
        <p:xfrm>
          <a:off x="730333" y="1660434"/>
          <a:ext cx="46736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图片 5" descr="C:\Users\lenovo\AppData\Local\Temp\SNAGHTML444793ca.PNG">
            <a:extLst>
              <a:ext uri="{FF2B5EF4-FFF2-40B4-BE49-F238E27FC236}">
                <a16:creationId xmlns:a16="http://schemas.microsoft.com/office/drawing/2014/main" id="{3975853C-A2A6-3D9D-11AF-91B36B29217A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473" y="1527628"/>
            <a:ext cx="7310755" cy="44018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2195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3BA720BA-FD5A-923B-3A12-62B574FCE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858" y="1201783"/>
            <a:ext cx="6596370" cy="4832984"/>
          </a:xfrm>
          <a:prstGeom prst="rect">
            <a:avLst/>
          </a:prstGeom>
        </p:spPr>
      </p:pic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02E02574-4FB9-F455-6319-C6309D528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3572916"/>
              </p:ext>
            </p:extLst>
          </p:nvPr>
        </p:nvGraphicFramePr>
        <p:xfrm>
          <a:off x="599090" y="1994263"/>
          <a:ext cx="4679768" cy="3792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44279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52120BEF-6CCB-0B0F-FE33-156D97580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35" y="1460315"/>
            <a:ext cx="6532977" cy="3119349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73E3982-0765-6B1C-D693-BA668C4BD023}"/>
              </a:ext>
            </a:extLst>
          </p:cNvPr>
          <p:cNvGraphicFramePr>
            <a:graphicFrameLocks noGrp="1"/>
          </p:cNvGraphicFramePr>
          <p:nvPr/>
        </p:nvGraphicFramePr>
        <p:xfrm>
          <a:off x="9194801" y="2041555"/>
          <a:ext cx="161203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077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栈示意图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206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23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5781">
                <a:tc>
                  <a:txBody>
                    <a:bodyPr/>
                    <a:lstStyle/>
                    <a:p>
                      <a:endParaRPr lang="en-US" altLang="zh-CN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054FC00-D7E4-8C86-4CF0-549B023CCB80}"/>
              </a:ext>
            </a:extLst>
          </p:cNvPr>
          <p:cNvSpPr txBox="1"/>
          <p:nvPr/>
        </p:nvSpPr>
        <p:spPr>
          <a:xfrm>
            <a:off x="7962900" y="2501900"/>
            <a:ext cx="134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返回地址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312E65D-AAD7-3436-4F7F-14A64682ACDF}"/>
              </a:ext>
            </a:extLst>
          </p:cNvPr>
          <p:cNvSpPr txBox="1"/>
          <p:nvPr/>
        </p:nvSpPr>
        <p:spPr>
          <a:xfrm>
            <a:off x="7962900" y="3115734"/>
            <a:ext cx="1206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栈底指针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E26CE7-798F-B4ED-3D0F-A90F3258F02D}"/>
              </a:ext>
            </a:extLst>
          </p:cNvPr>
          <p:cNvSpPr txBox="1"/>
          <p:nvPr/>
        </p:nvSpPr>
        <p:spPr>
          <a:xfrm>
            <a:off x="8190504" y="3729568"/>
            <a:ext cx="109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缓冲区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DF3D1E9-BDF3-D5C2-062D-6FBA82EFF3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17" y="2522730"/>
            <a:ext cx="6609524" cy="3857143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F4E43D3-8F12-F750-0CEE-4289DF8D08B8}"/>
              </a:ext>
            </a:extLst>
          </p:cNvPr>
          <p:cNvSpPr txBox="1"/>
          <p:nvPr/>
        </p:nvSpPr>
        <p:spPr>
          <a:xfrm>
            <a:off x="9309100" y="3729568"/>
            <a:ext cx="1485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latin typeface="+mj-lt"/>
              </a:rPr>
              <a:t>aaaa</a:t>
            </a:r>
            <a:endParaRPr lang="en-US" altLang="zh-CN" sz="2000" b="1" dirty="0">
              <a:latin typeface="+mj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71DB1AF-0FCB-3159-4502-6AB0FF867C71}"/>
              </a:ext>
            </a:extLst>
          </p:cNvPr>
          <p:cNvSpPr txBox="1"/>
          <p:nvPr/>
        </p:nvSpPr>
        <p:spPr>
          <a:xfrm>
            <a:off x="9308105" y="3575680"/>
            <a:ext cx="1485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/>
              <a:t>aaaa</a:t>
            </a:r>
            <a:endParaRPr lang="en-US" altLang="zh-CN" sz="2000" b="1" dirty="0"/>
          </a:p>
          <a:p>
            <a:r>
              <a:rPr lang="en-US" altLang="zh-CN" sz="2000" b="1" dirty="0" err="1"/>
              <a:t>aaaa</a:t>
            </a:r>
            <a:endParaRPr lang="zh-CN" altLang="en-US" sz="2000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ECA1BCB-B663-4491-5684-68B94A4AAD10}"/>
              </a:ext>
            </a:extLst>
          </p:cNvPr>
          <p:cNvSpPr txBox="1"/>
          <p:nvPr/>
        </p:nvSpPr>
        <p:spPr>
          <a:xfrm>
            <a:off x="9320893" y="3117173"/>
            <a:ext cx="1322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aaaa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5B51C50-1F48-691C-8105-EC856F392C0D}"/>
              </a:ext>
            </a:extLst>
          </p:cNvPr>
          <p:cNvSpPr txBox="1"/>
          <p:nvPr/>
        </p:nvSpPr>
        <p:spPr>
          <a:xfrm>
            <a:off x="9309100" y="2579364"/>
            <a:ext cx="1322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aaaa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013A358F-7E85-D7C0-4894-1BF966892D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14" y="4569305"/>
            <a:ext cx="4877481" cy="1581371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D6DFFF57-8CF4-1E9F-D6EF-29E2B6DEDA28}"/>
              </a:ext>
            </a:extLst>
          </p:cNvPr>
          <p:cNvSpPr txBox="1"/>
          <p:nvPr/>
        </p:nvSpPr>
        <p:spPr>
          <a:xfrm>
            <a:off x="3406687" y="4008369"/>
            <a:ext cx="67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</a:rPr>
              <a:t>aaaa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A671B68-2BFB-1FC6-B6E3-F9E19A3BA01C}"/>
              </a:ext>
            </a:extLst>
          </p:cNvPr>
          <p:cNvSpPr txBox="1"/>
          <p:nvPr/>
        </p:nvSpPr>
        <p:spPr>
          <a:xfrm>
            <a:off x="2441852" y="4199973"/>
            <a:ext cx="674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</a:rPr>
              <a:t>aaaa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51E6ACF-0D04-F2E6-18ED-1679D4C07D43}"/>
              </a:ext>
            </a:extLst>
          </p:cNvPr>
          <p:cNvSpPr txBox="1"/>
          <p:nvPr/>
        </p:nvSpPr>
        <p:spPr>
          <a:xfrm>
            <a:off x="3406687" y="4015307"/>
            <a:ext cx="2634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</a:rPr>
              <a:t>aaaaaaaaaaaaaaaaaa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箭头: 下 4">
            <a:extLst>
              <a:ext uri="{FF2B5EF4-FFF2-40B4-BE49-F238E27FC236}">
                <a16:creationId xmlns:a16="http://schemas.microsoft.com/office/drawing/2014/main" id="{798A79D4-4D10-2682-D2D0-C0521B72CD86}"/>
              </a:ext>
            </a:extLst>
          </p:cNvPr>
          <p:cNvSpPr/>
          <p:nvPr/>
        </p:nvSpPr>
        <p:spPr>
          <a:xfrm>
            <a:off x="11109412" y="1996081"/>
            <a:ext cx="877761" cy="2527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高地址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低地址</a:t>
            </a:r>
          </a:p>
        </p:txBody>
      </p:sp>
      <p:sp>
        <p:nvSpPr>
          <p:cNvPr id="10" name="箭头: 上 9">
            <a:extLst>
              <a:ext uri="{FF2B5EF4-FFF2-40B4-BE49-F238E27FC236}">
                <a16:creationId xmlns:a16="http://schemas.microsoft.com/office/drawing/2014/main" id="{FBF5EACA-4D18-B60C-BE4D-B1AE1C43EE49}"/>
              </a:ext>
            </a:extLst>
          </p:cNvPr>
          <p:cNvSpPr/>
          <p:nvPr/>
        </p:nvSpPr>
        <p:spPr>
          <a:xfrm>
            <a:off x="7315200" y="2192357"/>
            <a:ext cx="838835" cy="213519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溢出方向</a:t>
            </a:r>
          </a:p>
        </p:txBody>
      </p:sp>
    </p:spTree>
    <p:extLst>
      <p:ext uri="{BB962C8B-B14F-4D97-AF65-F5344CB8AC3E}">
        <p14:creationId xmlns:p14="http://schemas.microsoft.com/office/powerpoint/2010/main" val="2673196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7" grpId="0"/>
      <p:bldP spid="18" grpId="0"/>
      <p:bldP spid="19" grpId="0"/>
      <p:bldP spid="27" grpId="0"/>
      <p:bldP spid="27" grpId="1"/>
      <p:bldP spid="28" grpId="0"/>
      <p:bldP spid="28" grpId="1"/>
      <p:bldP spid="2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8143A714-D617-637E-1F6F-A76E8C6828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3241659"/>
              </p:ext>
            </p:extLst>
          </p:nvPr>
        </p:nvGraphicFramePr>
        <p:xfrm>
          <a:off x="599089" y="1994263"/>
          <a:ext cx="6378653" cy="3792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E698D068-E8B3-EAFA-648C-1DC69ECAAE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497" y="1684451"/>
            <a:ext cx="5237414" cy="410239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F9FDED1-4F5B-BB96-8575-E9FE7C357AB6}"/>
              </a:ext>
            </a:extLst>
          </p:cNvPr>
          <p:cNvSpPr/>
          <p:nvPr/>
        </p:nvSpPr>
        <p:spPr>
          <a:xfrm>
            <a:off x="7445829" y="1149531"/>
            <a:ext cx="3117668" cy="5486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攻防世界的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PWN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level0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6217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685900F0-38C5-9984-D4F7-05D5EA8460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6823388"/>
              </p:ext>
            </p:extLst>
          </p:nvPr>
        </p:nvGraphicFramePr>
        <p:xfrm>
          <a:off x="424919" y="1824446"/>
          <a:ext cx="5488202" cy="3783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1800F0F1-9B2C-C157-2012-6BD9EC2606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5809" y="3150632"/>
            <a:ext cx="6821272" cy="128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86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C146BDE4-223A-80E8-87CE-02F3E5F33C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5436336"/>
              </p:ext>
            </p:extLst>
          </p:nvPr>
        </p:nvGraphicFramePr>
        <p:xfrm>
          <a:off x="424919" y="1824446"/>
          <a:ext cx="5488202" cy="3783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6A05BB51-6F9E-6873-D384-492AD17126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3002" y="2776735"/>
            <a:ext cx="4965439" cy="2134899"/>
          </a:xfrm>
          <a:prstGeom prst="rect">
            <a:avLst/>
          </a:prstGeom>
        </p:spPr>
      </p:pic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120322A0-D6E8-26F9-FE80-3F11FF2CE48B}"/>
              </a:ext>
            </a:extLst>
          </p:cNvPr>
          <p:cNvSpPr/>
          <p:nvPr/>
        </p:nvSpPr>
        <p:spPr>
          <a:xfrm>
            <a:off x="9980327" y="4752717"/>
            <a:ext cx="1894901" cy="507260"/>
          </a:xfrm>
          <a:prstGeom prst="wedgeRectCallout">
            <a:avLst>
              <a:gd name="adj1" fmla="val -34205"/>
              <a:gd name="adj2" fmla="val -2012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十六进制</a:t>
            </a:r>
          </a:p>
        </p:txBody>
      </p:sp>
    </p:spTree>
    <p:extLst>
      <p:ext uri="{BB962C8B-B14F-4D97-AF65-F5344CB8AC3E}">
        <p14:creationId xmlns:p14="http://schemas.microsoft.com/office/powerpoint/2010/main" val="28317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E4B82C7B-5ABA-3101-B989-7C27C8B025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0677689"/>
              </p:ext>
            </p:extLst>
          </p:nvPr>
        </p:nvGraphicFramePr>
        <p:xfrm>
          <a:off x="424918" y="1937657"/>
          <a:ext cx="6280682" cy="3783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686F7FD2-F5D4-83B4-E8EE-4C8B108A9E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2094" y="1297650"/>
            <a:ext cx="3836650" cy="120171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4FEC141-A34D-BB01-F45A-B77CC84F06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2606" y="2802375"/>
            <a:ext cx="3758171" cy="3301296"/>
          </a:xfrm>
          <a:prstGeom prst="rect">
            <a:avLst/>
          </a:prstGeom>
        </p:spPr>
      </p:pic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93B6813C-2B26-3CFF-2552-6098DA7E73F4}"/>
              </a:ext>
            </a:extLst>
          </p:cNvPr>
          <p:cNvSpPr/>
          <p:nvPr/>
        </p:nvSpPr>
        <p:spPr>
          <a:xfrm>
            <a:off x="9926198" y="2379643"/>
            <a:ext cx="1685580" cy="604019"/>
          </a:xfrm>
          <a:prstGeom prst="wedgeRectCallout">
            <a:avLst>
              <a:gd name="adj1" fmla="val -97304"/>
              <a:gd name="adj2" fmla="val 15369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十六进制</a:t>
            </a:r>
          </a:p>
        </p:txBody>
      </p:sp>
    </p:spTree>
    <p:extLst>
      <p:ext uri="{BB962C8B-B14F-4D97-AF65-F5344CB8AC3E}">
        <p14:creationId xmlns:p14="http://schemas.microsoft.com/office/powerpoint/2010/main" val="2882166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CDFD5655-3DDD-4DD0-AE43-0274EF4B5B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3044819"/>
              </p:ext>
            </p:extLst>
          </p:nvPr>
        </p:nvGraphicFramePr>
        <p:xfrm>
          <a:off x="226325" y="1936372"/>
          <a:ext cx="7958919" cy="37838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24A898B7-F3C8-0449-2259-1A8BD0303C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7647" y="3914032"/>
            <a:ext cx="4987581" cy="218879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CCF2567-064E-7160-10E6-2B1C08ED91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8377" y="540857"/>
            <a:ext cx="1504133" cy="3373175"/>
          </a:xfrm>
          <a:prstGeom prst="rect">
            <a:avLst/>
          </a:prstGeom>
        </p:spPr>
      </p:pic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ABFFE298-7E83-745F-9107-D4DC3FADABCA}"/>
              </a:ext>
            </a:extLst>
          </p:cNvPr>
          <p:cNvSpPr/>
          <p:nvPr/>
        </p:nvSpPr>
        <p:spPr>
          <a:xfrm>
            <a:off x="9904164" y="2507859"/>
            <a:ext cx="2296636" cy="1057619"/>
          </a:xfrm>
          <a:prstGeom prst="wedgeRectCallout">
            <a:avLst>
              <a:gd name="adj1" fmla="val 6129"/>
              <a:gd name="adj2" fmla="val 1677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填充溢出后，设置返回地址</a:t>
            </a:r>
          </a:p>
        </p:txBody>
      </p:sp>
    </p:spTree>
    <p:extLst>
      <p:ext uri="{BB962C8B-B14F-4D97-AF65-F5344CB8AC3E}">
        <p14:creationId xmlns:p14="http://schemas.microsoft.com/office/powerpoint/2010/main" val="294234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C05C074-1097-9668-3B7B-5B0654CDE2B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D603B07-788F-8FB5-BC5F-C851F759D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B11B01C-178E-B011-AACC-34E780A1E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9641DBEF-4A8E-E68B-0B12-AADB61D144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4818953"/>
              </p:ext>
            </p:extLst>
          </p:nvPr>
        </p:nvGraphicFramePr>
        <p:xfrm>
          <a:off x="517197" y="2592197"/>
          <a:ext cx="5078259" cy="2877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3D4DC341-34FB-9C70-E665-39D7C03AE6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1635" y="1093204"/>
            <a:ext cx="6160117" cy="221598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5FCFAEF-94F4-BE30-A832-0020BA728E7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7925" y="3429000"/>
            <a:ext cx="3591680" cy="257171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BE11F4C-EE7F-9DE5-5BE8-4B78E7E003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4076" y="4337412"/>
            <a:ext cx="5031152" cy="8889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77143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11A84-630E-8623-B263-295CE3E6A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DABFA15-243B-D331-915D-3120A230FBD9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92AD3540-569E-3A60-F409-2372CA981B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5EA15653-3B3C-86E8-316A-0D3EC9291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E360F763-2A03-35E0-F46C-6597114FC2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9461886"/>
              </p:ext>
            </p:extLst>
          </p:nvPr>
        </p:nvGraphicFramePr>
        <p:xfrm>
          <a:off x="599089" y="1994263"/>
          <a:ext cx="6378653" cy="3792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1FEB25C2-4D4F-A736-0BFC-AC26D8AD54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1284464"/>
            <a:ext cx="5569236" cy="450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27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34900-9518-6788-F4AE-DF74DD0E1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0269359-E62D-DEF5-0BED-53941096EC56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75FA3696-1233-2AE6-0B35-8B22A8D30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2A737704-467F-C9D0-354A-364855F7B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CAF94009-3059-AB97-3170-47CCF254DE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9490246"/>
              </p:ext>
            </p:extLst>
          </p:nvPr>
        </p:nvGraphicFramePr>
        <p:xfrm>
          <a:off x="676208" y="2181340"/>
          <a:ext cx="5636458" cy="33631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16AE798B-F18B-D391-A2FB-A086DC0B7B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7774" y="2527343"/>
            <a:ext cx="6151228" cy="2671128"/>
          </a:xfrm>
          <a:prstGeom prst="rect">
            <a:avLst/>
          </a:prstGeom>
        </p:spPr>
      </p:pic>
      <p:sp>
        <p:nvSpPr>
          <p:cNvPr id="8" name="对话气泡: 矩形 7">
            <a:extLst>
              <a:ext uri="{FF2B5EF4-FFF2-40B4-BE49-F238E27FC236}">
                <a16:creationId xmlns:a16="http://schemas.microsoft.com/office/drawing/2014/main" id="{8C46A9C1-0043-C1C5-4132-F8225F609F6B}"/>
              </a:ext>
            </a:extLst>
          </p:cNvPr>
          <p:cNvSpPr/>
          <p:nvPr/>
        </p:nvSpPr>
        <p:spPr>
          <a:xfrm>
            <a:off x="6742323" y="5464366"/>
            <a:ext cx="2908453" cy="760164"/>
          </a:xfrm>
          <a:prstGeom prst="wedgeRectCallout">
            <a:avLst>
              <a:gd name="adj1" fmla="val 31563"/>
              <a:gd name="adj2" fmla="val -12880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0x88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大小缓冲区，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可读入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0x100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大小数据</a:t>
            </a:r>
          </a:p>
        </p:txBody>
      </p:sp>
    </p:spTree>
    <p:extLst>
      <p:ext uri="{BB962C8B-B14F-4D97-AF65-F5344CB8AC3E}">
        <p14:creationId xmlns:p14="http://schemas.microsoft.com/office/powerpoint/2010/main" val="70943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6E65D-113C-30DF-E282-EAC768178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E289F9F-D098-866C-DF05-6FD2CC510365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6CA3D0AA-B79B-0324-EE11-95130A5621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B8A81459-D668-7112-97D5-C9C9BD0AB8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ED32DC15-8351-1EDA-B53E-FA42F9246E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5927466"/>
              </p:ext>
            </p:extLst>
          </p:nvPr>
        </p:nvGraphicFramePr>
        <p:xfrm>
          <a:off x="544005" y="1784733"/>
          <a:ext cx="5684197" cy="4123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7E0F2964-D4A7-B839-EBFD-578A9648E0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8504" y="950085"/>
            <a:ext cx="5398920" cy="240311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A20C2BB-4BBC-B411-FE7E-B5AD6C7FB3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8504" y="3489934"/>
            <a:ext cx="5398920" cy="281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505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31992-DD91-9DD2-FF78-B18CFEEE1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14D2D6C-DF8E-7D53-FFCF-57CB86913AE2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B16847F1-0DF5-DC7E-243B-242738B9DC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85E93A6A-8C82-F89B-0761-21A4378C7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B68FACE5-5B3A-3885-ED3A-B0A6262BFE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0281070"/>
              </p:ext>
            </p:extLst>
          </p:nvPr>
        </p:nvGraphicFramePr>
        <p:xfrm>
          <a:off x="544005" y="2083086"/>
          <a:ext cx="5684197" cy="33631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30D1D976-1D6E-111B-F82C-3A713E972F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7724" y="2575192"/>
            <a:ext cx="6292917" cy="221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948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C6E77-40DA-E9BD-6AC1-490BB830A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EF55EA2-E600-2F2F-66B9-19F183697782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02F9FBCE-A8EC-B60A-5E90-F325C483C6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10B2E693-9928-1C24-F45C-13CB090C1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6E8CAC90-F4B9-D2B4-E403-845DD1C390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0643289"/>
              </p:ext>
            </p:extLst>
          </p:nvPr>
        </p:nvGraphicFramePr>
        <p:xfrm>
          <a:off x="411803" y="1720356"/>
          <a:ext cx="5684197" cy="33631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BFFAD1BC-EA7E-D6BD-77D7-2DE785DA4F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6557" y="994635"/>
            <a:ext cx="5280142" cy="390756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A8F2BDB-6ACE-1895-C047-80B1694CE3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75040" y="4902203"/>
            <a:ext cx="7687839" cy="171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5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A6D7A-59B6-5252-7C25-465CEE3CE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7F00855-D6FC-37B3-0E15-D52F51C788DC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4C44879B-7E60-58DC-79A0-40208E9039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FF6C0A36-3ACE-BDF4-B8AD-8A22D29A2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848E2F09-0515-68B6-BC69-5B1CFBB217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903741"/>
              </p:ext>
            </p:extLst>
          </p:nvPr>
        </p:nvGraphicFramePr>
        <p:xfrm>
          <a:off x="544005" y="2083086"/>
          <a:ext cx="5684197" cy="33631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1903351-C7DA-6EEE-1627-42CCFE55CE5B}"/>
              </a:ext>
            </a:extLst>
          </p:cNvPr>
          <p:cNvSpPr/>
          <p:nvPr/>
        </p:nvSpPr>
        <p:spPr>
          <a:xfrm>
            <a:off x="7718959" y="1156771"/>
            <a:ext cx="2956385" cy="47895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5C0C402D-87AB-EA86-8C87-C004F7ECB271}"/>
              </a:ext>
            </a:extLst>
          </p:cNvPr>
          <p:cNvSpPr/>
          <p:nvPr/>
        </p:nvSpPr>
        <p:spPr>
          <a:xfrm>
            <a:off x="7707942" y="2743196"/>
            <a:ext cx="2967401" cy="476250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vul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EIP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流程图: 过程 9">
            <a:extLst>
              <a:ext uri="{FF2B5EF4-FFF2-40B4-BE49-F238E27FC236}">
                <a16:creationId xmlns:a16="http://schemas.microsoft.com/office/drawing/2014/main" id="{4AA8FB4F-09E3-0947-4AF1-3A965A04F20C}"/>
              </a:ext>
            </a:extLst>
          </p:cNvPr>
          <p:cNvSpPr/>
          <p:nvPr/>
        </p:nvSpPr>
        <p:spPr>
          <a:xfrm>
            <a:off x="7707942" y="3219446"/>
            <a:ext cx="2967401" cy="476250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vul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流程图: 过程 10">
            <a:extLst>
              <a:ext uri="{FF2B5EF4-FFF2-40B4-BE49-F238E27FC236}">
                <a16:creationId xmlns:a16="http://schemas.microsoft.com/office/drawing/2014/main" id="{E523C888-F18C-0F26-4C54-C74E88FEBCDD}"/>
              </a:ext>
            </a:extLst>
          </p:cNvPr>
          <p:cNvSpPr/>
          <p:nvPr/>
        </p:nvSpPr>
        <p:spPr>
          <a:xfrm>
            <a:off x="7707941" y="3695695"/>
            <a:ext cx="2967401" cy="98646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vul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函数的缓冲区</a:t>
            </a:r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70F8DFDE-F329-51C8-1871-E2DB756A9CA4}"/>
              </a:ext>
            </a:extLst>
          </p:cNvPr>
          <p:cNvSpPr/>
          <p:nvPr/>
        </p:nvSpPr>
        <p:spPr>
          <a:xfrm>
            <a:off x="8361656" y="4726905"/>
            <a:ext cx="1682005" cy="1088279"/>
          </a:xfrm>
          <a:prstGeom prst="up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溢出方向</a:t>
            </a:r>
          </a:p>
        </p:txBody>
      </p:sp>
      <p:sp>
        <p:nvSpPr>
          <p:cNvPr id="12" name="流程图: 过程 11">
            <a:extLst>
              <a:ext uri="{FF2B5EF4-FFF2-40B4-BE49-F238E27FC236}">
                <a16:creationId xmlns:a16="http://schemas.microsoft.com/office/drawing/2014/main" id="{7E0666AA-F5FB-0A4E-93DE-B255B769AC53}"/>
              </a:ext>
            </a:extLst>
          </p:cNvPr>
          <p:cNvSpPr/>
          <p:nvPr/>
        </p:nvSpPr>
        <p:spPr>
          <a:xfrm>
            <a:off x="7707939" y="3695070"/>
            <a:ext cx="2967401" cy="986469"/>
          </a:xfrm>
          <a:prstGeom prst="flowChartProcess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填充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流程图: 过程 12">
            <a:extLst>
              <a:ext uri="{FF2B5EF4-FFF2-40B4-BE49-F238E27FC236}">
                <a16:creationId xmlns:a16="http://schemas.microsoft.com/office/drawing/2014/main" id="{DD8DB0FB-00F5-9561-214F-336EBF087CEA}"/>
              </a:ext>
            </a:extLst>
          </p:cNvPr>
          <p:cNvSpPr/>
          <p:nvPr/>
        </p:nvSpPr>
        <p:spPr>
          <a:xfrm>
            <a:off x="7718959" y="3218195"/>
            <a:ext cx="2967401" cy="476250"/>
          </a:xfrm>
          <a:prstGeom prst="flowChartProcess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填充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流程图: 过程 13">
            <a:extLst>
              <a:ext uri="{FF2B5EF4-FFF2-40B4-BE49-F238E27FC236}">
                <a16:creationId xmlns:a16="http://schemas.microsoft.com/office/drawing/2014/main" id="{7D6C421F-C29F-81C9-24CE-88595CAA488F}"/>
              </a:ext>
            </a:extLst>
          </p:cNvPr>
          <p:cNvSpPr/>
          <p:nvPr/>
        </p:nvSpPr>
        <p:spPr>
          <a:xfrm>
            <a:off x="7718959" y="2741320"/>
            <a:ext cx="2967401" cy="476250"/>
          </a:xfrm>
          <a:prstGeom prst="flowChartProcess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 _system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2252A693-9F75-8AB3-EC2B-ACBDE241CCDA}"/>
              </a:ext>
            </a:extLst>
          </p:cNvPr>
          <p:cNvSpPr/>
          <p:nvPr/>
        </p:nvSpPr>
        <p:spPr>
          <a:xfrm>
            <a:off x="8415576" y="1242224"/>
            <a:ext cx="1574164" cy="877738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入栈</a:t>
            </a:r>
          </a:p>
        </p:txBody>
      </p:sp>
      <p:sp>
        <p:nvSpPr>
          <p:cNvPr id="16" name="流程图: 过程 15">
            <a:extLst>
              <a:ext uri="{FF2B5EF4-FFF2-40B4-BE49-F238E27FC236}">
                <a16:creationId xmlns:a16="http://schemas.microsoft.com/office/drawing/2014/main" id="{7CD3B9D2-EFF5-D297-413E-5066E1DD962E}"/>
              </a:ext>
            </a:extLst>
          </p:cNvPr>
          <p:cNvSpPr/>
          <p:nvPr/>
        </p:nvSpPr>
        <p:spPr>
          <a:xfrm>
            <a:off x="7729976" y="2755087"/>
            <a:ext cx="2967401" cy="476250"/>
          </a:xfrm>
          <a:prstGeom prst="flowChartProcess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EIP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入栈</a:t>
            </a:r>
          </a:p>
        </p:txBody>
      </p:sp>
      <p:sp>
        <p:nvSpPr>
          <p:cNvPr id="17" name="流程图: 过程 16">
            <a:extLst>
              <a:ext uri="{FF2B5EF4-FFF2-40B4-BE49-F238E27FC236}">
                <a16:creationId xmlns:a16="http://schemas.microsoft.com/office/drawing/2014/main" id="{651C8FB3-CC3E-20D0-9B3D-889AE64D7E72}"/>
              </a:ext>
            </a:extLst>
          </p:cNvPr>
          <p:cNvSpPr/>
          <p:nvPr/>
        </p:nvSpPr>
        <p:spPr>
          <a:xfrm>
            <a:off x="7729976" y="3228261"/>
            <a:ext cx="2967401" cy="476250"/>
          </a:xfrm>
          <a:prstGeom prst="flowChartProcess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入栈</a:t>
            </a:r>
          </a:p>
        </p:txBody>
      </p:sp>
      <p:sp>
        <p:nvSpPr>
          <p:cNvPr id="18" name="流程图: 过程 17">
            <a:extLst>
              <a:ext uri="{FF2B5EF4-FFF2-40B4-BE49-F238E27FC236}">
                <a16:creationId xmlns:a16="http://schemas.microsoft.com/office/drawing/2014/main" id="{D3892857-4F0E-C376-85FB-E7C5458CF24E}"/>
              </a:ext>
            </a:extLst>
          </p:cNvPr>
          <p:cNvSpPr/>
          <p:nvPr/>
        </p:nvSpPr>
        <p:spPr>
          <a:xfrm>
            <a:off x="7707939" y="2205414"/>
            <a:ext cx="2956385" cy="548421"/>
          </a:xfrm>
          <a:prstGeom prst="flowChartProcess">
            <a:avLst/>
          </a:prstGeom>
          <a:solidFill>
            <a:srgbClr val="FFC000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_system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参数地址</a:t>
            </a:r>
          </a:p>
        </p:txBody>
      </p:sp>
      <p:sp>
        <p:nvSpPr>
          <p:cNvPr id="7" name="流程图: 过程 6">
            <a:extLst>
              <a:ext uri="{FF2B5EF4-FFF2-40B4-BE49-F238E27FC236}">
                <a16:creationId xmlns:a16="http://schemas.microsoft.com/office/drawing/2014/main" id="{9A0CD9C3-AA2A-DC90-5935-F1B9CCE641F5}"/>
              </a:ext>
            </a:extLst>
          </p:cNvPr>
          <p:cNvSpPr/>
          <p:nvPr/>
        </p:nvSpPr>
        <p:spPr>
          <a:xfrm>
            <a:off x="7718959" y="2214229"/>
            <a:ext cx="2956385" cy="548421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_system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参数地址</a:t>
            </a:r>
          </a:p>
        </p:txBody>
      </p:sp>
    </p:spTree>
    <p:extLst>
      <p:ext uri="{BB962C8B-B14F-4D97-AF65-F5344CB8AC3E}">
        <p14:creationId xmlns:p14="http://schemas.microsoft.com/office/powerpoint/2010/main" val="160036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C3AA9-483E-CDE0-4ED6-FBB36096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6DCB6CF-8918-33CD-BCCA-7F3618A917AD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C6E244CC-883D-483D-6151-B9F06AAE4E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BB2B9713-D4E0-3D3C-47AE-25944AA8E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74B50CE8-7D04-F2D2-8634-FC592DB613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473463"/>
              </p:ext>
            </p:extLst>
          </p:nvPr>
        </p:nvGraphicFramePr>
        <p:xfrm>
          <a:off x="411803" y="1720355"/>
          <a:ext cx="5684197" cy="3933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81C2AB6B-6463-7880-6F47-8F2E169FD9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4523" y="1203955"/>
            <a:ext cx="6381829" cy="472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11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9034E-C227-F27C-D5EE-57D4F6FAB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D6A93A3-6B29-3D62-2ED0-EBA6B9FFC931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3E912583-01CA-3D00-B4DE-F5E745877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2C3C62F9-6B7D-AF81-8C8F-2C1A8F82D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A9B71D49-BEE3-776F-EEC9-CF678E7B8F5A}"/>
              </a:ext>
            </a:extLst>
          </p:cNvPr>
          <p:cNvGraphicFramePr/>
          <p:nvPr/>
        </p:nvGraphicFramePr>
        <p:xfrm>
          <a:off x="411803" y="1720355"/>
          <a:ext cx="5684197" cy="3933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AF5E0E55-F7D2-5D08-A08C-F22EA1C675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0755" y="1203956"/>
            <a:ext cx="6749442" cy="241051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9B9907B-174F-02F5-A2AF-649607CAB8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7316" y="3614472"/>
            <a:ext cx="4597636" cy="290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75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36FC7-545D-58AB-11B5-1E3A576D2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D8FAEAA-6843-9CA4-964E-4B6CFD5963B1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37EA4D10-3DAD-9F64-B2CE-E199DEB67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2DB6D12A-CE3F-7FC2-D1C6-9545A9FE4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65FE9D1E-F788-CC3E-51C8-E5F942C7F2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1824304"/>
              </p:ext>
            </p:extLst>
          </p:nvPr>
        </p:nvGraphicFramePr>
        <p:xfrm>
          <a:off x="544005" y="2083086"/>
          <a:ext cx="5684197" cy="33631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9600236-D482-097D-394E-03B56B107F1F}"/>
              </a:ext>
            </a:extLst>
          </p:cNvPr>
          <p:cNvSpPr/>
          <p:nvPr/>
        </p:nvSpPr>
        <p:spPr>
          <a:xfrm>
            <a:off x="7718959" y="813349"/>
            <a:ext cx="2956385" cy="51330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流程图: 过程 5">
            <a:extLst>
              <a:ext uri="{FF2B5EF4-FFF2-40B4-BE49-F238E27FC236}">
                <a16:creationId xmlns:a16="http://schemas.microsoft.com/office/drawing/2014/main" id="{BC36A8B2-DD4C-7D5A-9A02-6419C959E594}"/>
              </a:ext>
            </a:extLst>
          </p:cNvPr>
          <p:cNvSpPr/>
          <p:nvPr/>
        </p:nvSpPr>
        <p:spPr>
          <a:xfrm>
            <a:off x="7707942" y="2743196"/>
            <a:ext cx="2967401" cy="476250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vul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EIP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流程图: 过程 9">
            <a:extLst>
              <a:ext uri="{FF2B5EF4-FFF2-40B4-BE49-F238E27FC236}">
                <a16:creationId xmlns:a16="http://schemas.microsoft.com/office/drawing/2014/main" id="{96A83F98-E6A1-952B-FEE2-81C8A3E733F8}"/>
              </a:ext>
            </a:extLst>
          </p:cNvPr>
          <p:cNvSpPr/>
          <p:nvPr/>
        </p:nvSpPr>
        <p:spPr>
          <a:xfrm>
            <a:off x="7707942" y="3219446"/>
            <a:ext cx="2967401" cy="476250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vul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流程图: 过程 10">
            <a:extLst>
              <a:ext uri="{FF2B5EF4-FFF2-40B4-BE49-F238E27FC236}">
                <a16:creationId xmlns:a16="http://schemas.microsoft.com/office/drawing/2014/main" id="{9A3103CC-E521-C7AD-5881-F58822595B42}"/>
              </a:ext>
            </a:extLst>
          </p:cNvPr>
          <p:cNvSpPr/>
          <p:nvPr/>
        </p:nvSpPr>
        <p:spPr>
          <a:xfrm>
            <a:off x="7707941" y="3695695"/>
            <a:ext cx="2967401" cy="986469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vul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函数的缓冲区</a:t>
            </a:r>
          </a:p>
        </p:txBody>
      </p:sp>
      <p:sp>
        <p:nvSpPr>
          <p:cNvPr id="9" name="箭头: 上 8">
            <a:extLst>
              <a:ext uri="{FF2B5EF4-FFF2-40B4-BE49-F238E27FC236}">
                <a16:creationId xmlns:a16="http://schemas.microsoft.com/office/drawing/2014/main" id="{BA1EC22E-CAF2-B8F4-1EFE-AC53221AC59B}"/>
              </a:ext>
            </a:extLst>
          </p:cNvPr>
          <p:cNvSpPr/>
          <p:nvPr/>
        </p:nvSpPr>
        <p:spPr>
          <a:xfrm>
            <a:off x="8361656" y="4726905"/>
            <a:ext cx="1682005" cy="1088279"/>
          </a:xfrm>
          <a:prstGeom prst="up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溢出方向</a:t>
            </a:r>
          </a:p>
        </p:txBody>
      </p:sp>
      <p:sp>
        <p:nvSpPr>
          <p:cNvPr id="12" name="流程图: 过程 11">
            <a:extLst>
              <a:ext uri="{FF2B5EF4-FFF2-40B4-BE49-F238E27FC236}">
                <a16:creationId xmlns:a16="http://schemas.microsoft.com/office/drawing/2014/main" id="{3FF305C2-16C3-3537-A823-8F198500BCCF}"/>
              </a:ext>
            </a:extLst>
          </p:cNvPr>
          <p:cNvSpPr/>
          <p:nvPr/>
        </p:nvSpPr>
        <p:spPr>
          <a:xfrm>
            <a:off x="7707939" y="3695070"/>
            <a:ext cx="2967401" cy="986469"/>
          </a:xfrm>
          <a:prstGeom prst="flowChartProcess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填充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流程图: 过程 12">
            <a:extLst>
              <a:ext uri="{FF2B5EF4-FFF2-40B4-BE49-F238E27FC236}">
                <a16:creationId xmlns:a16="http://schemas.microsoft.com/office/drawing/2014/main" id="{69D52B32-0B0E-75A3-0178-6E4557CCE5B1}"/>
              </a:ext>
            </a:extLst>
          </p:cNvPr>
          <p:cNvSpPr/>
          <p:nvPr/>
        </p:nvSpPr>
        <p:spPr>
          <a:xfrm>
            <a:off x="7718959" y="3218195"/>
            <a:ext cx="2967401" cy="476250"/>
          </a:xfrm>
          <a:prstGeom prst="flowChartProcess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填充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流程图: 过程 13">
            <a:extLst>
              <a:ext uri="{FF2B5EF4-FFF2-40B4-BE49-F238E27FC236}">
                <a16:creationId xmlns:a16="http://schemas.microsoft.com/office/drawing/2014/main" id="{ADE4C9CA-06F4-2F70-92CB-8DDFF31B13A6}"/>
              </a:ext>
            </a:extLst>
          </p:cNvPr>
          <p:cNvSpPr/>
          <p:nvPr/>
        </p:nvSpPr>
        <p:spPr>
          <a:xfrm>
            <a:off x="7718959" y="2741320"/>
            <a:ext cx="2967401" cy="476250"/>
          </a:xfrm>
          <a:prstGeom prst="flowChartProcess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溢出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_system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函数地址</a:t>
            </a:r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D15CFB9C-9948-B853-E66B-6F2F9EF3FE9F}"/>
              </a:ext>
            </a:extLst>
          </p:cNvPr>
          <p:cNvSpPr/>
          <p:nvPr/>
        </p:nvSpPr>
        <p:spPr>
          <a:xfrm>
            <a:off x="8426594" y="885645"/>
            <a:ext cx="1574164" cy="877738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入栈</a:t>
            </a:r>
          </a:p>
        </p:txBody>
      </p:sp>
      <p:sp>
        <p:nvSpPr>
          <p:cNvPr id="16" name="流程图: 过程 15">
            <a:extLst>
              <a:ext uri="{FF2B5EF4-FFF2-40B4-BE49-F238E27FC236}">
                <a16:creationId xmlns:a16="http://schemas.microsoft.com/office/drawing/2014/main" id="{CDEA5C00-C769-993D-48AC-EA8EDCF1909F}"/>
              </a:ext>
            </a:extLst>
          </p:cNvPr>
          <p:cNvSpPr/>
          <p:nvPr/>
        </p:nvSpPr>
        <p:spPr>
          <a:xfrm>
            <a:off x="7718957" y="2750135"/>
            <a:ext cx="2967401" cy="476250"/>
          </a:xfrm>
          <a:prstGeom prst="flowChartProcess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执行函数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EBP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909550-943D-806A-26AB-595EB4C04D6C}"/>
              </a:ext>
            </a:extLst>
          </p:cNvPr>
          <p:cNvSpPr/>
          <p:nvPr/>
        </p:nvSpPr>
        <p:spPr>
          <a:xfrm>
            <a:off x="7707939" y="2277013"/>
            <a:ext cx="2978419" cy="465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填充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DD55E6A-B1C3-1F9F-AA14-0B2A61655419}"/>
              </a:ext>
            </a:extLst>
          </p:cNvPr>
          <p:cNvSpPr/>
          <p:nvPr/>
        </p:nvSpPr>
        <p:spPr>
          <a:xfrm>
            <a:off x="7707939" y="1800138"/>
            <a:ext cx="2989438" cy="465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_system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参数地址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8D96CBD-9223-9AEE-C749-323C869BB5E1}"/>
              </a:ext>
            </a:extLst>
          </p:cNvPr>
          <p:cNvSpPr/>
          <p:nvPr/>
        </p:nvSpPr>
        <p:spPr>
          <a:xfrm>
            <a:off x="7716645" y="2273886"/>
            <a:ext cx="2978419" cy="46555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EIP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2BD5EB7-FBAE-269D-CC13-38A1BBEF3F9E}"/>
              </a:ext>
            </a:extLst>
          </p:cNvPr>
          <p:cNvSpPr/>
          <p:nvPr/>
        </p:nvSpPr>
        <p:spPr>
          <a:xfrm>
            <a:off x="7729976" y="1798887"/>
            <a:ext cx="2989438" cy="46555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_system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参数）地址</a:t>
            </a:r>
          </a:p>
        </p:txBody>
      </p:sp>
    </p:spTree>
    <p:extLst>
      <p:ext uri="{BB962C8B-B14F-4D97-AF65-F5344CB8AC3E}">
        <p14:creationId xmlns:p14="http://schemas.microsoft.com/office/powerpoint/2010/main" val="1656932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2" grpId="0" animBg="1"/>
      <p:bldP spid="13" grpId="0" animBg="1"/>
      <p:bldP spid="14" grpId="0" animBg="1"/>
      <p:bldP spid="15" grpId="0" animBg="1"/>
      <p:bldP spid="16" grpId="0" animBg="1"/>
      <p:bldP spid="7" grpId="0" animBg="1"/>
      <p:bldP spid="19" grpId="0" animBg="1"/>
      <p:bldP spid="20" grpId="0" animBg="1"/>
      <p:bldP spid="2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BF620-9B78-678B-7520-645351E2B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4F90E00-8F4B-2127-6014-C914041E4EFC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FF6ADABC-982E-7A32-6B8C-22F0699BAE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2D79AF40-E23A-0EC8-2F88-9E2471F205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05E8B955-1075-3E7D-F7CC-BBEE9BEDDD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3512404"/>
              </p:ext>
            </p:extLst>
          </p:nvPr>
        </p:nvGraphicFramePr>
        <p:xfrm>
          <a:off x="411803" y="1720355"/>
          <a:ext cx="6517807" cy="4228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F0AD22D1-A767-DA37-1679-3EB04A685D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3264" y="1622427"/>
            <a:ext cx="4744451" cy="419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3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72CFA-EEA6-60A7-9121-022C94F0E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EFC33F0-EC52-24C9-117A-09FD122FC068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3" name="Text Box 7">
              <a:extLst>
                <a:ext uri="{FF2B5EF4-FFF2-40B4-BE49-F238E27FC236}">
                  <a16:creationId xmlns:a16="http://schemas.microsoft.com/office/drawing/2014/main" id="{8F33CCFE-66B7-BC24-ED8F-180688306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4" name="图片 3" descr="logo">
              <a:extLst>
                <a:ext uri="{FF2B5EF4-FFF2-40B4-BE49-F238E27FC236}">
                  <a16:creationId xmlns:a16="http://schemas.microsoft.com/office/drawing/2014/main" id="{EAF2B077-DF21-1E4C-8B85-CCFCEA2F6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4039620F-2844-BDCD-5CA3-1304B5104B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0107970"/>
              </p:ext>
            </p:extLst>
          </p:nvPr>
        </p:nvGraphicFramePr>
        <p:xfrm>
          <a:off x="411804" y="1839817"/>
          <a:ext cx="5845778" cy="4109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FC85C7ED-99E5-14D2-6458-F63DB07E7E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8421" y="1182085"/>
            <a:ext cx="7237847" cy="20173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5643F62-D42E-A4D7-29BC-BED1E528C8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4050" y="3386866"/>
            <a:ext cx="4667490" cy="274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2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 36"/>
          <p:cNvSpPr/>
          <p:nvPr/>
        </p:nvSpPr>
        <p:spPr>
          <a:xfrm>
            <a:off x="1906804" y="2787202"/>
            <a:ext cx="8347401" cy="1514565"/>
          </a:xfrm>
          <a:custGeom>
            <a:avLst/>
            <a:gdLst>
              <a:gd name="connsiteX0" fmla="*/ 0 w 5689600"/>
              <a:gd name="connsiteY0" fmla="*/ 1079512 h 1079512"/>
              <a:gd name="connsiteX1" fmla="*/ 1917700 w 5689600"/>
              <a:gd name="connsiteY1" fmla="*/ 12 h 1079512"/>
              <a:gd name="connsiteX2" fmla="*/ 3810000 w 5689600"/>
              <a:gd name="connsiteY2" fmla="*/ 1054112 h 1079512"/>
              <a:gd name="connsiteX3" fmla="*/ 5689600 w 5689600"/>
              <a:gd name="connsiteY3" fmla="*/ 12712 h 1079512"/>
              <a:gd name="connsiteX0" fmla="*/ 0 w 7762075"/>
              <a:gd name="connsiteY0" fmla="*/ 1079512 h 1079512"/>
              <a:gd name="connsiteX1" fmla="*/ 1917700 w 7762075"/>
              <a:gd name="connsiteY1" fmla="*/ 12 h 1079512"/>
              <a:gd name="connsiteX2" fmla="*/ 3810000 w 7762075"/>
              <a:gd name="connsiteY2" fmla="*/ 1054112 h 1079512"/>
              <a:gd name="connsiteX3" fmla="*/ 7762075 w 7762075"/>
              <a:gd name="connsiteY3" fmla="*/ 887355 h 1079512"/>
              <a:gd name="connsiteX0" fmla="*/ 0 w 7762075"/>
              <a:gd name="connsiteY0" fmla="*/ 1258016 h 1258016"/>
              <a:gd name="connsiteX1" fmla="*/ 1917700 w 7762075"/>
              <a:gd name="connsiteY1" fmla="*/ 178516 h 1258016"/>
              <a:gd name="connsiteX2" fmla="*/ 3810000 w 7762075"/>
              <a:gd name="connsiteY2" fmla="*/ 1232616 h 1258016"/>
              <a:gd name="connsiteX3" fmla="*/ 6120167 w 7762075"/>
              <a:gd name="connsiteY3" fmla="*/ 511 h 1258016"/>
              <a:gd name="connsiteX4" fmla="*/ 7762075 w 7762075"/>
              <a:gd name="connsiteY4" fmla="*/ 1065859 h 1258016"/>
              <a:gd name="connsiteX0" fmla="*/ 0 w 7872948"/>
              <a:gd name="connsiteY0" fmla="*/ 1257930 h 1296609"/>
              <a:gd name="connsiteX1" fmla="*/ 1917700 w 7872948"/>
              <a:gd name="connsiteY1" fmla="*/ 178430 h 1296609"/>
              <a:gd name="connsiteX2" fmla="*/ 3810000 w 7872948"/>
              <a:gd name="connsiteY2" fmla="*/ 1232530 h 1296609"/>
              <a:gd name="connsiteX3" fmla="*/ 6120167 w 7872948"/>
              <a:gd name="connsiteY3" fmla="*/ 425 h 1296609"/>
              <a:gd name="connsiteX4" fmla="*/ 7872948 w 7872948"/>
              <a:gd name="connsiteY4" fmla="*/ 1296361 h 1296609"/>
              <a:gd name="connsiteX0" fmla="*/ 0 w 7872948"/>
              <a:gd name="connsiteY0" fmla="*/ 1257930 h 1296609"/>
              <a:gd name="connsiteX1" fmla="*/ 1650430 w 7872948"/>
              <a:gd name="connsiteY1" fmla="*/ 263677 h 1296609"/>
              <a:gd name="connsiteX2" fmla="*/ 3810000 w 7872948"/>
              <a:gd name="connsiteY2" fmla="*/ 1232530 h 1296609"/>
              <a:gd name="connsiteX3" fmla="*/ 6120167 w 7872948"/>
              <a:gd name="connsiteY3" fmla="*/ 425 h 1296609"/>
              <a:gd name="connsiteX4" fmla="*/ 7872948 w 7872948"/>
              <a:gd name="connsiteY4" fmla="*/ 1296361 h 1296609"/>
              <a:gd name="connsiteX0" fmla="*/ 0 w 7872948"/>
              <a:gd name="connsiteY0" fmla="*/ 1257930 h 1296609"/>
              <a:gd name="connsiteX1" fmla="*/ 1650430 w 7872948"/>
              <a:gd name="connsiteY1" fmla="*/ 263677 h 1296609"/>
              <a:gd name="connsiteX2" fmla="*/ 3430071 w 7872948"/>
              <a:gd name="connsiteY2" fmla="*/ 1226591 h 1296609"/>
              <a:gd name="connsiteX3" fmla="*/ 6120167 w 7872948"/>
              <a:gd name="connsiteY3" fmla="*/ 425 h 1296609"/>
              <a:gd name="connsiteX4" fmla="*/ 7872948 w 7872948"/>
              <a:gd name="connsiteY4" fmla="*/ 1296361 h 1296609"/>
              <a:gd name="connsiteX0" fmla="*/ 0 w 7872948"/>
              <a:gd name="connsiteY0" fmla="*/ 1191562 h 1230254"/>
              <a:gd name="connsiteX1" fmla="*/ 1650430 w 7872948"/>
              <a:gd name="connsiteY1" fmla="*/ 197309 h 1230254"/>
              <a:gd name="connsiteX2" fmla="*/ 3430071 w 7872948"/>
              <a:gd name="connsiteY2" fmla="*/ 1160223 h 1230254"/>
              <a:gd name="connsiteX3" fmla="*/ 5639957 w 7872948"/>
              <a:gd name="connsiteY3" fmla="*/ 447 h 1230254"/>
              <a:gd name="connsiteX4" fmla="*/ 7872948 w 7872948"/>
              <a:gd name="connsiteY4" fmla="*/ 1229993 h 1230254"/>
              <a:gd name="connsiteX0" fmla="*/ 0 w 7681228"/>
              <a:gd name="connsiteY0" fmla="*/ 1191632 h 1191632"/>
              <a:gd name="connsiteX1" fmla="*/ 1650430 w 7681228"/>
              <a:gd name="connsiteY1" fmla="*/ 197379 h 1191632"/>
              <a:gd name="connsiteX2" fmla="*/ 3430071 w 7681228"/>
              <a:gd name="connsiteY2" fmla="*/ 1160293 h 1191632"/>
              <a:gd name="connsiteX3" fmla="*/ 5639957 w 7681228"/>
              <a:gd name="connsiteY3" fmla="*/ 517 h 1191632"/>
              <a:gd name="connsiteX4" fmla="*/ 7681228 w 7681228"/>
              <a:gd name="connsiteY4" fmla="*/ 1053214 h 1191632"/>
              <a:gd name="connsiteX0" fmla="*/ 0 w 7681228"/>
              <a:gd name="connsiteY0" fmla="*/ 1191576 h 1191576"/>
              <a:gd name="connsiteX1" fmla="*/ 1650430 w 7681228"/>
              <a:gd name="connsiteY1" fmla="*/ 197323 h 1191576"/>
              <a:gd name="connsiteX2" fmla="*/ 3430071 w 7681228"/>
              <a:gd name="connsiteY2" fmla="*/ 1160237 h 1191576"/>
              <a:gd name="connsiteX3" fmla="*/ 5639957 w 7681228"/>
              <a:gd name="connsiteY3" fmla="*/ 461 h 1191576"/>
              <a:gd name="connsiteX4" fmla="*/ 7681228 w 7681228"/>
              <a:gd name="connsiteY4" fmla="*/ 1053158 h 1191576"/>
              <a:gd name="connsiteX0" fmla="*/ 0 w 7826216"/>
              <a:gd name="connsiteY0" fmla="*/ 1191456 h 1508838"/>
              <a:gd name="connsiteX1" fmla="*/ 1650430 w 7826216"/>
              <a:gd name="connsiteY1" fmla="*/ 197203 h 1508838"/>
              <a:gd name="connsiteX2" fmla="*/ 3430071 w 7826216"/>
              <a:gd name="connsiteY2" fmla="*/ 1160117 h 1508838"/>
              <a:gd name="connsiteX3" fmla="*/ 5639957 w 7826216"/>
              <a:gd name="connsiteY3" fmla="*/ 341 h 1508838"/>
              <a:gd name="connsiteX4" fmla="*/ 7826216 w 7826216"/>
              <a:gd name="connsiteY4" fmla="*/ 1498311 h 1508838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430071 w 7826216"/>
              <a:gd name="connsiteY2" fmla="*/ 977278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737105 w 7826216"/>
              <a:gd name="connsiteY2" fmla="*/ 1136304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737105 w 7826216"/>
              <a:gd name="connsiteY2" fmla="*/ 1136304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737105 w 7826216"/>
              <a:gd name="connsiteY2" fmla="*/ 1136304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994938 h 1314128"/>
              <a:gd name="connsiteX1" fmla="*/ 1650430 w 7826216"/>
              <a:gd name="connsiteY1" fmla="*/ 685 h 1314128"/>
              <a:gd name="connsiteX2" fmla="*/ 3737105 w 7826216"/>
              <a:gd name="connsiteY2" fmla="*/ 1122625 h 1314128"/>
              <a:gd name="connsiteX3" fmla="*/ 5946991 w 7826216"/>
              <a:gd name="connsiteY3" fmla="*/ 66216 h 1314128"/>
              <a:gd name="connsiteX4" fmla="*/ 7826216 w 7826216"/>
              <a:gd name="connsiteY4" fmla="*/ 1301793 h 1314128"/>
              <a:gd name="connsiteX0" fmla="*/ 0 w 7826216"/>
              <a:gd name="connsiteY0" fmla="*/ 929125 h 1248315"/>
              <a:gd name="connsiteX1" fmla="*/ 1641902 w 7826216"/>
              <a:gd name="connsiteY1" fmla="*/ 30287 h 1248315"/>
              <a:gd name="connsiteX2" fmla="*/ 3737105 w 7826216"/>
              <a:gd name="connsiteY2" fmla="*/ 1056812 h 1248315"/>
              <a:gd name="connsiteX3" fmla="*/ 5946991 w 7826216"/>
              <a:gd name="connsiteY3" fmla="*/ 403 h 1248315"/>
              <a:gd name="connsiteX4" fmla="*/ 7826216 w 7826216"/>
              <a:gd name="connsiteY4" fmla="*/ 1235980 h 1248315"/>
              <a:gd name="connsiteX0" fmla="*/ 0 w 7826216"/>
              <a:gd name="connsiteY0" fmla="*/ 929125 h 1248315"/>
              <a:gd name="connsiteX1" fmla="*/ 1641902 w 7826216"/>
              <a:gd name="connsiteY1" fmla="*/ 30287 h 1248315"/>
              <a:gd name="connsiteX2" fmla="*/ 3941795 w 7826216"/>
              <a:gd name="connsiteY2" fmla="*/ 1088617 h 1248315"/>
              <a:gd name="connsiteX3" fmla="*/ 5946991 w 7826216"/>
              <a:gd name="connsiteY3" fmla="*/ 403 h 1248315"/>
              <a:gd name="connsiteX4" fmla="*/ 7826216 w 7826216"/>
              <a:gd name="connsiteY4" fmla="*/ 1235980 h 1248315"/>
              <a:gd name="connsiteX0" fmla="*/ 0 w 7698285"/>
              <a:gd name="connsiteY0" fmla="*/ 929138 h 1201018"/>
              <a:gd name="connsiteX1" fmla="*/ 1641902 w 7698285"/>
              <a:gd name="connsiteY1" fmla="*/ 30300 h 1201018"/>
              <a:gd name="connsiteX2" fmla="*/ 3941795 w 7698285"/>
              <a:gd name="connsiteY2" fmla="*/ 1088630 h 1201018"/>
              <a:gd name="connsiteX3" fmla="*/ 5946991 w 7698285"/>
              <a:gd name="connsiteY3" fmla="*/ 416 h 1201018"/>
              <a:gd name="connsiteX4" fmla="*/ 7698285 w 7698285"/>
              <a:gd name="connsiteY4" fmla="*/ 1188285 h 1201018"/>
              <a:gd name="connsiteX0" fmla="*/ 0 w 7698285"/>
              <a:gd name="connsiteY0" fmla="*/ 929194 h 1188341"/>
              <a:gd name="connsiteX1" fmla="*/ 1641902 w 7698285"/>
              <a:gd name="connsiteY1" fmla="*/ 30356 h 1188341"/>
              <a:gd name="connsiteX2" fmla="*/ 3941795 w 7698285"/>
              <a:gd name="connsiteY2" fmla="*/ 1088686 h 1188341"/>
              <a:gd name="connsiteX3" fmla="*/ 5946991 w 7698285"/>
              <a:gd name="connsiteY3" fmla="*/ 472 h 1188341"/>
              <a:gd name="connsiteX4" fmla="*/ 7698285 w 7698285"/>
              <a:gd name="connsiteY4" fmla="*/ 1188341 h 1188341"/>
              <a:gd name="connsiteX0" fmla="*/ 0 w 7766515"/>
              <a:gd name="connsiteY0" fmla="*/ 1064367 h 1188341"/>
              <a:gd name="connsiteX1" fmla="*/ 1710132 w 7766515"/>
              <a:gd name="connsiteY1" fmla="*/ 30356 h 1188341"/>
              <a:gd name="connsiteX2" fmla="*/ 4010025 w 7766515"/>
              <a:gd name="connsiteY2" fmla="*/ 1088686 h 1188341"/>
              <a:gd name="connsiteX3" fmla="*/ 6015221 w 7766515"/>
              <a:gd name="connsiteY3" fmla="*/ 472 h 1188341"/>
              <a:gd name="connsiteX4" fmla="*/ 7766515 w 7766515"/>
              <a:gd name="connsiteY4" fmla="*/ 1188341 h 1188341"/>
              <a:gd name="connsiteX0" fmla="*/ 0 w 7809158"/>
              <a:gd name="connsiteY0" fmla="*/ 682705 h 1188341"/>
              <a:gd name="connsiteX1" fmla="*/ 1752775 w 7809158"/>
              <a:gd name="connsiteY1" fmla="*/ 30356 h 1188341"/>
              <a:gd name="connsiteX2" fmla="*/ 4052668 w 7809158"/>
              <a:gd name="connsiteY2" fmla="*/ 1088686 h 1188341"/>
              <a:gd name="connsiteX3" fmla="*/ 6057864 w 7809158"/>
              <a:gd name="connsiteY3" fmla="*/ 472 h 1188341"/>
              <a:gd name="connsiteX4" fmla="*/ 7809158 w 7809158"/>
              <a:gd name="connsiteY4" fmla="*/ 1188341 h 1188341"/>
              <a:gd name="connsiteX0" fmla="*/ 0 w 7809158"/>
              <a:gd name="connsiteY0" fmla="*/ 682705 h 1188341"/>
              <a:gd name="connsiteX1" fmla="*/ 1752775 w 7809158"/>
              <a:gd name="connsiteY1" fmla="*/ 30356 h 1188341"/>
              <a:gd name="connsiteX2" fmla="*/ 4052668 w 7809158"/>
              <a:gd name="connsiteY2" fmla="*/ 1088686 h 1188341"/>
              <a:gd name="connsiteX3" fmla="*/ 6057864 w 7809158"/>
              <a:gd name="connsiteY3" fmla="*/ 472 h 1188341"/>
              <a:gd name="connsiteX4" fmla="*/ 7809158 w 7809158"/>
              <a:gd name="connsiteY4" fmla="*/ 1188341 h 1188341"/>
              <a:gd name="connsiteX0" fmla="*/ 0 w 7800630"/>
              <a:gd name="connsiteY0" fmla="*/ 1104124 h 1188341"/>
              <a:gd name="connsiteX1" fmla="*/ 1744247 w 7800630"/>
              <a:gd name="connsiteY1" fmla="*/ 30356 h 1188341"/>
              <a:gd name="connsiteX2" fmla="*/ 4044140 w 7800630"/>
              <a:gd name="connsiteY2" fmla="*/ 1088686 h 1188341"/>
              <a:gd name="connsiteX3" fmla="*/ 6049336 w 7800630"/>
              <a:gd name="connsiteY3" fmla="*/ 472 h 1188341"/>
              <a:gd name="connsiteX4" fmla="*/ 7800630 w 7800630"/>
              <a:gd name="connsiteY4" fmla="*/ 1188341 h 1188341"/>
              <a:gd name="connsiteX0" fmla="*/ 0 w 7800630"/>
              <a:gd name="connsiteY0" fmla="*/ 1120027 h 1188341"/>
              <a:gd name="connsiteX1" fmla="*/ 1744247 w 7800630"/>
              <a:gd name="connsiteY1" fmla="*/ 30356 h 1188341"/>
              <a:gd name="connsiteX2" fmla="*/ 4044140 w 7800630"/>
              <a:gd name="connsiteY2" fmla="*/ 1088686 h 1188341"/>
              <a:gd name="connsiteX3" fmla="*/ 6049336 w 7800630"/>
              <a:gd name="connsiteY3" fmla="*/ 472 h 1188341"/>
              <a:gd name="connsiteX4" fmla="*/ 7800630 w 7800630"/>
              <a:gd name="connsiteY4" fmla="*/ 1188341 h 1188341"/>
              <a:gd name="connsiteX0" fmla="*/ 0 w 7800630"/>
              <a:gd name="connsiteY0" fmla="*/ 1120027 h 1188341"/>
              <a:gd name="connsiteX1" fmla="*/ 1744247 w 7800630"/>
              <a:gd name="connsiteY1" fmla="*/ 30356 h 1188341"/>
              <a:gd name="connsiteX2" fmla="*/ 4044140 w 7800630"/>
              <a:gd name="connsiteY2" fmla="*/ 1088686 h 1188341"/>
              <a:gd name="connsiteX3" fmla="*/ 6049336 w 7800630"/>
              <a:gd name="connsiteY3" fmla="*/ 472 h 1188341"/>
              <a:gd name="connsiteX4" fmla="*/ 7800630 w 7800630"/>
              <a:gd name="connsiteY4" fmla="*/ 1188341 h 1188341"/>
              <a:gd name="connsiteX0" fmla="*/ 0 w 7851801"/>
              <a:gd name="connsiteY0" fmla="*/ 1120082 h 1120082"/>
              <a:gd name="connsiteX1" fmla="*/ 1744247 w 7851801"/>
              <a:gd name="connsiteY1" fmla="*/ 30411 h 1120082"/>
              <a:gd name="connsiteX2" fmla="*/ 4044140 w 7851801"/>
              <a:gd name="connsiteY2" fmla="*/ 1088741 h 1120082"/>
              <a:gd name="connsiteX3" fmla="*/ 6049336 w 7851801"/>
              <a:gd name="connsiteY3" fmla="*/ 527 h 1120082"/>
              <a:gd name="connsiteX4" fmla="*/ 7851801 w 7851801"/>
              <a:gd name="connsiteY4" fmla="*/ 1061175 h 1120082"/>
              <a:gd name="connsiteX0" fmla="*/ 0 w 7851801"/>
              <a:gd name="connsiteY0" fmla="*/ 1120082 h 1120082"/>
              <a:gd name="connsiteX1" fmla="*/ 1744247 w 7851801"/>
              <a:gd name="connsiteY1" fmla="*/ 30411 h 1120082"/>
              <a:gd name="connsiteX2" fmla="*/ 4044140 w 7851801"/>
              <a:gd name="connsiteY2" fmla="*/ 1088741 h 1120082"/>
              <a:gd name="connsiteX3" fmla="*/ 6049336 w 7851801"/>
              <a:gd name="connsiteY3" fmla="*/ 527 h 1120082"/>
              <a:gd name="connsiteX4" fmla="*/ 7851801 w 7851801"/>
              <a:gd name="connsiteY4" fmla="*/ 1061175 h 1120082"/>
              <a:gd name="connsiteX0" fmla="*/ 0 w 7851801"/>
              <a:gd name="connsiteY0" fmla="*/ 1120082 h 1120082"/>
              <a:gd name="connsiteX1" fmla="*/ 1744247 w 7851801"/>
              <a:gd name="connsiteY1" fmla="*/ 30411 h 1120082"/>
              <a:gd name="connsiteX2" fmla="*/ 4044140 w 7851801"/>
              <a:gd name="connsiteY2" fmla="*/ 1088741 h 1120082"/>
              <a:gd name="connsiteX3" fmla="*/ 6049336 w 7851801"/>
              <a:gd name="connsiteY3" fmla="*/ 527 h 1120082"/>
              <a:gd name="connsiteX4" fmla="*/ 7851801 w 7851801"/>
              <a:gd name="connsiteY4" fmla="*/ 1061175 h 1120082"/>
              <a:gd name="connsiteX0" fmla="*/ 0 w 7851801"/>
              <a:gd name="connsiteY0" fmla="*/ 1119555 h 1119555"/>
              <a:gd name="connsiteX1" fmla="*/ 1744247 w 7851801"/>
              <a:gd name="connsiteY1" fmla="*/ 29884 h 1119555"/>
              <a:gd name="connsiteX2" fmla="*/ 4044140 w 7851801"/>
              <a:gd name="connsiteY2" fmla="*/ 1088214 h 1119555"/>
              <a:gd name="connsiteX3" fmla="*/ 6049336 w 7851801"/>
              <a:gd name="connsiteY3" fmla="*/ 0 h 1119555"/>
              <a:gd name="connsiteX4" fmla="*/ 7851801 w 7851801"/>
              <a:gd name="connsiteY4" fmla="*/ 1060648 h 1119555"/>
              <a:gd name="connsiteX0" fmla="*/ 0 w 7851801"/>
              <a:gd name="connsiteY0" fmla="*/ 1119555 h 1119555"/>
              <a:gd name="connsiteX1" fmla="*/ 1744247 w 7851801"/>
              <a:gd name="connsiteY1" fmla="*/ 29884 h 1119555"/>
              <a:gd name="connsiteX2" fmla="*/ 4044140 w 7851801"/>
              <a:gd name="connsiteY2" fmla="*/ 1088214 h 1119555"/>
              <a:gd name="connsiteX3" fmla="*/ 6049336 w 7851801"/>
              <a:gd name="connsiteY3" fmla="*/ 0 h 1119555"/>
              <a:gd name="connsiteX4" fmla="*/ 7851801 w 7851801"/>
              <a:gd name="connsiteY4" fmla="*/ 1060648 h 1119555"/>
              <a:gd name="connsiteX0" fmla="*/ 0 w 7851801"/>
              <a:gd name="connsiteY0" fmla="*/ 1119555 h 1119555"/>
              <a:gd name="connsiteX1" fmla="*/ 2349784 w 7851801"/>
              <a:gd name="connsiteY1" fmla="*/ 13981 h 1119555"/>
              <a:gd name="connsiteX2" fmla="*/ 4044140 w 7851801"/>
              <a:gd name="connsiteY2" fmla="*/ 1088214 h 1119555"/>
              <a:gd name="connsiteX3" fmla="*/ 6049336 w 7851801"/>
              <a:gd name="connsiteY3" fmla="*/ 0 h 1119555"/>
              <a:gd name="connsiteX4" fmla="*/ 7851801 w 7851801"/>
              <a:gd name="connsiteY4" fmla="*/ 1060648 h 1119555"/>
              <a:gd name="connsiteX0" fmla="*/ 0 w 7118332"/>
              <a:gd name="connsiteY0" fmla="*/ 1079799 h 1088237"/>
              <a:gd name="connsiteX1" fmla="*/ 1616315 w 7118332"/>
              <a:gd name="connsiteY1" fmla="*/ 13981 h 1088237"/>
              <a:gd name="connsiteX2" fmla="*/ 3310671 w 7118332"/>
              <a:gd name="connsiteY2" fmla="*/ 1088214 h 1088237"/>
              <a:gd name="connsiteX3" fmla="*/ 5315867 w 7118332"/>
              <a:gd name="connsiteY3" fmla="*/ 0 h 1088237"/>
              <a:gd name="connsiteX4" fmla="*/ 7118332 w 7118332"/>
              <a:gd name="connsiteY4" fmla="*/ 1060648 h 1088237"/>
              <a:gd name="connsiteX0" fmla="*/ 0 w 7118332"/>
              <a:gd name="connsiteY0" fmla="*/ 1079799 h 1088237"/>
              <a:gd name="connsiteX1" fmla="*/ 1616315 w 7118332"/>
              <a:gd name="connsiteY1" fmla="*/ 13981 h 1088237"/>
              <a:gd name="connsiteX2" fmla="*/ 3310671 w 7118332"/>
              <a:gd name="connsiteY2" fmla="*/ 1088214 h 1088237"/>
              <a:gd name="connsiteX3" fmla="*/ 5315867 w 7118332"/>
              <a:gd name="connsiteY3" fmla="*/ 0 h 1088237"/>
              <a:gd name="connsiteX4" fmla="*/ 7118332 w 7118332"/>
              <a:gd name="connsiteY4" fmla="*/ 1060648 h 1088237"/>
              <a:gd name="connsiteX0" fmla="*/ 0 w 7118332"/>
              <a:gd name="connsiteY0" fmla="*/ 1065820 h 1074258"/>
              <a:gd name="connsiteX1" fmla="*/ 1616315 w 7118332"/>
              <a:gd name="connsiteY1" fmla="*/ 2 h 1074258"/>
              <a:gd name="connsiteX2" fmla="*/ 3310671 w 7118332"/>
              <a:gd name="connsiteY2" fmla="*/ 1074235 h 1074258"/>
              <a:gd name="connsiteX3" fmla="*/ 4974720 w 7118332"/>
              <a:gd name="connsiteY3" fmla="*/ 1924 h 1074258"/>
              <a:gd name="connsiteX4" fmla="*/ 7118332 w 7118332"/>
              <a:gd name="connsiteY4" fmla="*/ 1046669 h 1074258"/>
              <a:gd name="connsiteX0" fmla="*/ 0 w 6623667"/>
              <a:gd name="connsiteY0" fmla="*/ 1065820 h 1074258"/>
              <a:gd name="connsiteX1" fmla="*/ 1616315 w 6623667"/>
              <a:gd name="connsiteY1" fmla="*/ 2 h 1074258"/>
              <a:gd name="connsiteX2" fmla="*/ 3310671 w 6623667"/>
              <a:gd name="connsiteY2" fmla="*/ 1074235 h 1074258"/>
              <a:gd name="connsiteX3" fmla="*/ 4974720 w 6623667"/>
              <a:gd name="connsiteY3" fmla="*/ 1924 h 1074258"/>
              <a:gd name="connsiteX4" fmla="*/ 6623667 w 6623667"/>
              <a:gd name="connsiteY4" fmla="*/ 1038718 h 1074258"/>
              <a:gd name="connsiteX0" fmla="*/ 0 w 6478679"/>
              <a:gd name="connsiteY0" fmla="*/ 1065820 h 1074258"/>
              <a:gd name="connsiteX1" fmla="*/ 1616315 w 6478679"/>
              <a:gd name="connsiteY1" fmla="*/ 2 h 1074258"/>
              <a:gd name="connsiteX2" fmla="*/ 3310671 w 6478679"/>
              <a:gd name="connsiteY2" fmla="*/ 1074235 h 1074258"/>
              <a:gd name="connsiteX3" fmla="*/ 4974720 w 6478679"/>
              <a:gd name="connsiteY3" fmla="*/ 1924 h 1074258"/>
              <a:gd name="connsiteX4" fmla="*/ 6478679 w 6478679"/>
              <a:gd name="connsiteY4" fmla="*/ 1070523 h 1074258"/>
              <a:gd name="connsiteX0" fmla="*/ 0 w 6700425"/>
              <a:gd name="connsiteY0" fmla="*/ 1065820 h 1074258"/>
              <a:gd name="connsiteX1" fmla="*/ 1616315 w 6700425"/>
              <a:gd name="connsiteY1" fmla="*/ 2 h 1074258"/>
              <a:gd name="connsiteX2" fmla="*/ 3310671 w 6700425"/>
              <a:gd name="connsiteY2" fmla="*/ 1074235 h 1074258"/>
              <a:gd name="connsiteX3" fmla="*/ 4974720 w 6700425"/>
              <a:gd name="connsiteY3" fmla="*/ 1924 h 1074258"/>
              <a:gd name="connsiteX4" fmla="*/ 6700425 w 6700425"/>
              <a:gd name="connsiteY4" fmla="*/ 1038717 h 1074258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22"/>
              <a:gd name="connsiteX1" fmla="*/ 1616315 w 6700425"/>
              <a:gd name="connsiteY1" fmla="*/ 61689 h 1135922"/>
              <a:gd name="connsiteX2" fmla="*/ 3310671 w 6700425"/>
              <a:gd name="connsiteY2" fmla="*/ 1135922 h 1135922"/>
              <a:gd name="connsiteX3" fmla="*/ 5034421 w 6700425"/>
              <a:gd name="connsiteY3" fmla="*/ 0 h 1135922"/>
              <a:gd name="connsiteX4" fmla="*/ 6700425 w 6700425"/>
              <a:gd name="connsiteY4" fmla="*/ 1100404 h 1135922"/>
              <a:gd name="connsiteX0" fmla="*/ 0 w 6700425"/>
              <a:gd name="connsiteY0" fmla="*/ 1127509 h 1135924"/>
              <a:gd name="connsiteX1" fmla="*/ 1616315 w 6700425"/>
              <a:gd name="connsiteY1" fmla="*/ 61691 h 1135924"/>
              <a:gd name="connsiteX2" fmla="*/ 3310671 w 6700425"/>
              <a:gd name="connsiteY2" fmla="*/ 1135924 h 1135924"/>
              <a:gd name="connsiteX3" fmla="*/ 5034421 w 6700425"/>
              <a:gd name="connsiteY3" fmla="*/ 2 h 1135924"/>
              <a:gd name="connsiteX4" fmla="*/ 6700425 w 6700425"/>
              <a:gd name="connsiteY4" fmla="*/ 1100406 h 1135924"/>
              <a:gd name="connsiteX0" fmla="*/ 0 w 6700425"/>
              <a:gd name="connsiteY0" fmla="*/ 1127509 h 1135924"/>
              <a:gd name="connsiteX1" fmla="*/ 1616315 w 6700425"/>
              <a:gd name="connsiteY1" fmla="*/ 61691 h 1135924"/>
              <a:gd name="connsiteX2" fmla="*/ 3310671 w 6700425"/>
              <a:gd name="connsiteY2" fmla="*/ 1135924 h 1135924"/>
              <a:gd name="connsiteX3" fmla="*/ 5034421 w 6700425"/>
              <a:gd name="connsiteY3" fmla="*/ 2 h 1135924"/>
              <a:gd name="connsiteX4" fmla="*/ 6700425 w 6700425"/>
              <a:gd name="connsiteY4" fmla="*/ 1100406 h 1135924"/>
              <a:gd name="connsiteX0" fmla="*/ 0 w 6700425"/>
              <a:gd name="connsiteY0" fmla="*/ 1127509 h 1135924"/>
              <a:gd name="connsiteX1" fmla="*/ 1616315 w 6700425"/>
              <a:gd name="connsiteY1" fmla="*/ 61691 h 1135924"/>
              <a:gd name="connsiteX2" fmla="*/ 3310671 w 6700425"/>
              <a:gd name="connsiteY2" fmla="*/ 1135924 h 1135924"/>
              <a:gd name="connsiteX3" fmla="*/ 5034421 w 6700425"/>
              <a:gd name="connsiteY3" fmla="*/ 2 h 1135924"/>
              <a:gd name="connsiteX4" fmla="*/ 6700425 w 6700425"/>
              <a:gd name="connsiteY4" fmla="*/ 1072905 h 1135924"/>
              <a:gd name="connsiteX0" fmla="*/ 0 w 6715173"/>
              <a:gd name="connsiteY0" fmla="*/ 1127509 h 1135924"/>
              <a:gd name="connsiteX1" fmla="*/ 1616315 w 6715173"/>
              <a:gd name="connsiteY1" fmla="*/ 61691 h 1135924"/>
              <a:gd name="connsiteX2" fmla="*/ 3310671 w 6715173"/>
              <a:gd name="connsiteY2" fmla="*/ 1135924 h 1135924"/>
              <a:gd name="connsiteX3" fmla="*/ 5034421 w 6715173"/>
              <a:gd name="connsiteY3" fmla="*/ 2 h 1135924"/>
              <a:gd name="connsiteX4" fmla="*/ 6715173 w 6715173"/>
              <a:gd name="connsiteY4" fmla="*/ 1059155 h 1135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5173" h="1135924">
                <a:moveTo>
                  <a:pt x="0" y="1127509"/>
                </a:moveTo>
                <a:cubicBezTo>
                  <a:pt x="507007" y="1133134"/>
                  <a:pt x="1064537" y="60289"/>
                  <a:pt x="1616315" y="61691"/>
                </a:cubicBezTo>
                <a:cubicBezTo>
                  <a:pt x="2168093" y="63093"/>
                  <a:pt x="2778719" y="1127987"/>
                  <a:pt x="3310671" y="1135924"/>
                </a:cubicBezTo>
                <a:cubicBezTo>
                  <a:pt x="3866607" y="1117437"/>
                  <a:pt x="4488155" y="10816"/>
                  <a:pt x="5034421" y="2"/>
                </a:cubicBezTo>
                <a:cubicBezTo>
                  <a:pt x="5562285" y="-1785"/>
                  <a:pt x="6713956" y="1071307"/>
                  <a:pt x="6715173" y="1059155"/>
                </a:cubicBezTo>
              </a:path>
            </a:pathLst>
          </a:cu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38" name="TextBox 6"/>
          <p:cNvSpPr txBox="1">
            <a:spLocks noChangeArrowheads="1"/>
          </p:cNvSpPr>
          <p:nvPr/>
        </p:nvSpPr>
        <p:spPr bwMode="auto">
          <a:xfrm>
            <a:off x="616999" y="2778003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软件漏洞概述</a:t>
            </a:r>
          </a:p>
        </p:txBody>
      </p:sp>
      <p:sp>
        <p:nvSpPr>
          <p:cNvPr id="39" name="TextBox 6"/>
          <p:cNvSpPr txBox="1">
            <a:spLocks noChangeArrowheads="1"/>
          </p:cNvSpPr>
          <p:nvPr/>
        </p:nvSpPr>
        <p:spPr bwMode="auto">
          <a:xfrm>
            <a:off x="2732430" y="3808171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溢出原理</a:t>
            </a:r>
          </a:p>
        </p:txBody>
      </p:sp>
      <p:sp>
        <p:nvSpPr>
          <p:cNvPr id="40" name="TextBox 6"/>
          <p:cNvSpPr txBox="1">
            <a:spLocks noChangeArrowheads="1"/>
          </p:cNvSpPr>
          <p:nvPr/>
        </p:nvSpPr>
        <p:spPr bwMode="auto">
          <a:xfrm>
            <a:off x="4864335" y="2719267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栈溢出漏洞</a:t>
            </a:r>
          </a:p>
        </p:txBody>
      </p:sp>
      <p:sp>
        <p:nvSpPr>
          <p:cNvPr id="42" name="TextBox 40"/>
          <p:cNvSpPr txBox="1">
            <a:spLocks noChangeArrowheads="1"/>
          </p:cNvSpPr>
          <p:nvPr/>
        </p:nvSpPr>
        <p:spPr bwMode="auto">
          <a:xfrm>
            <a:off x="9355691" y="2686329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防范措施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1325688" y="3604190"/>
            <a:ext cx="1181594" cy="1181594"/>
            <a:chOff x="1325688" y="3604190"/>
            <a:chExt cx="1181594" cy="1181594"/>
          </a:xfrm>
        </p:grpSpPr>
        <p:sp>
          <p:nvSpPr>
            <p:cNvPr id="44" name="圆角矩形 43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1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3350841" y="2193014"/>
            <a:ext cx="1181594" cy="1181594"/>
            <a:chOff x="1325688" y="3604190"/>
            <a:chExt cx="1181594" cy="1181594"/>
          </a:xfrm>
        </p:grpSpPr>
        <p:sp>
          <p:nvSpPr>
            <p:cNvPr id="47" name="圆角矩形 46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2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430891" y="3614231"/>
            <a:ext cx="1181594" cy="1181594"/>
            <a:chOff x="1325688" y="3604190"/>
            <a:chExt cx="1181594" cy="1181594"/>
          </a:xfrm>
        </p:grpSpPr>
        <p:sp>
          <p:nvSpPr>
            <p:cNvPr id="50" name="圆角矩形 49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3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7693254" y="2172064"/>
            <a:ext cx="1181594" cy="1181594"/>
            <a:chOff x="1325688" y="3604190"/>
            <a:chExt cx="1181594" cy="1181594"/>
          </a:xfrm>
        </p:grpSpPr>
        <p:sp>
          <p:nvSpPr>
            <p:cNvPr id="53" name="圆角矩形 52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4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952770" y="3602560"/>
            <a:ext cx="1181594" cy="1181594"/>
            <a:chOff x="1325688" y="3604190"/>
            <a:chExt cx="1181594" cy="1181594"/>
          </a:xfrm>
        </p:grpSpPr>
        <p:sp>
          <p:nvSpPr>
            <p:cNvPr id="56" name="圆角矩形 55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5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1A0FC04-23B2-23F9-640D-18BB8DCFEE18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24" name="Text Box 7">
              <a:extLst>
                <a:ext uri="{FF2B5EF4-FFF2-40B4-BE49-F238E27FC236}">
                  <a16:creationId xmlns:a16="http://schemas.microsoft.com/office/drawing/2014/main" id="{236F88BF-928C-3EC5-69CE-058D5D7CA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25" name="图片 24" descr="logo">
              <a:extLst>
                <a:ext uri="{FF2B5EF4-FFF2-40B4-BE49-F238E27FC236}">
                  <a16:creationId xmlns:a16="http://schemas.microsoft.com/office/drawing/2014/main" id="{83DB75DD-6AB9-7E74-8A75-FF578783A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sp>
        <p:nvSpPr>
          <p:cNvPr id="2" name="TextBox 40">
            <a:extLst>
              <a:ext uri="{FF2B5EF4-FFF2-40B4-BE49-F238E27FC236}">
                <a16:creationId xmlns:a16="http://schemas.microsoft.com/office/drawing/2014/main" id="{685F24E7-A262-5E75-5782-407C39AC5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7749" y="3840102"/>
            <a:ext cx="26241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字符串格式化漏洞</a:t>
            </a:r>
          </a:p>
        </p:txBody>
      </p:sp>
    </p:spTree>
    <p:extLst>
      <p:ext uri="{BB962C8B-B14F-4D97-AF65-F5344CB8AC3E}">
        <p14:creationId xmlns:p14="http://schemas.microsoft.com/office/powerpoint/2010/main" val="13799472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7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7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39" grpId="0"/>
      <p:bldP spid="40" grpId="0"/>
      <p:bldP spid="42" grpId="0"/>
      <p:bldP spid="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>
            <a:extLst>
              <a:ext uri="{FF2B5EF4-FFF2-40B4-BE49-F238E27FC236}">
                <a16:creationId xmlns:a16="http://schemas.microsoft.com/office/drawing/2014/main" id="{CC2E7C08-38C4-5DEA-FBFB-2CFD169C7947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BD4A8A63-BCC8-FA99-786D-89AF15EEF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92" name="图片 91" descr="logo">
              <a:extLst>
                <a:ext uri="{FF2B5EF4-FFF2-40B4-BE49-F238E27FC236}">
                  <a16:creationId xmlns:a16="http://schemas.microsoft.com/office/drawing/2014/main" id="{DDCC0254-D446-AC92-0698-EC3A511DE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3D9BF3AC-CF55-C4D0-8D9E-F26B80FE3A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5964129"/>
              </p:ext>
            </p:extLst>
          </p:nvPr>
        </p:nvGraphicFramePr>
        <p:xfrm>
          <a:off x="2600504" y="1097132"/>
          <a:ext cx="7628804" cy="2331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6E48FCFC-694C-C597-8303-38B7B51DBB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3783" y="3531497"/>
            <a:ext cx="8145873" cy="308368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5DB6AF6-B6A3-08B8-4E03-56DA0F522F52}"/>
              </a:ext>
            </a:extLst>
          </p:cNvPr>
          <p:cNvSpPr/>
          <p:nvPr/>
        </p:nvSpPr>
        <p:spPr>
          <a:xfrm>
            <a:off x="2173783" y="6235337"/>
            <a:ext cx="8145873" cy="37984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237B8F-194E-9A23-7C48-941FE38D491A}"/>
              </a:ext>
            </a:extLst>
          </p:cNvPr>
          <p:cNvSpPr/>
          <p:nvPr/>
        </p:nvSpPr>
        <p:spPr>
          <a:xfrm>
            <a:off x="2173783" y="5321147"/>
            <a:ext cx="8145873" cy="4397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B2D1C59C-A802-DA50-B7BA-5B0ABC6C1D76}"/>
              </a:ext>
            </a:extLst>
          </p:cNvPr>
          <p:cNvSpPr/>
          <p:nvPr/>
        </p:nvSpPr>
        <p:spPr>
          <a:xfrm>
            <a:off x="363556" y="4494882"/>
            <a:ext cx="1718631" cy="661012"/>
          </a:xfrm>
          <a:prstGeom prst="wedgeRectCallout">
            <a:avLst>
              <a:gd name="adj1" fmla="val 52244"/>
              <a:gd name="adj2" fmla="val 9083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读取内存</a:t>
            </a:r>
          </a:p>
        </p:txBody>
      </p:sp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05031688-88BF-6400-19AA-4E95306D05BC}"/>
              </a:ext>
            </a:extLst>
          </p:cNvPr>
          <p:cNvSpPr/>
          <p:nvPr/>
        </p:nvSpPr>
        <p:spPr>
          <a:xfrm>
            <a:off x="10319656" y="4478428"/>
            <a:ext cx="1718631" cy="661012"/>
          </a:xfrm>
          <a:prstGeom prst="wedgeRectCallout">
            <a:avLst>
              <a:gd name="adj1" fmla="val -51602"/>
              <a:gd name="adj2" fmla="val 22916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写入内存</a:t>
            </a:r>
          </a:p>
        </p:txBody>
      </p:sp>
    </p:spTree>
    <p:extLst>
      <p:ext uri="{BB962C8B-B14F-4D97-AF65-F5344CB8AC3E}">
        <p14:creationId xmlns:p14="http://schemas.microsoft.com/office/powerpoint/2010/main" val="388606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>
            <a:extLst>
              <a:ext uri="{FF2B5EF4-FFF2-40B4-BE49-F238E27FC236}">
                <a16:creationId xmlns:a16="http://schemas.microsoft.com/office/drawing/2014/main" id="{CC2E7C08-38C4-5DEA-FBFB-2CFD169C7947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BD4A8A63-BCC8-FA99-786D-89AF15EEF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92" name="图片 91" descr="logo">
              <a:extLst>
                <a:ext uri="{FF2B5EF4-FFF2-40B4-BE49-F238E27FC236}">
                  <a16:creationId xmlns:a16="http://schemas.microsoft.com/office/drawing/2014/main" id="{DDCC0254-D446-AC92-0698-EC3A511DE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90B5C10-8545-56E0-5557-1B6F20E8B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064" y="2130928"/>
            <a:ext cx="4812170" cy="28503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0DB549A-A153-120F-7F01-D3EED4420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5942" y="3258106"/>
            <a:ext cx="4238789" cy="1776029"/>
          </a:xfrm>
          <a:prstGeom prst="rect">
            <a:avLst/>
          </a:prstGeom>
        </p:spPr>
      </p:pic>
      <p:sp>
        <p:nvSpPr>
          <p:cNvPr id="6" name="箭头: 右 5">
            <a:extLst>
              <a:ext uri="{FF2B5EF4-FFF2-40B4-BE49-F238E27FC236}">
                <a16:creationId xmlns:a16="http://schemas.microsoft.com/office/drawing/2014/main" id="{B0681BBE-A452-85F3-F7F5-A9E10AAFF9C8}"/>
              </a:ext>
            </a:extLst>
          </p:cNvPr>
          <p:cNvSpPr/>
          <p:nvPr/>
        </p:nvSpPr>
        <p:spPr>
          <a:xfrm>
            <a:off x="4746171" y="3178629"/>
            <a:ext cx="1907177" cy="10439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字符变量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格式化输出数字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06D387B5-139D-7CD0-0026-FB98C5FAFB60}"/>
              </a:ext>
            </a:extLst>
          </p:cNvPr>
          <p:cNvSpPr/>
          <p:nvPr/>
        </p:nvSpPr>
        <p:spPr>
          <a:xfrm>
            <a:off x="4772296" y="3825194"/>
            <a:ext cx="1907177" cy="10439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整数变量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格式化输出字符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AF83B9-D025-4775-C57B-B9C493B124A5}"/>
              </a:ext>
            </a:extLst>
          </p:cNvPr>
          <p:cNvSpPr/>
          <p:nvPr/>
        </p:nvSpPr>
        <p:spPr>
          <a:xfrm>
            <a:off x="4317725" y="1196296"/>
            <a:ext cx="5216434" cy="9988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变量在内存中保存为二进制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格式化输出表示以什么方式解读二进制</a:t>
            </a:r>
          </a:p>
        </p:txBody>
      </p:sp>
    </p:spTree>
    <p:extLst>
      <p:ext uri="{BB962C8B-B14F-4D97-AF65-F5344CB8AC3E}">
        <p14:creationId xmlns:p14="http://schemas.microsoft.com/office/powerpoint/2010/main" val="3501843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FC4FDCF-E546-1D1B-9F4D-6DB5D1E4B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284" y="2400293"/>
            <a:ext cx="7540946" cy="41257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BD48CAF-F0F8-4521-0540-9755B2DFA820}"/>
              </a:ext>
            </a:extLst>
          </p:cNvPr>
          <p:cNvSpPr/>
          <p:nvPr/>
        </p:nvSpPr>
        <p:spPr>
          <a:xfrm>
            <a:off x="4493220" y="1524000"/>
            <a:ext cx="3607075" cy="6362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格式化输出标准格式</a:t>
            </a: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4519A534-B692-E74A-AF78-DBB2938C53BA}"/>
              </a:ext>
            </a:extLst>
          </p:cNvPr>
          <p:cNvSpPr/>
          <p:nvPr/>
        </p:nvSpPr>
        <p:spPr>
          <a:xfrm>
            <a:off x="392684" y="3816517"/>
            <a:ext cx="1881052" cy="1292141"/>
          </a:xfrm>
          <a:prstGeom prst="wedgeRectCallout">
            <a:avLst>
              <a:gd name="adj1" fmla="val 108797"/>
              <a:gd name="adj2" fmla="val -12843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n$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，表示输出第几个参数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非标准，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CTF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题中出现理解即可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DEEBADC-D0A7-1F64-ED0E-96EF59E9D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67" y="5334000"/>
            <a:ext cx="5447322" cy="596537"/>
          </a:xfrm>
          <a:prstGeom prst="rect">
            <a:avLst/>
          </a:prstGeom>
        </p:spPr>
      </p:pic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D3B41A9D-0874-6FA2-ABF9-536FF42C2F19}"/>
              </a:ext>
            </a:extLst>
          </p:cNvPr>
          <p:cNvSpPr/>
          <p:nvPr/>
        </p:nvSpPr>
        <p:spPr>
          <a:xfrm>
            <a:off x="2704626" y="3816517"/>
            <a:ext cx="1881052" cy="596538"/>
          </a:xfrm>
          <a:prstGeom prst="wedgeRectCallout">
            <a:avLst>
              <a:gd name="adj1" fmla="val 47686"/>
              <a:gd name="adj2" fmla="val -21467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左右对齐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表示左对齐</a:t>
            </a:r>
          </a:p>
        </p:txBody>
      </p:sp>
      <p:sp>
        <p:nvSpPr>
          <p:cNvPr id="8" name="对话气泡: 矩形 7">
            <a:extLst>
              <a:ext uri="{FF2B5EF4-FFF2-40B4-BE49-F238E27FC236}">
                <a16:creationId xmlns:a16="http://schemas.microsoft.com/office/drawing/2014/main" id="{2F9361A8-2AF2-8245-6D61-FEEA64424C3B}"/>
              </a:ext>
            </a:extLst>
          </p:cNvPr>
          <p:cNvSpPr/>
          <p:nvPr/>
        </p:nvSpPr>
        <p:spPr>
          <a:xfrm>
            <a:off x="5016568" y="3816517"/>
            <a:ext cx="1881052" cy="412576"/>
          </a:xfrm>
          <a:prstGeom prst="wedgeRectCallout">
            <a:avLst>
              <a:gd name="adj1" fmla="val 1390"/>
              <a:gd name="adj2" fmla="val -27856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显示宽度</a:t>
            </a:r>
          </a:p>
        </p:txBody>
      </p:sp>
      <p:sp>
        <p:nvSpPr>
          <p:cNvPr id="9" name="对话气泡: 矩形 8">
            <a:extLst>
              <a:ext uri="{FF2B5EF4-FFF2-40B4-BE49-F238E27FC236}">
                <a16:creationId xmlns:a16="http://schemas.microsoft.com/office/drawing/2014/main" id="{B9E69524-9E8D-500C-80D0-E9B0C6B25A1E}"/>
              </a:ext>
            </a:extLst>
          </p:cNvPr>
          <p:cNvSpPr/>
          <p:nvPr/>
        </p:nvSpPr>
        <p:spPr>
          <a:xfrm>
            <a:off x="7328510" y="3803456"/>
            <a:ext cx="1881052" cy="412576"/>
          </a:xfrm>
          <a:prstGeom prst="wedgeRectCallout">
            <a:avLst>
              <a:gd name="adj1" fmla="val -24999"/>
              <a:gd name="adj2" fmla="val -28489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精度小数点位数</a:t>
            </a:r>
          </a:p>
        </p:txBody>
      </p:sp>
      <p:sp>
        <p:nvSpPr>
          <p:cNvPr id="10" name="对话气泡: 矩形 9">
            <a:extLst>
              <a:ext uri="{FF2B5EF4-FFF2-40B4-BE49-F238E27FC236}">
                <a16:creationId xmlns:a16="http://schemas.microsoft.com/office/drawing/2014/main" id="{3997B0A8-BF86-9581-C8DF-8B3791BC2F47}"/>
              </a:ext>
            </a:extLst>
          </p:cNvPr>
          <p:cNvSpPr/>
          <p:nvPr/>
        </p:nvSpPr>
        <p:spPr>
          <a:xfrm>
            <a:off x="9640452" y="3803455"/>
            <a:ext cx="1881052" cy="1530545"/>
          </a:xfrm>
          <a:prstGeom prst="wedgeRectCallout">
            <a:avLst>
              <a:gd name="adj1" fmla="val -41203"/>
              <a:gd name="adj2" fmla="val -11355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%d——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%c——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%f——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浮点数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%s——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</a:p>
        </p:txBody>
      </p:sp>
    </p:spTree>
    <p:extLst>
      <p:ext uri="{BB962C8B-B14F-4D97-AF65-F5344CB8AC3E}">
        <p14:creationId xmlns:p14="http://schemas.microsoft.com/office/powerpoint/2010/main" val="224928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>
            <a:extLst>
              <a:ext uri="{FF2B5EF4-FFF2-40B4-BE49-F238E27FC236}">
                <a16:creationId xmlns:a16="http://schemas.microsoft.com/office/drawing/2014/main" id="{CC2E7C08-38C4-5DEA-FBFB-2CFD169C7947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BD4A8A63-BCC8-FA99-786D-89AF15EEF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92" name="图片 91" descr="logo">
              <a:extLst>
                <a:ext uri="{FF2B5EF4-FFF2-40B4-BE49-F238E27FC236}">
                  <a16:creationId xmlns:a16="http://schemas.microsoft.com/office/drawing/2014/main" id="{DDCC0254-D446-AC92-0698-EC3A511DE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pic>
        <p:nvPicPr>
          <p:cNvPr id="1026" name="Picture 2" descr="在这里插入图片描述">
            <a:extLst>
              <a:ext uri="{FF2B5EF4-FFF2-40B4-BE49-F238E27FC236}">
                <a16:creationId xmlns:a16="http://schemas.microsoft.com/office/drawing/2014/main" id="{1D450C05-F82C-05DF-BF9E-377A506E6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0098"/>
            <a:ext cx="8094481" cy="2805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在这里插入图片描述">
            <a:extLst>
              <a:ext uri="{FF2B5EF4-FFF2-40B4-BE49-F238E27FC236}">
                <a16:creationId xmlns:a16="http://schemas.microsoft.com/office/drawing/2014/main" id="{59E35F92-7FCA-F58D-1BE3-D47A97618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6570" y="3481425"/>
            <a:ext cx="7799617" cy="275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5286F210-F435-B3CF-08CA-7AF78B329A3B}"/>
              </a:ext>
            </a:extLst>
          </p:cNvPr>
          <p:cNvSpPr/>
          <p:nvPr/>
        </p:nvSpPr>
        <p:spPr>
          <a:xfrm>
            <a:off x="622661" y="4616235"/>
            <a:ext cx="2782390" cy="765662"/>
          </a:xfrm>
          <a:prstGeom prst="wedgeRectCallout">
            <a:avLst>
              <a:gd name="adj1" fmla="val 34429"/>
              <a:gd name="adj2" fmla="val -18317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%d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占位符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个参数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解析为整数</a:t>
            </a:r>
          </a:p>
        </p:txBody>
      </p:sp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BBE94431-1C85-9219-597B-29CF3E6F6DA9}"/>
              </a:ext>
            </a:extLst>
          </p:cNvPr>
          <p:cNvSpPr/>
          <p:nvPr/>
        </p:nvSpPr>
        <p:spPr>
          <a:xfrm>
            <a:off x="8769529" y="2610913"/>
            <a:ext cx="2782390" cy="765662"/>
          </a:xfrm>
          <a:prstGeom prst="wedgeRectCallout">
            <a:avLst>
              <a:gd name="adj1" fmla="val -100156"/>
              <a:gd name="adj2" fmla="val 3343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函数没有第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个参数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会显示奇怪数字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6747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>
            <a:extLst>
              <a:ext uri="{FF2B5EF4-FFF2-40B4-BE49-F238E27FC236}">
                <a16:creationId xmlns:a16="http://schemas.microsoft.com/office/drawing/2014/main" id="{CC2E7C08-38C4-5DEA-FBFB-2CFD169C7947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BD4A8A63-BCC8-FA99-786D-89AF15EEF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92" name="图片 91" descr="logo">
              <a:extLst>
                <a:ext uri="{FF2B5EF4-FFF2-40B4-BE49-F238E27FC236}">
                  <a16:creationId xmlns:a16="http://schemas.microsoft.com/office/drawing/2014/main" id="{DDCC0254-D446-AC92-0698-EC3A511DE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497AB668-7457-3CBC-209F-870A542C58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1208339"/>
              </p:ext>
            </p:extLst>
          </p:nvPr>
        </p:nvGraphicFramePr>
        <p:xfrm>
          <a:off x="344109" y="2866978"/>
          <a:ext cx="5177125" cy="2331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50" name="Picture 2" descr="在这里插入图片描述">
            <a:extLst>
              <a:ext uri="{FF2B5EF4-FFF2-40B4-BE49-F238E27FC236}">
                <a16:creationId xmlns:a16="http://schemas.microsoft.com/office/drawing/2014/main" id="{2047E5B0-8500-D350-AE6D-B14FE845D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992" y="1546887"/>
            <a:ext cx="6372769" cy="441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773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>
            <a:extLst>
              <a:ext uri="{FF2B5EF4-FFF2-40B4-BE49-F238E27FC236}">
                <a16:creationId xmlns:a16="http://schemas.microsoft.com/office/drawing/2014/main" id="{CC2E7C08-38C4-5DEA-FBFB-2CFD169C7947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BD4A8A63-BCC8-FA99-786D-89AF15EEF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92" name="图片 91" descr="logo">
              <a:extLst>
                <a:ext uri="{FF2B5EF4-FFF2-40B4-BE49-F238E27FC236}">
                  <a16:creationId xmlns:a16="http://schemas.microsoft.com/office/drawing/2014/main" id="{DDCC0254-D446-AC92-0698-EC3A511DE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27C23DBD-A5C4-8CD8-7D15-6FBE55F384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7734453"/>
              </p:ext>
            </p:extLst>
          </p:nvPr>
        </p:nvGraphicFramePr>
        <p:xfrm>
          <a:off x="344109" y="2866978"/>
          <a:ext cx="5177125" cy="2331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074" name="Picture 2" descr="在这里插入图片描述">
            <a:extLst>
              <a:ext uri="{FF2B5EF4-FFF2-40B4-BE49-F238E27FC236}">
                <a16:creationId xmlns:a16="http://schemas.microsoft.com/office/drawing/2014/main" id="{D851F6E1-EB43-4645-51C1-36920E13C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266" y="1249851"/>
            <a:ext cx="6844114" cy="4632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022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438A7D0-BE64-975D-D3DF-2B7FFB672460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4" name="Text Box 7">
              <a:extLst>
                <a:ext uri="{FF2B5EF4-FFF2-40B4-BE49-F238E27FC236}">
                  <a16:creationId xmlns:a16="http://schemas.microsoft.com/office/drawing/2014/main" id="{904623C0-CB48-F8D6-D142-23DD9A23E6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5" name="图片 4" descr="logo">
              <a:extLst>
                <a:ext uri="{FF2B5EF4-FFF2-40B4-BE49-F238E27FC236}">
                  <a16:creationId xmlns:a16="http://schemas.microsoft.com/office/drawing/2014/main" id="{1E95A269-F6F5-F371-1049-D9E775A3F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EEF4BCE4-B48B-39FF-69ED-72EF1F4BEB7E}"/>
              </a:ext>
            </a:extLst>
          </p:cNvPr>
          <p:cNvSpPr/>
          <p:nvPr/>
        </p:nvSpPr>
        <p:spPr>
          <a:xfrm>
            <a:off x="3988525" y="1083052"/>
            <a:ext cx="4214949" cy="7425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字符串格式化漏洞</a:t>
            </a:r>
          </a:p>
        </p:txBody>
      </p:sp>
      <p:graphicFrame>
        <p:nvGraphicFramePr>
          <p:cNvPr id="6" name="图示 5">
            <a:extLst>
              <a:ext uri="{FF2B5EF4-FFF2-40B4-BE49-F238E27FC236}">
                <a16:creationId xmlns:a16="http://schemas.microsoft.com/office/drawing/2014/main" id="{76222B4C-DA58-3BA9-E236-A94CB853A9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5317995"/>
              </p:ext>
            </p:extLst>
          </p:nvPr>
        </p:nvGraphicFramePr>
        <p:xfrm>
          <a:off x="587949" y="3110817"/>
          <a:ext cx="6004438" cy="2331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4E0BD847-F50B-F09E-C44A-41D5823DA0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46500" y="1969790"/>
            <a:ext cx="4607992" cy="2282054"/>
          </a:xfrm>
          <a:prstGeom prst="rect">
            <a:avLst/>
          </a:prstGeom>
        </p:spPr>
      </p:pic>
      <p:sp>
        <p:nvSpPr>
          <p:cNvPr id="9" name="箭头: 右弧形 8">
            <a:extLst>
              <a:ext uri="{FF2B5EF4-FFF2-40B4-BE49-F238E27FC236}">
                <a16:creationId xmlns:a16="http://schemas.microsoft.com/office/drawing/2014/main" id="{0794B33D-B08C-EF99-922F-C609562BC720}"/>
              </a:ext>
            </a:extLst>
          </p:cNvPr>
          <p:cNvSpPr/>
          <p:nvPr/>
        </p:nvSpPr>
        <p:spPr>
          <a:xfrm>
            <a:off x="9048206" y="3230879"/>
            <a:ext cx="714103" cy="423999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A19BF8-6E2C-7C9F-6A90-8E1776A0A997}"/>
              </a:ext>
            </a:extLst>
          </p:cNvPr>
          <p:cNvSpPr txBox="1"/>
          <p:nvPr/>
        </p:nvSpPr>
        <p:spPr>
          <a:xfrm>
            <a:off x="9910354" y="3110817"/>
            <a:ext cx="175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输入直接输出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8204696-3323-274F-20FE-55A1BDA2B7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6500" y="4375348"/>
            <a:ext cx="2496674" cy="125909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2DE6B8E-0428-D49C-FED8-39BF77F06E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8703" y="4458412"/>
            <a:ext cx="3662212" cy="117603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D0F656E-39B7-EDD5-158D-315BD8049930}"/>
              </a:ext>
            </a:extLst>
          </p:cNvPr>
          <p:cNvSpPr txBox="1"/>
          <p:nvPr/>
        </p:nvSpPr>
        <p:spPr>
          <a:xfrm>
            <a:off x="5874692" y="5634446"/>
            <a:ext cx="2263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输入不带格式字符串，程序正常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7466A0D-1CFE-5D15-EB3C-CD28E6A40666}"/>
              </a:ext>
            </a:extLst>
          </p:cNvPr>
          <p:cNvSpPr txBox="1"/>
          <p:nvPr/>
        </p:nvSpPr>
        <p:spPr>
          <a:xfrm>
            <a:off x="9222649" y="5634446"/>
            <a:ext cx="2263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输入带格式字符串，程序显示栈内容</a:t>
            </a:r>
          </a:p>
        </p:txBody>
      </p:sp>
    </p:spTree>
    <p:extLst>
      <p:ext uri="{BB962C8B-B14F-4D97-AF65-F5344CB8AC3E}">
        <p14:creationId xmlns:p14="http://schemas.microsoft.com/office/powerpoint/2010/main" val="326412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>
            <a:extLst>
              <a:ext uri="{FF2B5EF4-FFF2-40B4-BE49-F238E27FC236}">
                <a16:creationId xmlns:a16="http://schemas.microsoft.com/office/drawing/2014/main" id="{CC2E7C08-38C4-5DEA-FBFB-2CFD169C7947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BD4A8A63-BCC8-FA99-786D-89AF15EEF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92" name="图片 91" descr="logo">
              <a:extLst>
                <a:ext uri="{FF2B5EF4-FFF2-40B4-BE49-F238E27FC236}">
                  <a16:creationId xmlns:a16="http://schemas.microsoft.com/office/drawing/2014/main" id="{DDCC0254-D446-AC92-0698-EC3A511DE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A39E5466-54F2-E60D-1C19-F3DDEC4466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671594"/>
              </p:ext>
            </p:extLst>
          </p:nvPr>
        </p:nvGraphicFramePr>
        <p:xfrm>
          <a:off x="581356" y="1615439"/>
          <a:ext cx="4672028" cy="3021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E35C4B36-2860-0870-7BBE-E239CA59FF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2261" y="1162415"/>
            <a:ext cx="3405316" cy="3089459"/>
          </a:xfrm>
          <a:prstGeom prst="rect">
            <a:avLst/>
          </a:prstGeom>
        </p:spPr>
      </p:pic>
      <p:pic>
        <p:nvPicPr>
          <p:cNvPr id="4098" name="Picture 2" descr="在这里插入图片描述">
            <a:extLst>
              <a:ext uri="{FF2B5EF4-FFF2-40B4-BE49-F238E27FC236}">
                <a16:creationId xmlns:a16="http://schemas.microsoft.com/office/drawing/2014/main" id="{6A58BA3D-A1AD-AAA4-8314-AAABA1808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581" y="4637127"/>
            <a:ext cx="8094675" cy="128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9972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>
            <a:extLst>
              <a:ext uri="{FF2B5EF4-FFF2-40B4-BE49-F238E27FC236}">
                <a16:creationId xmlns:a16="http://schemas.microsoft.com/office/drawing/2014/main" id="{CC2E7C08-38C4-5DEA-FBFB-2CFD169C7947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BD4A8A63-BCC8-FA99-786D-89AF15EEF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92" name="图片 91" descr="logo">
              <a:extLst>
                <a:ext uri="{FF2B5EF4-FFF2-40B4-BE49-F238E27FC236}">
                  <a16:creationId xmlns:a16="http://schemas.microsoft.com/office/drawing/2014/main" id="{DDCC0254-D446-AC92-0698-EC3A511DE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2B18347C-6125-0269-3E5A-FEA005646F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7049352"/>
              </p:ext>
            </p:extLst>
          </p:nvPr>
        </p:nvGraphicFramePr>
        <p:xfrm>
          <a:off x="581355" y="2081349"/>
          <a:ext cx="5253399" cy="3161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AFEC1D41-2454-63F5-6E69-F1739C6182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0701" y="994635"/>
            <a:ext cx="4204053" cy="323191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4980E4F-E939-821E-0E8A-8FA7A1B1A9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6688" y="4407841"/>
            <a:ext cx="5253399" cy="170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762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>
            <a:extLst>
              <a:ext uri="{FF2B5EF4-FFF2-40B4-BE49-F238E27FC236}">
                <a16:creationId xmlns:a16="http://schemas.microsoft.com/office/drawing/2014/main" id="{CC2E7C08-38C4-5DEA-FBFB-2CFD169C7947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BD4A8A63-BCC8-FA99-786D-89AF15EEF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92" name="图片 91" descr="logo">
              <a:extLst>
                <a:ext uri="{FF2B5EF4-FFF2-40B4-BE49-F238E27FC236}">
                  <a16:creationId xmlns:a16="http://schemas.microsoft.com/office/drawing/2014/main" id="{DDCC0254-D446-AC92-0698-EC3A511DE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AEBE0D73-A73B-C92B-5F36-D9A8CF99EF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6312720"/>
              </p:ext>
            </p:extLst>
          </p:nvPr>
        </p:nvGraphicFramePr>
        <p:xfrm>
          <a:off x="344110" y="2866978"/>
          <a:ext cx="4288850" cy="2331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229F65F5-6293-7755-F013-D647C9AC6C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4751" y="1463040"/>
            <a:ext cx="7743140" cy="4359477"/>
          </a:xfrm>
          <a:prstGeom prst="rect">
            <a:avLst/>
          </a:prstGeom>
        </p:spPr>
      </p:pic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2FA44A42-D76E-BBDD-7A89-480B67EA53E5}"/>
              </a:ext>
            </a:extLst>
          </p:cNvPr>
          <p:cNvSpPr/>
          <p:nvPr/>
        </p:nvSpPr>
        <p:spPr>
          <a:xfrm>
            <a:off x="8991598" y="4947160"/>
            <a:ext cx="2782390" cy="765662"/>
          </a:xfrm>
          <a:prstGeom prst="wedgeRectCallout">
            <a:avLst>
              <a:gd name="adj1" fmla="val -111111"/>
              <a:gd name="adj2" fmla="val -2621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地址端口号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，或者下载执行</a:t>
            </a:r>
          </a:p>
        </p:txBody>
      </p:sp>
    </p:spTree>
    <p:extLst>
      <p:ext uri="{BB962C8B-B14F-4D97-AF65-F5344CB8AC3E}">
        <p14:creationId xmlns:p14="http://schemas.microsoft.com/office/powerpoint/2010/main" val="287247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>
            <a:extLst>
              <a:ext uri="{FF2B5EF4-FFF2-40B4-BE49-F238E27FC236}">
                <a16:creationId xmlns:a16="http://schemas.microsoft.com/office/drawing/2014/main" id="{CC2E7C08-38C4-5DEA-FBFB-2CFD169C7947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BD4A8A63-BCC8-FA99-786D-89AF15EEF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92" name="图片 91" descr="logo">
              <a:extLst>
                <a:ext uri="{FF2B5EF4-FFF2-40B4-BE49-F238E27FC236}">
                  <a16:creationId xmlns:a16="http://schemas.microsoft.com/office/drawing/2014/main" id="{DDCC0254-D446-AC92-0698-EC3A511DE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pic>
        <p:nvPicPr>
          <p:cNvPr id="5122" name="Picture 2" descr="在这里插入图片描述">
            <a:extLst>
              <a:ext uri="{FF2B5EF4-FFF2-40B4-BE49-F238E27FC236}">
                <a16:creationId xmlns:a16="http://schemas.microsoft.com/office/drawing/2014/main" id="{07F4F02A-8691-4E64-879E-44B86A912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346" y="2584677"/>
            <a:ext cx="9893480" cy="3105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E18092A-C121-37C2-0DD2-F040DD4A3DB7}"/>
              </a:ext>
            </a:extLst>
          </p:cNvPr>
          <p:cNvSpPr/>
          <p:nvPr/>
        </p:nvSpPr>
        <p:spPr>
          <a:xfrm>
            <a:off x="3890009" y="1419542"/>
            <a:ext cx="4586154" cy="7402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了解相互交互信息</a:t>
            </a:r>
          </a:p>
        </p:txBody>
      </p:sp>
    </p:spTree>
    <p:extLst>
      <p:ext uri="{BB962C8B-B14F-4D97-AF65-F5344CB8AC3E}">
        <p14:creationId xmlns:p14="http://schemas.microsoft.com/office/powerpoint/2010/main" val="317970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>
            <a:extLst>
              <a:ext uri="{FF2B5EF4-FFF2-40B4-BE49-F238E27FC236}">
                <a16:creationId xmlns:a16="http://schemas.microsoft.com/office/drawing/2014/main" id="{CC2E7C08-38C4-5DEA-FBFB-2CFD169C7947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BD4A8A63-BCC8-FA99-786D-89AF15EEF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92" name="图片 91" descr="logo">
              <a:extLst>
                <a:ext uri="{FF2B5EF4-FFF2-40B4-BE49-F238E27FC236}">
                  <a16:creationId xmlns:a16="http://schemas.microsoft.com/office/drawing/2014/main" id="{DDCC0254-D446-AC92-0698-EC3A511DE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75B2D606-A68C-D2BB-9146-F3E78049E2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5114"/>
              </p:ext>
            </p:extLst>
          </p:nvPr>
        </p:nvGraphicFramePr>
        <p:xfrm>
          <a:off x="344110" y="2866978"/>
          <a:ext cx="4288850" cy="2331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05D7160F-396F-47EC-1F6D-22DDC28936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9967" y="994635"/>
            <a:ext cx="5828502" cy="525435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7CAB6B0-F1D8-15D2-4111-6B2789E251C8}"/>
              </a:ext>
            </a:extLst>
          </p:cNvPr>
          <p:cNvSpPr/>
          <p:nvPr/>
        </p:nvSpPr>
        <p:spPr>
          <a:xfrm>
            <a:off x="5706737" y="4483865"/>
            <a:ext cx="2012223" cy="2423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351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>
            <a:extLst>
              <a:ext uri="{FF2B5EF4-FFF2-40B4-BE49-F238E27FC236}">
                <a16:creationId xmlns:a16="http://schemas.microsoft.com/office/drawing/2014/main" id="{CC2E7C08-38C4-5DEA-FBFB-2CFD169C7947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BD4A8A63-BCC8-FA99-786D-89AF15EEF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92" name="图片 91" descr="logo">
              <a:extLst>
                <a:ext uri="{FF2B5EF4-FFF2-40B4-BE49-F238E27FC236}">
                  <a16:creationId xmlns:a16="http://schemas.microsoft.com/office/drawing/2014/main" id="{DDCC0254-D446-AC92-0698-EC3A511DE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E72AF835-841C-0EB8-C513-0CDD4E647F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0364738"/>
              </p:ext>
            </p:extLst>
          </p:nvPr>
        </p:nvGraphicFramePr>
        <p:xfrm>
          <a:off x="344110" y="2866978"/>
          <a:ext cx="4288850" cy="2331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E1528595-E2AC-7A5F-C21C-D740AFB202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1883" y="1589486"/>
            <a:ext cx="6961511" cy="423847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4F6C362-BFED-CE78-23AF-77A6A0DAE165}"/>
              </a:ext>
            </a:extLst>
          </p:cNvPr>
          <p:cNvSpPr/>
          <p:nvPr/>
        </p:nvSpPr>
        <p:spPr>
          <a:xfrm>
            <a:off x="5059680" y="3823063"/>
            <a:ext cx="6139543" cy="13757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97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>
            <a:extLst>
              <a:ext uri="{FF2B5EF4-FFF2-40B4-BE49-F238E27FC236}">
                <a16:creationId xmlns:a16="http://schemas.microsoft.com/office/drawing/2014/main" id="{CC2E7C08-38C4-5DEA-FBFB-2CFD169C7947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BD4A8A63-BCC8-FA99-786D-89AF15EEF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92" name="图片 91" descr="logo">
              <a:extLst>
                <a:ext uri="{FF2B5EF4-FFF2-40B4-BE49-F238E27FC236}">
                  <a16:creationId xmlns:a16="http://schemas.microsoft.com/office/drawing/2014/main" id="{DDCC0254-D446-AC92-0698-EC3A511DE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C4E245C9-BA60-7033-E443-75D39CC989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5646113"/>
              </p:ext>
            </p:extLst>
          </p:nvPr>
        </p:nvGraphicFramePr>
        <p:xfrm>
          <a:off x="3106842" y="1160098"/>
          <a:ext cx="5978313" cy="2331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44C48045-4A31-9D02-38A2-A88EA3D25C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362" y="3657429"/>
            <a:ext cx="11107275" cy="233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55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>
            <a:extLst>
              <a:ext uri="{FF2B5EF4-FFF2-40B4-BE49-F238E27FC236}">
                <a16:creationId xmlns:a16="http://schemas.microsoft.com/office/drawing/2014/main" id="{CC2E7C08-38C4-5DEA-FBFB-2CFD169C7947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BD4A8A63-BCC8-FA99-786D-89AF15EEF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92" name="图片 91" descr="logo">
              <a:extLst>
                <a:ext uri="{FF2B5EF4-FFF2-40B4-BE49-F238E27FC236}">
                  <a16:creationId xmlns:a16="http://schemas.microsoft.com/office/drawing/2014/main" id="{DDCC0254-D446-AC92-0698-EC3A511DE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9195EC0A-705D-C4AE-148A-502EF086A7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2850143"/>
              </p:ext>
            </p:extLst>
          </p:nvPr>
        </p:nvGraphicFramePr>
        <p:xfrm>
          <a:off x="3385516" y="994635"/>
          <a:ext cx="5978313" cy="2331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D16CBD97-F0BB-DAE1-EA70-A8FF89D1DA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8324" y="3631119"/>
            <a:ext cx="8495352" cy="234388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BB8D068-3C37-3BFC-EE89-96F285FB2738}"/>
              </a:ext>
            </a:extLst>
          </p:cNvPr>
          <p:cNvSpPr/>
          <p:nvPr/>
        </p:nvSpPr>
        <p:spPr>
          <a:xfrm>
            <a:off x="1927952" y="4285561"/>
            <a:ext cx="4649118" cy="286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641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>
            <a:extLst>
              <a:ext uri="{FF2B5EF4-FFF2-40B4-BE49-F238E27FC236}">
                <a16:creationId xmlns:a16="http://schemas.microsoft.com/office/drawing/2014/main" id="{CC2E7C08-38C4-5DEA-FBFB-2CFD169C7947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BD4A8A63-BCC8-FA99-786D-89AF15EEF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92" name="图片 91" descr="logo">
              <a:extLst>
                <a:ext uri="{FF2B5EF4-FFF2-40B4-BE49-F238E27FC236}">
                  <a16:creationId xmlns:a16="http://schemas.microsoft.com/office/drawing/2014/main" id="{DDCC0254-D446-AC92-0698-EC3A511DE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A02F62A0-C3EA-3E0D-6C89-195CC0BC45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8727662"/>
              </p:ext>
            </p:extLst>
          </p:nvPr>
        </p:nvGraphicFramePr>
        <p:xfrm>
          <a:off x="2894541" y="1142533"/>
          <a:ext cx="6402918" cy="2331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B9276E79-445D-5210-B89F-D4A436DDFA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0680" y="3622299"/>
            <a:ext cx="6930639" cy="1683949"/>
          </a:xfrm>
          <a:prstGeom prst="rect">
            <a:avLst/>
          </a:prstGeom>
        </p:spPr>
      </p:pic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D9942B17-CA54-FA69-9B7D-7C8AC6245639}"/>
              </a:ext>
            </a:extLst>
          </p:cNvPr>
          <p:cNvSpPr/>
          <p:nvPr/>
        </p:nvSpPr>
        <p:spPr>
          <a:xfrm>
            <a:off x="1650272" y="5454146"/>
            <a:ext cx="2076997" cy="485100"/>
          </a:xfrm>
          <a:prstGeom prst="wedgeRectCallout">
            <a:avLst>
              <a:gd name="adj1" fmla="val 75448"/>
              <a:gd name="adj2" fmla="val -10007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pwnme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0CA48E22-554E-47DF-D6D2-125D7DEAD756}"/>
              </a:ext>
            </a:extLst>
          </p:cNvPr>
          <p:cNvSpPr/>
          <p:nvPr/>
        </p:nvSpPr>
        <p:spPr>
          <a:xfrm>
            <a:off x="4519746" y="5454145"/>
            <a:ext cx="2525488" cy="746357"/>
          </a:xfrm>
          <a:prstGeom prst="wedgeRectCallout">
            <a:avLst>
              <a:gd name="adj1" fmla="val 42321"/>
              <a:gd name="adj2" fmla="val -8841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填充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字节，与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pwnme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字节，共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</a:p>
        </p:txBody>
      </p:sp>
      <p:sp>
        <p:nvSpPr>
          <p:cNvPr id="7" name="对话气泡: 矩形 6">
            <a:extLst>
              <a:ext uri="{FF2B5EF4-FFF2-40B4-BE49-F238E27FC236}">
                <a16:creationId xmlns:a16="http://schemas.microsoft.com/office/drawing/2014/main" id="{ED3C0CDE-EE94-3F9C-CD4D-DFF9A16A3A92}"/>
              </a:ext>
            </a:extLst>
          </p:cNvPr>
          <p:cNvSpPr/>
          <p:nvPr/>
        </p:nvSpPr>
        <p:spPr>
          <a:xfrm>
            <a:off x="7544889" y="5472917"/>
            <a:ext cx="2076997" cy="485100"/>
          </a:xfrm>
          <a:prstGeom prst="wedgeRectCallout">
            <a:avLst>
              <a:gd name="adj1" fmla="val -23504"/>
              <a:gd name="adj2" fmla="val -10007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10$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偏移量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对话气泡: 矩形 7">
            <a:extLst>
              <a:ext uri="{FF2B5EF4-FFF2-40B4-BE49-F238E27FC236}">
                <a16:creationId xmlns:a16="http://schemas.microsoft.com/office/drawing/2014/main" id="{2C32DC3A-A3EF-C27D-4ECD-16EF516BE21E}"/>
              </a:ext>
            </a:extLst>
          </p:cNvPr>
          <p:cNvSpPr/>
          <p:nvPr/>
        </p:nvSpPr>
        <p:spPr>
          <a:xfrm>
            <a:off x="9798231" y="4821148"/>
            <a:ext cx="2076997" cy="485100"/>
          </a:xfrm>
          <a:prstGeom prst="wedgeRectCallout">
            <a:avLst>
              <a:gd name="adj1" fmla="val -90171"/>
              <a:gd name="adj2" fmla="val 45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%n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写入字节数</a:t>
            </a:r>
          </a:p>
        </p:txBody>
      </p:sp>
    </p:spTree>
    <p:extLst>
      <p:ext uri="{BB962C8B-B14F-4D97-AF65-F5344CB8AC3E}">
        <p14:creationId xmlns:p14="http://schemas.microsoft.com/office/powerpoint/2010/main" val="1810280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>
            <a:extLst>
              <a:ext uri="{FF2B5EF4-FFF2-40B4-BE49-F238E27FC236}">
                <a16:creationId xmlns:a16="http://schemas.microsoft.com/office/drawing/2014/main" id="{CC2E7C08-38C4-5DEA-FBFB-2CFD169C7947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91" name="Text Box 7">
              <a:extLst>
                <a:ext uri="{FF2B5EF4-FFF2-40B4-BE49-F238E27FC236}">
                  <a16:creationId xmlns:a16="http://schemas.microsoft.com/office/drawing/2014/main" id="{BD4A8A63-BCC8-FA99-786D-89AF15EEF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92" name="图片 91" descr="logo">
              <a:extLst>
                <a:ext uri="{FF2B5EF4-FFF2-40B4-BE49-F238E27FC236}">
                  <a16:creationId xmlns:a16="http://schemas.microsoft.com/office/drawing/2014/main" id="{DDCC0254-D446-AC92-0698-EC3A511DE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3E778D0-B859-0447-2797-DA06089B7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72" y="2298194"/>
            <a:ext cx="5772243" cy="318992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2AFECAD-ED49-FED0-B9F8-DEF4E393B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785" y="1190827"/>
            <a:ext cx="5308146" cy="27023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12AEEAF-47BA-9CE3-EA54-783DBD57C7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9193" y="4270635"/>
            <a:ext cx="4483330" cy="153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9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 36"/>
          <p:cNvSpPr/>
          <p:nvPr/>
        </p:nvSpPr>
        <p:spPr>
          <a:xfrm>
            <a:off x="1906804" y="2787202"/>
            <a:ext cx="8347401" cy="1514565"/>
          </a:xfrm>
          <a:custGeom>
            <a:avLst/>
            <a:gdLst>
              <a:gd name="connsiteX0" fmla="*/ 0 w 5689600"/>
              <a:gd name="connsiteY0" fmla="*/ 1079512 h 1079512"/>
              <a:gd name="connsiteX1" fmla="*/ 1917700 w 5689600"/>
              <a:gd name="connsiteY1" fmla="*/ 12 h 1079512"/>
              <a:gd name="connsiteX2" fmla="*/ 3810000 w 5689600"/>
              <a:gd name="connsiteY2" fmla="*/ 1054112 h 1079512"/>
              <a:gd name="connsiteX3" fmla="*/ 5689600 w 5689600"/>
              <a:gd name="connsiteY3" fmla="*/ 12712 h 1079512"/>
              <a:gd name="connsiteX0" fmla="*/ 0 w 7762075"/>
              <a:gd name="connsiteY0" fmla="*/ 1079512 h 1079512"/>
              <a:gd name="connsiteX1" fmla="*/ 1917700 w 7762075"/>
              <a:gd name="connsiteY1" fmla="*/ 12 h 1079512"/>
              <a:gd name="connsiteX2" fmla="*/ 3810000 w 7762075"/>
              <a:gd name="connsiteY2" fmla="*/ 1054112 h 1079512"/>
              <a:gd name="connsiteX3" fmla="*/ 7762075 w 7762075"/>
              <a:gd name="connsiteY3" fmla="*/ 887355 h 1079512"/>
              <a:gd name="connsiteX0" fmla="*/ 0 w 7762075"/>
              <a:gd name="connsiteY0" fmla="*/ 1258016 h 1258016"/>
              <a:gd name="connsiteX1" fmla="*/ 1917700 w 7762075"/>
              <a:gd name="connsiteY1" fmla="*/ 178516 h 1258016"/>
              <a:gd name="connsiteX2" fmla="*/ 3810000 w 7762075"/>
              <a:gd name="connsiteY2" fmla="*/ 1232616 h 1258016"/>
              <a:gd name="connsiteX3" fmla="*/ 6120167 w 7762075"/>
              <a:gd name="connsiteY3" fmla="*/ 511 h 1258016"/>
              <a:gd name="connsiteX4" fmla="*/ 7762075 w 7762075"/>
              <a:gd name="connsiteY4" fmla="*/ 1065859 h 1258016"/>
              <a:gd name="connsiteX0" fmla="*/ 0 w 7872948"/>
              <a:gd name="connsiteY0" fmla="*/ 1257930 h 1296609"/>
              <a:gd name="connsiteX1" fmla="*/ 1917700 w 7872948"/>
              <a:gd name="connsiteY1" fmla="*/ 178430 h 1296609"/>
              <a:gd name="connsiteX2" fmla="*/ 3810000 w 7872948"/>
              <a:gd name="connsiteY2" fmla="*/ 1232530 h 1296609"/>
              <a:gd name="connsiteX3" fmla="*/ 6120167 w 7872948"/>
              <a:gd name="connsiteY3" fmla="*/ 425 h 1296609"/>
              <a:gd name="connsiteX4" fmla="*/ 7872948 w 7872948"/>
              <a:gd name="connsiteY4" fmla="*/ 1296361 h 1296609"/>
              <a:gd name="connsiteX0" fmla="*/ 0 w 7872948"/>
              <a:gd name="connsiteY0" fmla="*/ 1257930 h 1296609"/>
              <a:gd name="connsiteX1" fmla="*/ 1650430 w 7872948"/>
              <a:gd name="connsiteY1" fmla="*/ 263677 h 1296609"/>
              <a:gd name="connsiteX2" fmla="*/ 3810000 w 7872948"/>
              <a:gd name="connsiteY2" fmla="*/ 1232530 h 1296609"/>
              <a:gd name="connsiteX3" fmla="*/ 6120167 w 7872948"/>
              <a:gd name="connsiteY3" fmla="*/ 425 h 1296609"/>
              <a:gd name="connsiteX4" fmla="*/ 7872948 w 7872948"/>
              <a:gd name="connsiteY4" fmla="*/ 1296361 h 1296609"/>
              <a:gd name="connsiteX0" fmla="*/ 0 w 7872948"/>
              <a:gd name="connsiteY0" fmla="*/ 1257930 h 1296609"/>
              <a:gd name="connsiteX1" fmla="*/ 1650430 w 7872948"/>
              <a:gd name="connsiteY1" fmla="*/ 263677 h 1296609"/>
              <a:gd name="connsiteX2" fmla="*/ 3430071 w 7872948"/>
              <a:gd name="connsiteY2" fmla="*/ 1226591 h 1296609"/>
              <a:gd name="connsiteX3" fmla="*/ 6120167 w 7872948"/>
              <a:gd name="connsiteY3" fmla="*/ 425 h 1296609"/>
              <a:gd name="connsiteX4" fmla="*/ 7872948 w 7872948"/>
              <a:gd name="connsiteY4" fmla="*/ 1296361 h 1296609"/>
              <a:gd name="connsiteX0" fmla="*/ 0 w 7872948"/>
              <a:gd name="connsiteY0" fmla="*/ 1191562 h 1230254"/>
              <a:gd name="connsiteX1" fmla="*/ 1650430 w 7872948"/>
              <a:gd name="connsiteY1" fmla="*/ 197309 h 1230254"/>
              <a:gd name="connsiteX2" fmla="*/ 3430071 w 7872948"/>
              <a:gd name="connsiteY2" fmla="*/ 1160223 h 1230254"/>
              <a:gd name="connsiteX3" fmla="*/ 5639957 w 7872948"/>
              <a:gd name="connsiteY3" fmla="*/ 447 h 1230254"/>
              <a:gd name="connsiteX4" fmla="*/ 7872948 w 7872948"/>
              <a:gd name="connsiteY4" fmla="*/ 1229993 h 1230254"/>
              <a:gd name="connsiteX0" fmla="*/ 0 w 7681228"/>
              <a:gd name="connsiteY0" fmla="*/ 1191632 h 1191632"/>
              <a:gd name="connsiteX1" fmla="*/ 1650430 w 7681228"/>
              <a:gd name="connsiteY1" fmla="*/ 197379 h 1191632"/>
              <a:gd name="connsiteX2" fmla="*/ 3430071 w 7681228"/>
              <a:gd name="connsiteY2" fmla="*/ 1160293 h 1191632"/>
              <a:gd name="connsiteX3" fmla="*/ 5639957 w 7681228"/>
              <a:gd name="connsiteY3" fmla="*/ 517 h 1191632"/>
              <a:gd name="connsiteX4" fmla="*/ 7681228 w 7681228"/>
              <a:gd name="connsiteY4" fmla="*/ 1053214 h 1191632"/>
              <a:gd name="connsiteX0" fmla="*/ 0 w 7681228"/>
              <a:gd name="connsiteY0" fmla="*/ 1191576 h 1191576"/>
              <a:gd name="connsiteX1" fmla="*/ 1650430 w 7681228"/>
              <a:gd name="connsiteY1" fmla="*/ 197323 h 1191576"/>
              <a:gd name="connsiteX2" fmla="*/ 3430071 w 7681228"/>
              <a:gd name="connsiteY2" fmla="*/ 1160237 h 1191576"/>
              <a:gd name="connsiteX3" fmla="*/ 5639957 w 7681228"/>
              <a:gd name="connsiteY3" fmla="*/ 461 h 1191576"/>
              <a:gd name="connsiteX4" fmla="*/ 7681228 w 7681228"/>
              <a:gd name="connsiteY4" fmla="*/ 1053158 h 1191576"/>
              <a:gd name="connsiteX0" fmla="*/ 0 w 7826216"/>
              <a:gd name="connsiteY0" fmla="*/ 1191456 h 1508838"/>
              <a:gd name="connsiteX1" fmla="*/ 1650430 w 7826216"/>
              <a:gd name="connsiteY1" fmla="*/ 197203 h 1508838"/>
              <a:gd name="connsiteX2" fmla="*/ 3430071 w 7826216"/>
              <a:gd name="connsiteY2" fmla="*/ 1160117 h 1508838"/>
              <a:gd name="connsiteX3" fmla="*/ 5639957 w 7826216"/>
              <a:gd name="connsiteY3" fmla="*/ 341 h 1508838"/>
              <a:gd name="connsiteX4" fmla="*/ 7826216 w 7826216"/>
              <a:gd name="connsiteY4" fmla="*/ 1498311 h 1508838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430071 w 7826216"/>
              <a:gd name="connsiteY2" fmla="*/ 977278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737105 w 7826216"/>
              <a:gd name="connsiteY2" fmla="*/ 1136304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737105 w 7826216"/>
              <a:gd name="connsiteY2" fmla="*/ 1136304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1008617 h 1327197"/>
              <a:gd name="connsiteX1" fmla="*/ 1650430 w 7826216"/>
              <a:gd name="connsiteY1" fmla="*/ 14364 h 1327197"/>
              <a:gd name="connsiteX2" fmla="*/ 3737105 w 7826216"/>
              <a:gd name="connsiteY2" fmla="*/ 1136304 h 1327197"/>
              <a:gd name="connsiteX3" fmla="*/ 5725245 w 7826216"/>
              <a:gd name="connsiteY3" fmla="*/ 382 h 1327197"/>
              <a:gd name="connsiteX4" fmla="*/ 7826216 w 7826216"/>
              <a:gd name="connsiteY4" fmla="*/ 1315472 h 1327197"/>
              <a:gd name="connsiteX0" fmla="*/ 0 w 7826216"/>
              <a:gd name="connsiteY0" fmla="*/ 994938 h 1314128"/>
              <a:gd name="connsiteX1" fmla="*/ 1650430 w 7826216"/>
              <a:gd name="connsiteY1" fmla="*/ 685 h 1314128"/>
              <a:gd name="connsiteX2" fmla="*/ 3737105 w 7826216"/>
              <a:gd name="connsiteY2" fmla="*/ 1122625 h 1314128"/>
              <a:gd name="connsiteX3" fmla="*/ 5946991 w 7826216"/>
              <a:gd name="connsiteY3" fmla="*/ 66216 h 1314128"/>
              <a:gd name="connsiteX4" fmla="*/ 7826216 w 7826216"/>
              <a:gd name="connsiteY4" fmla="*/ 1301793 h 1314128"/>
              <a:gd name="connsiteX0" fmla="*/ 0 w 7826216"/>
              <a:gd name="connsiteY0" fmla="*/ 929125 h 1248315"/>
              <a:gd name="connsiteX1" fmla="*/ 1641902 w 7826216"/>
              <a:gd name="connsiteY1" fmla="*/ 30287 h 1248315"/>
              <a:gd name="connsiteX2" fmla="*/ 3737105 w 7826216"/>
              <a:gd name="connsiteY2" fmla="*/ 1056812 h 1248315"/>
              <a:gd name="connsiteX3" fmla="*/ 5946991 w 7826216"/>
              <a:gd name="connsiteY3" fmla="*/ 403 h 1248315"/>
              <a:gd name="connsiteX4" fmla="*/ 7826216 w 7826216"/>
              <a:gd name="connsiteY4" fmla="*/ 1235980 h 1248315"/>
              <a:gd name="connsiteX0" fmla="*/ 0 w 7826216"/>
              <a:gd name="connsiteY0" fmla="*/ 929125 h 1248315"/>
              <a:gd name="connsiteX1" fmla="*/ 1641902 w 7826216"/>
              <a:gd name="connsiteY1" fmla="*/ 30287 h 1248315"/>
              <a:gd name="connsiteX2" fmla="*/ 3941795 w 7826216"/>
              <a:gd name="connsiteY2" fmla="*/ 1088617 h 1248315"/>
              <a:gd name="connsiteX3" fmla="*/ 5946991 w 7826216"/>
              <a:gd name="connsiteY3" fmla="*/ 403 h 1248315"/>
              <a:gd name="connsiteX4" fmla="*/ 7826216 w 7826216"/>
              <a:gd name="connsiteY4" fmla="*/ 1235980 h 1248315"/>
              <a:gd name="connsiteX0" fmla="*/ 0 w 7698285"/>
              <a:gd name="connsiteY0" fmla="*/ 929138 h 1201018"/>
              <a:gd name="connsiteX1" fmla="*/ 1641902 w 7698285"/>
              <a:gd name="connsiteY1" fmla="*/ 30300 h 1201018"/>
              <a:gd name="connsiteX2" fmla="*/ 3941795 w 7698285"/>
              <a:gd name="connsiteY2" fmla="*/ 1088630 h 1201018"/>
              <a:gd name="connsiteX3" fmla="*/ 5946991 w 7698285"/>
              <a:gd name="connsiteY3" fmla="*/ 416 h 1201018"/>
              <a:gd name="connsiteX4" fmla="*/ 7698285 w 7698285"/>
              <a:gd name="connsiteY4" fmla="*/ 1188285 h 1201018"/>
              <a:gd name="connsiteX0" fmla="*/ 0 w 7698285"/>
              <a:gd name="connsiteY0" fmla="*/ 929194 h 1188341"/>
              <a:gd name="connsiteX1" fmla="*/ 1641902 w 7698285"/>
              <a:gd name="connsiteY1" fmla="*/ 30356 h 1188341"/>
              <a:gd name="connsiteX2" fmla="*/ 3941795 w 7698285"/>
              <a:gd name="connsiteY2" fmla="*/ 1088686 h 1188341"/>
              <a:gd name="connsiteX3" fmla="*/ 5946991 w 7698285"/>
              <a:gd name="connsiteY3" fmla="*/ 472 h 1188341"/>
              <a:gd name="connsiteX4" fmla="*/ 7698285 w 7698285"/>
              <a:gd name="connsiteY4" fmla="*/ 1188341 h 1188341"/>
              <a:gd name="connsiteX0" fmla="*/ 0 w 7766515"/>
              <a:gd name="connsiteY0" fmla="*/ 1064367 h 1188341"/>
              <a:gd name="connsiteX1" fmla="*/ 1710132 w 7766515"/>
              <a:gd name="connsiteY1" fmla="*/ 30356 h 1188341"/>
              <a:gd name="connsiteX2" fmla="*/ 4010025 w 7766515"/>
              <a:gd name="connsiteY2" fmla="*/ 1088686 h 1188341"/>
              <a:gd name="connsiteX3" fmla="*/ 6015221 w 7766515"/>
              <a:gd name="connsiteY3" fmla="*/ 472 h 1188341"/>
              <a:gd name="connsiteX4" fmla="*/ 7766515 w 7766515"/>
              <a:gd name="connsiteY4" fmla="*/ 1188341 h 1188341"/>
              <a:gd name="connsiteX0" fmla="*/ 0 w 7809158"/>
              <a:gd name="connsiteY0" fmla="*/ 682705 h 1188341"/>
              <a:gd name="connsiteX1" fmla="*/ 1752775 w 7809158"/>
              <a:gd name="connsiteY1" fmla="*/ 30356 h 1188341"/>
              <a:gd name="connsiteX2" fmla="*/ 4052668 w 7809158"/>
              <a:gd name="connsiteY2" fmla="*/ 1088686 h 1188341"/>
              <a:gd name="connsiteX3" fmla="*/ 6057864 w 7809158"/>
              <a:gd name="connsiteY3" fmla="*/ 472 h 1188341"/>
              <a:gd name="connsiteX4" fmla="*/ 7809158 w 7809158"/>
              <a:gd name="connsiteY4" fmla="*/ 1188341 h 1188341"/>
              <a:gd name="connsiteX0" fmla="*/ 0 w 7809158"/>
              <a:gd name="connsiteY0" fmla="*/ 682705 h 1188341"/>
              <a:gd name="connsiteX1" fmla="*/ 1752775 w 7809158"/>
              <a:gd name="connsiteY1" fmla="*/ 30356 h 1188341"/>
              <a:gd name="connsiteX2" fmla="*/ 4052668 w 7809158"/>
              <a:gd name="connsiteY2" fmla="*/ 1088686 h 1188341"/>
              <a:gd name="connsiteX3" fmla="*/ 6057864 w 7809158"/>
              <a:gd name="connsiteY3" fmla="*/ 472 h 1188341"/>
              <a:gd name="connsiteX4" fmla="*/ 7809158 w 7809158"/>
              <a:gd name="connsiteY4" fmla="*/ 1188341 h 1188341"/>
              <a:gd name="connsiteX0" fmla="*/ 0 w 7800630"/>
              <a:gd name="connsiteY0" fmla="*/ 1104124 h 1188341"/>
              <a:gd name="connsiteX1" fmla="*/ 1744247 w 7800630"/>
              <a:gd name="connsiteY1" fmla="*/ 30356 h 1188341"/>
              <a:gd name="connsiteX2" fmla="*/ 4044140 w 7800630"/>
              <a:gd name="connsiteY2" fmla="*/ 1088686 h 1188341"/>
              <a:gd name="connsiteX3" fmla="*/ 6049336 w 7800630"/>
              <a:gd name="connsiteY3" fmla="*/ 472 h 1188341"/>
              <a:gd name="connsiteX4" fmla="*/ 7800630 w 7800630"/>
              <a:gd name="connsiteY4" fmla="*/ 1188341 h 1188341"/>
              <a:gd name="connsiteX0" fmla="*/ 0 w 7800630"/>
              <a:gd name="connsiteY0" fmla="*/ 1120027 h 1188341"/>
              <a:gd name="connsiteX1" fmla="*/ 1744247 w 7800630"/>
              <a:gd name="connsiteY1" fmla="*/ 30356 h 1188341"/>
              <a:gd name="connsiteX2" fmla="*/ 4044140 w 7800630"/>
              <a:gd name="connsiteY2" fmla="*/ 1088686 h 1188341"/>
              <a:gd name="connsiteX3" fmla="*/ 6049336 w 7800630"/>
              <a:gd name="connsiteY3" fmla="*/ 472 h 1188341"/>
              <a:gd name="connsiteX4" fmla="*/ 7800630 w 7800630"/>
              <a:gd name="connsiteY4" fmla="*/ 1188341 h 1188341"/>
              <a:gd name="connsiteX0" fmla="*/ 0 w 7800630"/>
              <a:gd name="connsiteY0" fmla="*/ 1120027 h 1188341"/>
              <a:gd name="connsiteX1" fmla="*/ 1744247 w 7800630"/>
              <a:gd name="connsiteY1" fmla="*/ 30356 h 1188341"/>
              <a:gd name="connsiteX2" fmla="*/ 4044140 w 7800630"/>
              <a:gd name="connsiteY2" fmla="*/ 1088686 h 1188341"/>
              <a:gd name="connsiteX3" fmla="*/ 6049336 w 7800630"/>
              <a:gd name="connsiteY3" fmla="*/ 472 h 1188341"/>
              <a:gd name="connsiteX4" fmla="*/ 7800630 w 7800630"/>
              <a:gd name="connsiteY4" fmla="*/ 1188341 h 1188341"/>
              <a:gd name="connsiteX0" fmla="*/ 0 w 7851801"/>
              <a:gd name="connsiteY0" fmla="*/ 1120082 h 1120082"/>
              <a:gd name="connsiteX1" fmla="*/ 1744247 w 7851801"/>
              <a:gd name="connsiteY1" fmla="*/ 30411 h 1120082"/>
              <a:gd name="connsiteX2" fmla="*/ 4044140 w 7851801"/>
              <a:gd name="connsiteY2" fmla="*/ 1088741 h 1120082"/>
              <a:gd name="connsiteX3" fmla="*/ 6049336 w 7851801"/>
              <a:gd name="connsiteY3" fmla="*/ 527 h 1120082"/>
              <a:gd name="connsiteX4" fmla="*/ 7851801 w 7851801"/>
              <a:gd name="connsiteY4" fmla="*/ 1061175 h 1120082"/>
              <a:gd name="connsiteX0" fmla="*/ 0 w 7851801"/>
              <a:gd name="connsiteY0" fmla="*/ 1120082 h 1120082"/>
              <a:gd name="connsiteX1" fmla="*/ 1744247 w 7851801"/>
              <a:gd name="connsiteY1" fmla="*/ 30411 h 1120082"/>
              <a:gd name="connsiteX2" fmla="*/ 4044140 w 7851801"/>
              <a:gd name="connsiteY2" fmla="*/ 1088741 h 1120082"/>
              <a:gd name="connsiteX3" fmla="*/ 6049336 w 7851801"/>
              <a:gd name="connsiteY3" fmla="*/ 527 h 1120082"/>
              <a:gd name="connsiteX4" fmla="*/ 7851801 w 7851801"/>
              <a:gd name="connsiteY4" fmla="*/ 1061175 h 1120082"/>
              <a:gd name="connsiteX0" fmla="*/ 0 w 7851801"/>
              <a:gd name="connsiteY0" fmla="*/ 1120082 h 1120082"/>
              <a:gd name="connsiteX1" fmla="*/ 1744247 w 7851801"/>
              <a:gd name="connsiteY1" fmla="*/ 30411 h 1120082"/>
              <a:gd name="connsiteX2" fmla="*/ 4044140 w 7851801"/>
              <a:gd name="connsiteY2" fmla="*/ 1088741 h 1120082"/>
              <a:gd name="connsiteX3" fmla="*/ 6049336 w 7851801"/>
              <a:gd name="connsiteY3" fmla="*/ 527 h 1120082"/>
              <a:gd name="connsiteX4" fmla="*/ 7851801 w 7851801"/>
              <a:gd name="connsiteY4" fmla="*/ 1061175 h 1120082"/>
              <a:gd name="connsiteX0" fmla="*/ 0 w 7851801"/>
              <a:gd name="connsiteY0" fmla="*/ 1119555 h 1119555"/>
              <a:gd name="connsiteX1" fmla="*/ 1744247 w 7851801"/>
              <a:gd name="connsiteY1" fmla="*/ 29884 h 1119555"/>
              <a:gd name="connsiteX2" fmla="*/ 4044140 w 7851801"/>
              <a:gd name="connsiteY2" fmla="*/ 1088214 h 1119555"/>
              <a:gd name="connsiteX3" fmla="*/ 6049336 w 7851801"/>
              <a:gd name="connsiteY3" fmla="*/ 0 h 1119555"/>
              <a:gd name="connsiteX4" fmla="*/ 7851801 w 7851801"/>
              <a:gd name="connsiteY4" fmla="*/ 1060648 h 1119555"/>
              <a:gd name="connsiteX0" fmla="*/ 0 w 7851801"/>
              <a:gd name="connsiteY0" fmla="*/ 1119555 h 1119555"/>
              <a:gd name="connsiteX1" fmla="*/ 1744247 w 7851801"/>
              <a:gd name="connsiteY1" fmla="*/ 29884 h 1119555"/>
              <a:gd name="connsiteX2" fmla="*/ 4044140 w 7851801"/>
              <a:gd name="connsiteY2" fmla="*/ 1088214 h 1119555"/>
              <a:gd name="connsiteX3" fmla="*/ 6049336 w 7851801"/>
              <a:gd name="connsiteY3" fmla="*/ 0 h 1119555"/>
              <a:gd name="connsiteX4" fmla="*/ 7851801 w 7851801"/>
              <a:gd name="connsiteY4" fmla="*/ 1060648 h 1119555"/>
              <a:gd name="connsiteX0" fmla="*/ 0 w 7851801"/>
              <a:gd name="connsiteY0" fmla="*/ 1119555 h 1119555"/>
              <a:gd name="connsiteX1" fmla="*/ 2349784 w 7851801"/>
              <a:gd name="connsiteY1" fmla="*/ 13981 h 1119555"/>
              <a:gd name="connsiteX2" fmla="*/ 4044140 w 7851801"/>
              <a:gd name="connsiteY2" fmla="*/ 1088214 h 1119555"/>
              <a:gd name="connsiteX3" fmla="*/ 6049336 w 7851801"/>
              <a:gd name="connsiteY3" fmla="*/ 0 h 1119555"/>
              <a:gd name="connsiteX4" fmla="*/ 7851801 w 7851801"/>
              <a:gd name="connsiteY4" fmla="*/ 1060648 h 1119555"/>
              <a:gd name="connsiteX0" fmla="*/ 0 w 7118332"/>
              <a:gd name="connsiteY0" fmla="*/ 1079799 h 1088237"/>
              <a:gd name="connsiteX1" fmla="*/ 1616315 w 7118332"/>
              <a:gd name="connsiteY1" fmla="*/ 13981 h 1088237"/>
              <a:gd name="connsiteX2" fmla="*/ 3310671 w 7118332"/>
              <a:gd name="connsiteY2" fmla="*/ 1088214 h 1088237"/>
              <a:gd name="connsiteX3" fmla="*/ 5315867 w 7118332"/>
              <a:gd name="connsiteY3" fmla="*/ 0 h 1088237"/>
              <a:gd name="connsiteX4" fmla="*/ 7118332 w 7118332"/>
              <a:gd name="connsiteY4" fmla="*/ 1060648 h 1088237"/>
              <a:gd name="connsiteX0" fmla="*/ 0 w 7118332"/>
              <a:gd name="connsiteY0" fmla="*/ 1079799 h 1088237"/>
              <a:gd name="connsiteX1" fmla="*/ 1616315 w 7118332"/>
              <a:gd name="connsiteY1" fmla="*/ 13981 h 1088237"/>
              <a:gd name="connsiteX2" fmla="*/ 3310671 w 7118332"/>
              <a:gd name="connsiteY2" fmla="*/ 1088214 h 1088237"/>
              <a:gd name="connsiteX3" fmla="*/ 5315867 w 7118332"/>
              <a:gd name="connsiteY3" fmla="*/ 0 h 1088237"/>
              <a:gd name="connsiteX4" fmla="*/ 7118332 w 7118332"/>
              <a:gd name="connsiteY4" fmla="*/ 1060648 h 1088237"/>
              <a:gd name="connsiteX0" fmla="*/ 0 w 7118332"/>
              <a:gd name="connsiteY0" fmla="*/ 1065820 h 1074258"/>
              <a:gd name="connsiteX1" fmla="*/ 1616315 w 7118332"/>
              <a:gd name="connsiteY1" fmla="*/ 2 h 1074258"/>
              <a:gd name="connsiteX2" fmla="*/ 3310671 w 7118332"/>
              <a:gd name="connsiteY2" fmla="*/ 1074235 h 1074258"/>
              <a:gd name="connsiteX3" fmla="*/ 4974720 w 7118332"/>
              <a:gd name="connsiteY3" fmla="*/ 1924 h 1074258"/>
              <a:gd name="connsiteX4" fmla="*/ 7118332 w 7118332"/>
              <a:gd name="connsiteY4" fmla="*/ 1046669 h 1074258"/>
              <a:gd name="connsiteX0" fmla="*/ 0 w 6623667"/>
              <a:gd name="connsiteY0" fmla="*/ 1065820 h 1074258"/>
              <a:gd name="connsiteX1" fmla="*/ 1616315 w 6623667"/>
              <a:gd name="connsiteY1" fmla="*/ 2 h 1074258"/>
              <a:gd name="connsiteX2" fmla="*/ 3310671 w 6623667"/>
              <a:gd name="connsiteY2" fmla="*/ 1074235 h 1074258"/>
              <a:gd name="connsiteX3" fmla="*/ 4974720 w 6623667"/>
              <a:gd name="connsiteY3" fmla="*/ 1924 h 1074258"/>
              <a:gd name="connsiteX4" fmla="*/ 6623667 w 6623667"/>
              <a:gd name="connsiteY4" fmla="*/ 1038718 h 1074258"/>
              <a:gd name="connsiteX0" fmla="*/ 0 w 6478679"/>
              <a:gd name="connsiteY0" fmla="*/ 1065820 h 1074258"/>
              <a:gd name="connsiteX1" fmla="*/ 1616315 w 6478679"/>
              <a:gd name="connsiteY1" fmla="*/ 2 h 1074258"/>
              <a:gd name="connsiteX2" fmla="*/ 3310671 w 6478679"/>
              <a:gd name="connsiteY2" fmla="*/ 1074235 h 1074258"/>
              <a:gd name="connsiteX3" fmla="*/ 4974720 w 6478679"/>
              <a:gd name="connsiteY3" fmla="*/ 1924 h 1074258"/>
              <a:gd name="connsiteX4" fmla="*/ 6478679 w 6478679"/>
              <a:gd name="connsiteY4" fmla="*/ 1070523 h 1074258"/>
              <a:gd name="connsiteX0" fmla="*/ 0 w 6700425"/>
              <a:gd name="connsiteY0" fmla="*/ 1065820 h 1074258"/>
              <a:gd name="connsiteX1" fmla="*/ 1616315 w 6700425"/>
              <a:gd name="connsiteY1" fmla="*/ 2 h 1074258"/>
              <a:gd name="connsiteX2" fmla="*/ 3310671 w 6700425"/>
              <a:gd name="connsiteY2" fmla="*/ 1074235 h 1074258"/>
              <a:gd name="connsiteX3" fmla="*/ 4974720 w 6700425"/>
              <a:gd name="connsiteY3" fmla="*/ 1924 h 1074258"/>
              <a:gd name="connsiteX4" fmla="*/ 6700425 w 6700425"/>
              <a:gd name="connsiteY4" fmla="*/ 1038717 h 1074258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45"/>
              <a:gd name="connsiteX1" fmla="*/ 1616315 w 6700425"/>
              <a:gd name="connsiteY1" fmla="*/ 61689 h 1135945"/>
              <a:gd name="connsiteX2" fmla="*/ 3310671 w 6700425"/>
              <a:gd name="connsiteY2" fmla="*/ 1135922 h 1135945"/>
              <a:gd name="connsiteX3" fmla="*/ 5034421 w 6700425"/>
              <a:gd name="connsiteY3" fmla="*/ 0 h 1135945"/>
              <a:gd name="connsiteX4" fmla="*/ 6700425 w 6700425"/>
              <a:gd name="connsiteY4" fmla="*/ 1100404 h 1135945"/>
              <a:gd name="connsiteX0" fmla="*/ 0 w 6700425"/>
              <a:gd name="connsiteY0" fmla="*/ 1127507 h 1135922"/>
              <a:gd name="connsiteX1" fmla="*/ 1616315 w 6700425"/>
              <a:gd name="connsiteY1" fmla="*/ 61689 h 1135922"/>
              <a:gd name="connsiteX2" fmla="*/ 3310671 w 6700425"/>
              <a:gd name="connsiteY2" fmla="*/ 1135922 h 1135922"/>
              <a:gd name="connsiteX3" fmla="*/ 5034421 w 6700425"/>
              <a:gd name="connsiteY3" fmla="*/ 0 h 1135922"/>
              <a:gd name="connsiteX4" fmla="*/ 6700425 w 6700425"/>
              <a:gd name="connsiteY4" fmla="*/ 1100404 h 1135922"/>
              <a:gd name="connsiteX0" fmla="*/ 0 w 6700425"/>
              <a:gd name="connsiteY0" fmla="*/ 1127509 h 1135924"/>
              <a:gd name="connsiteX1" fmla="*/ 1616315 w 6700425"/>
              <a:gd name="connsiteY1" fmla="*/ 61691 h 1135924"/>
              <a:gd name="connsiteX2" fmla="*/ 3310671 w 6700425"/>
              <a:gd name="connsiteY2" fmla="*/ 1135924 h 1135924"/>
              <a:gd name="connsiteX3" fmla="*/ 5034421 w 6700425"/>
              <a:gd name="connsiteY3" fmla="*/ 2 h 1135924"/>
              <a:gd name="connsiteX4" fmla="*/ 6700425 w 6700425"/>
              <a:gd name="connsiteY4" fmla="*/ 1100406 h 1135924"/>
              <a:gd name="connsiteX0" fmla="*/ 0 w 6700425"/>
              <a:gd name="connsiteY0" fmla="*/ 1127509 h 1135924"/>
              <a:gd name="connsiteX1" fmla="*/ 1616315 w 6700425"/>
              <a:gd name="connsiteY1" fmla="*/ 61691 h 1135924"/>
              <a:gd name="connsiteX2" fmla="*/ 3310671 w 6700425"/>
              <a:gd name="connsiteY2" fmla="*/ 1135924 h 1135924"/>
              <a:gd name="connsiteX3" fmla="*/ 5034421 w 6700425"/>
              <a:gd name="connsiteY3" fmla="*/ 2 h 1135924"/>
              <a:gd name="connsiteX4" fmla="*/ 6700425 w 6700425"/>
              <a:gd name="connsiteY4" fmla="*/ 1100406 h 1135924"/>
              <a:gd name="connsiteX0" fmla="*/ 0 w 6700425"/>
              <a:gd name="connsiteY0" fmla="*/ 1127509 h 1135924"/>
              <a:gd name="connsiteX1" fmla="*/ 1616315 w 6700425"/>
              <a:gd name="connsiteY1" fmla="*/ 61691 h 1135924"/>
              <a:gd name="connsiteX2" fmla="*/ 3310671 w 6700425"/>
              <a:gd name="connsiteY2" fmla="*/ 1135924 h 1135924"/>
              <a:gd name="connsiteX3" fmla="*/ 5034421 w 6700425"/>
              <a:gd name="connsiteY3" fmla="*/ 2 h 1135924"/>
              <a:gd name="connsiteX4" fmla="*/ 6700425 w 6700425"/>
              <a:gd name="connsiteY4" fmla="*/ 1072905 h 1135924"/>
              <a:gd name="connsiteX0" fmla="*/ 0 w 6715173"/>
              <a:gd name="connsiteY0" fmla="*/ 1127509 h 1135924"/>
              <a:gd name="connsiteX1" fmla="*/ 1616315 w 6715173"/>
              <a:gd name="connsiteY1" fmla="*/ 61691 h 1135924"/>
              <a:gd name="connsiteX2" fmla="*/ 3310671 w 6715173"/>
              <a:gd name="connsiteY2" fmla="*/ 1135924 h 1135924"/>
              <a:gd name="connsiteX3" fmla="*/ 5034421 w 6715173"/>
              <a:gd name="connsiteY3" fmla="*/ 2 h 1135924"/>
              <a:gd name="connsiteX4" fmla="*/ 6715173 w 6715173"/>
              <a:gd name="connsiteY4" fmla="*/ 1059155 h 1135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15173" h="1135924">
                <a:moveTo>
                  <a:pt x="0" y="1127509"/>
                </a:moveTo>
                <a:cubicBezTo>
                  <a:pt x="507007" y="1133134"/>
                  <a:pt x="1064537" y="60289"/>
                  <a:pt x="1616315" y="61691"/>
                </a:cubicBezTo>
                <a:cubicBezTo>
                  <a:pt x="2168093" y="63093"/>
                  <a:pt x="2778719" y="1127987"/>
                  <a:pt x="3310671" y="1135924"/>
                </a:cubicBezTo>
                <a:cubicBezTo>
                  <a:pt x="3866607" y="1117437"/>
                  <a:pt x="4488155" y="10816"/>
                  <a:pt x="5034421" y="2"/>
                </a:cubicBezTo>
                <a:cubicBezTo>
                  <a:pt x="5562285" y="-1785"/>
                  <a:pt x="6713956" y="1071307"/>
                  <a:pt x="6715173" y="1059155"/>
                </a:cubicBezTo>
              </a:path>
            </a:pathLst>
          </a:cu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prstClr val="black"/>
              </a:solidFill>
            </a:endParaRPr>
          </a:p>
        </p:txBody>
      </p:sp>
      <p:sp>
        <p:nvSpPr>
          <p:cNvPr id="38" name="TextBox 6"/>
          <p:cNvSpPr txBox="1">
            <a:spLocks noChangeArrowheads="1"/>
          </p:cNvSpPr>
          <p:nvPr/>
        </p:nvSpPr>
        <p:spPr bwMode="auto">
          <a:xfrm>
            <a:off x="616999" y="2778003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软件漏洞概述</a:t>
            </a:r>
          </a:p>
        </p:txBody>
      </p:sp>
      <p:sp>
        <p:nvSpPr>
          <p:cNvPr id="39" name="TextBox 6"/>
          <p:cNvSpPr txBox="1">
            <a:spLocks noChangeArrowheads="1"/>
          </p:cNvSpPr>
          <p:nvPr/>
        </p:nvSpPr>
        <p:spPr bwMode="auto">
          <a:xfrm>
            <a:off x="2732430" y="3808171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溢出原理</a:t>
            </a:r>
          </a:p>
        </p:txBody>
      </p:sp>
      <p:sp>
        <p:nvSpPr>
          <p:cNvPr id="40" name="TextBox 6"/>
          <p:cNvSpPr txBox="1">
            <a:spLocks noChangeArrowheads="1"/>
          </p:cNvSpPr>
          <p:nvPr/>
        </p:nvSpPr>
        <p:spPr bwMode="auto">
          <a:xfrm>
            <a:off x="4864335" y="2719267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栈溢出漏洞</a:t>
            </a:r>
          </a:p>
        </p:txBody>
      </p:sp>
      <p:sp>
        <p:nvSpPr>
          <p:cNvPr id="42" name="TextBox 40"/>
          <p:cNvSpPr txBox="1">
            <a:spLocks noChangeArrowheads="1"/>
          </p:cNvSpPr>
          <p:nvPr/>
        </p:nvSpPr>
        <p:spPr bwMode="auto">
          <a:xfrm>
            <a:off x="9355691" y="2686329"/>
            <a:ext cx="23885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微软雅黑" pitchFamily="34" charset="-122"/>
                <a:ea typeface="微软雅黑" pitchFamily="34" charset="-122"/>
              </a:rPr>
              <a:t>防范措施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1325688" y="3604190"/>
            <a:ext cx="1181594" cy="1181594"/>
            <a:chOff x="1325688" y="3604190"/>
            <a:chExt cx="1181594" cy="1181594"/>
          </a:xfrm>
        </p:grpSpPr>
        <p:sp>
          <p:nvSpPr>
            <p:cNvPr id="44" name="圆角矩形 43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1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3350841" y="2193014"/>
            <a:ext cx="1181594" cy="1181594"/>
            <a:chOff x="1325688" y="3604190"/>
            <a:chExt cx="1181594" cy="1181594"/>
          </a:xfrm>
        </p:grpSpPr>
        <p:sp>
          <p:nvSpPr>
            <p:cNvPr id="47" name="圆角矩形 46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2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430891" y="3614231"/>
            <a:ext cx="1181594" cy="1181594"/>
            <a:chOff x="1325688" y="3604190"/>
            <a:chExt cx="1181594" cy="1181594"/>
          </a:xfrm>
        </p:grpSpPr>
        <p:sp>
          <p:nvSpPr>
            <p:cNvPr id="50" name="圆角矩形 49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3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7693254" y="2172064"/>
            <a:ext cx="1181594" cy="1181594"/>
            <a:chOff x="1325688" y="3604190"/>
            <a:chExt cx="1181594" cy="1181594"/>
          </a:xfrm>
        </p:grpSpPr>
        <p:sp>
          <p:nvSpPr>
            <p:cNvPr id="53" name="圆角矩形 52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4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952770" y="3602560"/>
            <a:ext cx="1181594" cy="1181594"/>
            <a:chOff x="1325688" y="3604190"/>
            <a:chExt cx="1181594" cy="1181594"/>
          </a:xfrm>
        </p:grpSpPr>
        <p:sp>
          <p:nvSpPr>
            <p:cNvPr id="56" name="圆角矩形 55"/>
            <p:cNvSpPr/>
            <p:nvPr/>
          </p:nvSpPr>
          <p:spPr>
            <a:xfrm rot="18926425">
              <a:off x="1325688" y="3604190"/>
              <a:ext cx="1181594" cy="1181594"/>
            </a:xfrm>
            <a:prstGeom prst="roundRect">
              <a:avLst/>
            </a:prstGeom>
            <a:gradFill flip="none" rotWithShape="1">
              <a:gsLst>
                <a:gs pos="0">
                  <a:srgbClr val="C9CBC8"/>
                </a:gs>
                <a:gs pos="100000">
                  <a:srgbClr val="FCFCFC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rgbClr val="FCFDFD"/>
                  </a:gs>
                  <a:gs pos="100000">
                    <a:srgbClr val="CFD4D0"/>
                  </a:gs>
                </a:gsLst>
                <a:lin ang="8100000" scaled="1"/>
                <a:tileRect/>
              </a:gradFill>
            </a:ln>
            <a:effectLst>
              <a:outerShdw blurRad="342900" dist="152400" dir="8100000" algn="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6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TextBox 27"/>
            <p:cNvSpPr txBox="1"/>
            <p:nvPr/>
          </p:nvSpPr>
          <p:spPr>
            <a:xfrm>
              <a:off x="1611063" y="3764287"/>
              <a:ext cx="606255" cy="91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5333" b="1" dirty="0">
                  <a:solidFill>
                    <a:srgbClr val="00B0F0"/>
                  </a:solidFill>
                  <a:latin typeface="微软雅黑" pitchFamily="34" charset="-122"/>
                  <a:ea typeface="造字工房劲黑（非商用）常规体" pitchFamily="50" charset="-122"/>
                </a:rPr>
                <a:t>5</a:t>
              </a:r>
              <a:endParaRPr lang="zh-CN" altLang="en-US" sz="5333" b="1" dirty="0">
                <a:solidFill>
                  <a:srgbClr val="00B0F0"/>
                </a:solidFill>
                <a:latin typeface="微软雅黑" pitchFamily="34" charset="-122"/>
                <a:ea typeface="造字工房劲黑（非商用）常规体" pitchFamily="50" charset="-122"/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1A0FC04-23B2-23F9-640D-18BB8DCFEE18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24" name="Text Box 7">
              <a:extLst>
                <a:ext uri="{FF2B5EF4-FFF2-40B4-BE49-F238E27FC236}">
                  <a16:creationId xmlns:a16="http://schemas.microsoft.com/office/drawing/2014/main" id="{236F88BF-928C-3EC5-69CE-058D5D7CA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25" name="图片 24" descr="logo">
              <a:extLst>
                <a:ext uri="{FF2B5EF4-FFF2-40B4-BE49-F238E27FC236}">
                  <a16:creationId xmlns:a16="http://schemas.microsoft.com/office/drawing/2014/main" id="{83DB75DD-6AB9-7E74-8A75-FF578783A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sp>
        <p:nvSpPr>
          <p:cNvPr id="2" name="TextBox 40">
            <a:extLst>
              <a:ext uri="{FF2B5EF4-FFF2-40B4-BE49-F238E27FC236}">
                <a16:creationId xmlns:a16="http://schemas.microsoft.com/office/drawing/2014/main" id="{685F24E7-A262-5E75-5782-407C39AC5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7749" y="3840102"/>
            <a:ext cx="26241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 marL="0" lvl="1"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字符串格式化漏洞</a:t>
            </a:r>
          </a:p>
        </p:txBody>
      </p:sp>
    </p:spTree>
    <p:extLst>
      <p:ext uri="{BB962C8B-B14F-4D97-AF65-F5344CB8AC3E}">
        <p14:creationId xmlns:p14="http://schemas.microsoft.com/office/powerpoint/2010/main" val="33309166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7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7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39" grpId="0"/>
      <p:bldP spid="40" grpId="0"/>
      <p:bldP spid="42" grpId="0"/>
      <p:bldP spid="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02929D22-E179-F591-E543-63580F28998B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18" name="Text Box 7">
              <a:extLst>
                <a:ext uri="{FF2B5EF4-FFF2-40B4-BE49-F238E27FC236}">
                  <a16:creationId xmlns:a16="http://schemas.microsoft.com/office/drawing/2014/main" id="{CBFC74EE-B20F-0597-A216-73995A57C1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19" name="图片 18" descr="logo">
              <a:extLst>
                <a:ext uri="{FF2B5EF4-FFF2-40B4-BE49-F238E27FC236}">
                  <a16:creationId xmlns:a16="http://schemas.microsoft.com/office/drawing/2014/main" id="{F25B376E-B8A2-141B-C8AC-E19B0B68E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4B6F2302-596A-B1D8-A0C5-5027FC5814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3088028"/>
              </p:ext>
            </p:extLst>
          </p:nvPr>
        </p:nvGraphicFramePr>
        <p:xfrm>
          <a:off x="2894541" y="2683950"/>
          <a:ext cx="6402918" cy="2828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9A49A337-49BE-1BCF-FA8A-69EC904B4C31}"/>
              </a:ext>
            </a:extLst>
          </p:cNvPr>
          <p:cNvSpPr/>
          <p:nvPr/>
        </p:nvSpPr>
        <p:spPr>
          <a:xfrm>
            <a:off x="4071257" y="1459542"/>
            <a:ext cx="4049486" cy="679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系统管理员的防范</a:t>
            </a:r>
          </a:p>
        </p:txBody>
      </p:sp>
    </p:spTree>
    <p:extLst>
      <p:ext uri="{BB962C8B-B14F-4D97-AF65-F5344CB8AC3E}">
        <p14:creationId xmlns:p14="http://schemas.microsoft.com/office/powerpoint/2010/main" val="1971472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02929D22-E179-F591-E543-63580F28998B}"/>
              </a:ext>
            </a:extLst>
          </p:cNvPr>
          <p:cNvGrpSpPr/>
          <p:nvPr/>
        </p:nvGrpSpPr>
        <p:grpSpPr>
          <a:xfrm>
            <a:off x="7718960" y="155800"/>
            <a:ext cx="4156268" cy="838835"/>
            <a:chOff x="47625" y="44450"/>
            <a:chExt cx="4156268" cy="838835"/>
          </a:xfrm>
        </p:grpSpPr>
        <p:sp>
          <p:nvSpPr>
            <p:cNvPr id="18" name="Text Box 7">
              <a:extLst>
                <a:ext uri="{FF2B5EF4-FFF2-40B4-BE49-F238E27FC236}">
                  <a16:creationId xmlns:a16="http://schemas.microsoft.com/office/drawing/2014/main" id="{CBFC74EE-B20F-0597-A216-73995A57C1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053" y="225748"/>
              <a:ext cx="3291840" cy="476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45720" tIns="22860" rIns="45720" bIns="22860">
              <a:spAutoFit/>
            </a:bodyPr>
            <a:lstStyle/>
            <a:p>
              <a:pPr defTabSz="108839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dirty="0">
                  <a:effectLst>
                    <a:outerShdw blurRad="50000" dist="30000" dir="5400000" algn="tl" rotWithShape="0">
                      <a:srgbClr val="000000">
                        <a:alpha val="30000"/>
                      </a:srgbClr>
                    </a:outerShdw>
                  </a:effectLst>
                  <a:latin typeface="Arial" panose="020B0604020202090204" pitchFamily="34" charset="0"/>
                  <a:ea typeface="微软雅黑" panose="020B0503020204020204" pitchFamily="34" charset="-122"/>
                  <a:cs typeface="+mn-ea"/>
                </a:rPr>
                <a:t>电子与通信工程学院</a:t>
              </a:r>
            </a:p>
          </p:txBody>
        </p:sp>
        <p:pic>
          <p:nvPicPr>
            <p:cNvPr id="19" name="图片 18" descr="logo">
              <a:extLst>
                <a:ext uri="{FF2B5EF4-FFF2-40B4-BE49-F238E27FC236}">
                  <a16:creationId xmlns:a16="http://schemas.microsoft.com/office/drawing/2014/main" id="{F25B376E-B8A2-141B-C8AC-E19B0B68E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25" y="44450"/>
              <a:ext cx="838835" cy="838835"/>
            </a:xfrm>
            <a:prstGeom prst="rect">
              <a:avLst/>
            </a:prstGeom>
          </p:spPr>
        </p:pic>
      </p:grp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4B6F2302-596A-B1D8-A0C5-5027FC5814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0645385"/>
              </p:ext>
            </p:extLst>
          </p:nvPr>
        </p:nvGraphicFramePr>
        <p:xfrm>
          <a:off x="2894541" y="2683950"/>
          <a:ext cx="6402918" cy="28285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9A49A337-49BE-1BCF-FA8A-69EC904B4C31}"/>
              </a:ext>
            </a:extLst>
          </p:cNvPr>
          <p:cNvSpPr/>
          <p:nvPr/>
        </p:nvSpPr>
        <p:spPr>
          <a:xfrm>
            <a:off x="4071257" y="1459542"/>
            <a:ext cx="4049486" cy="679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软件开发人员的防范</a:t>
            </a:r>
          </a:p>
        </p:txBody>
      </p:sp>
    </p:spTree>
    <p:extLst>
      <p:ext uri="{BB962C8B-B14F-4D97-AF65-F5344CB8AC3E}">
        <p14:creationId xmlns:p14="http://schemas.microsoft.com/office/powerpoint/2010/main" val="191955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623392" y="1198786"/>
            <a:ext cx="208262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7200" b="1" spc="2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谢谢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695400" y="1135445"/>
            <a:ext cx="573451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95400" y="2471122"/>
            <a:ext cx="5734516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813564" y="2399115"/>
            <a:ext cx="3927564" cy="425950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085958" y="4891937"/>
            <a:ext cx="1455212" cy="146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9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</p:bldLst>
  </p:timing>
</p:sld>
</file>

<file path=ppt/theme/theme1.xml><?xml version="1.0" encoding="utf-8"?>
<a:theme xmlns:a="http://schemas.openxmlformats.org/drawingml/2006/main" name="1_Office 主题">
  <a:themeElements>
    <a:clrScheme name="自定义 3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0070C0"/>
      </a:accent1>
      <a:accent2>
        <a:srgbClr val="00B0F0"/>
      </a:accent2>
      <a:accent3>
        <a:srgbClr val="297FD5"/>
      </a:accent3>
      <a:accent4>
        <a:srgbClr val="00B050"/>
      </a:accent4>
      <a:accent5>
        <a:srgbClr val="92D050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14128</TotalTime>
  <Words>3498</Words>
  <Application>Microsoft Office PowerPoint</Application>
  <PresentationFormat>宽屏</PresentationFormat>
  <Paragraphs>689</Paragraphs>
  <Slides>82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88" baseType="lpstr">
      <vt:lpstr>微软雅黑</vt:lpstr>
      <vt:lpstr>Arial</vt:lpstr>
      <vt:lpstr>Calibri</vt:lpstr>
      <vt:lpstr>Times New Roman</vt:lpstr>
      <vt:lpstr>Wingdings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说课</dc:title>
  <dc:creator>hpp</dc:creator>
  <cp:lastModifiedBy>kai wang</cp:lastModifiedBy>
  <cp:revision>305</cp:revision>
  <dcterms:created xsi:type="dcterms:W3CDTF">2015-10-15T01:42:42Z</dcterms:created>
  <dcterms:modified xsi:type="dcterms:W3CDTF">2025-09-25T06:44:53Z</dcterms:modified>
</cp:coreProperties>
</file>